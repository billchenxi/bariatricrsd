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35840" cy="4535424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10896" y="237744"/>
            <a:ext cx="5303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50" b="1">
                <a:solidFill>
                  <a:srgbClr val="111827"/>
                </a:solidFill>
                <a:latin typeface="Arial"/>
              </a:rPr>
              <a:t>ViT-B/16 frame encoder subcomponent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10896" y="603504"/>
            <a:ext cx="5806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0" b="0">
                <a:solidFill>
                  <a:srgbClr val="4B5563"/>
                </a:solidFill>
                <a:latin typeface="Arial"/>
              </a:rPr>
              <a:t>Each sampled frame is patchified, encoded independently, and represented by its 768-d [CLS] feature.</a:t>
            </a:r>
          </a:p>
        </p:txBody>
      </p:sp>
      <p:sp>
        <p:nvSpPr>
          <p:cNvPr id="4" name="Input label"/>
          <p:cNvSpPr txBox="1"/>
          <p:nvPr/>
        </p:nvSpPr>
        <p:spPr>
          <a:xfrm>
            <a:off x="804672" y="1517904"/>
            <a:ext cx="1508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Input frame</a:t>
            </a:r>
          </a:p>
        </p:txBody>
      </p:sp>
      <p:sp>
        <p:nvSpPr>
          <p:cNvPr id="5" name="Input frame mosaic cell"/>
          <p:cNvSpPr/>
          <p:nvPr/>
        </p:nvSpPr>
        <p:spPr>
          <a:xfrm>
            <a:off x="429768" y="1993392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Input frame mosaic cell"/>
          <p:cNvSpPr/>
          <p:nvPr/>
        </p:nvSpPr>
        <p:spPr>
          <a:xfrm>
            <a:off x="479603" y="1993392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Input frame mosaic cell"/>
          <p:cNvSpPr/>
          <p:nvPr/>
        </p:nvSpPr>
        <p:spPr>
          <a:xfrm>
            <a:off x="529438" y="1993392"/>
            <a:ext cx="54407" cy="55191"/>
          </a:xfrm>
          <a:prstGeom prst="rect">
            <a:avLst/>
          </a:prstGeom>
          <a:solidFill>
            <a:srgbClr val="0704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Input frame mosaic cell"/>
          <p:cNvSpPr/>
          <p:nvPr/>
        </p:nvSpPr>
        <p:spPr>
          <a:xfrm>
            <a:off x="579272" y="1993392"/>
            <a:ext cx="54407" cy="55191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Input frame mosaic cell"/>
          <p:cNvSpPr/>
          <p:nvPr/>
        </p:nvSpPr>
        <p:spPr>
          <a:xfrm>
            <a:off x="629107" y="1993392"/>
            <a:ext cx="54407" cy="55191"/>
          </a:xfrm>
          <a:prstGeom prst="rect">
            <a:avLst/>
          </a:prstGeom>
          <a:solidFill>
            <a:srgbClr val="1107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Input frame mosaic cell"/>
          <p:cNvSpPr/>
          <p:nvPr/>
        </p:nvSpPr>
        <p:spPr>
          <a:xfrm>
            <a:off x="678942" y="1993392"/>
            <a:ext cx="54407" cy="55191"/>
          </a:xfrm>
          <a:prstGeom prst="rect">
            <a:avLst/>
          </a:prstGeom>
          <a:solidFill>
            <a:srgbClr val="150A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Input frame mosaic cell"/>
          <p:cNvSpPr/>
          <p:nvPr/>
        </p:nvSpPr>
        <p:spPr>
          <a:xfrm>
            <a:off x="728777" y="1993392"/>
            <a:ext cx="54407" cy="55191"/>
          </a:xfrm>
          <a:prstGeom prst="rect">
            <a:avLst/>
          </a:prstGeom>
          <a:solidFill>
            <a:srgbClr val="160B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Input frame mosaic cell"/>
          <p:cNvSpPr/>
          <p:nvPr/>
        </p:nvSpPr>
        <p:spPr>
          <a:xfrm>
            <a:off x="778612" y="1993392"/>
            <a:ext cx="54407" cy="55191"/>
          </a:xfrm>
          <a:prstGeom prst="rect">
            <a:avLst/>
          </a:prstGeom>
          <a:solidFill>
            <a:srgbClr val="170B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Input frame mosaic cell"/>
          <p:cNvSpPr/>
          <p:nvPr/>
        </p:nvSpPr>
        <p:spPr>
          <a:xfrm>
            <a:off x="828446" y="1993392"/>
            <a:ext cx="54407" cy="55191"/>
          </a:xfrm>
          <a:prstGeom prst="rect">
            <a:avLst/>
          </a:prstGeom>
          <a:solidFill>
            <a:srgbClr val="1B0C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Input frame mosaic cell"/>
          <p:cNvSpPr/>
          <p:nvPr/>
        </p:nvSpPr>
        <p:spPr>
          <a:xfrm>
            <a:off x="878281" y="1993392"/>
            <a:ext cx="54407" cy="55191"/>
          </a:xfrm>
          <a:prstGeom prst="rect">
            <a:avLst/>
          </a:prstGeom>
          <a:solidFill>
            <a:srgbClr val="230E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Input frame mosaic cell"/>
          <p:cNvSpPr/>
          <p:nvPr/>
        </p:nvSpPr>
        <p:spPr>
          <a:xfrm>
            <a:off x="928116" y="1993392"/>
            <a:ext cx="54407" cy="55191"/>
          </a:xfrm>
          <a:prstGeom prst="rect">
            <a:avLst/>
          </a:prstGeom>
          <a:solidFill>
            <a:srgbClr val="5B23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Input frame mosaic cell"/>
          <p:cNvSpPr/>
          <p:nvPr/>
        </p:nvSpPr>
        <p:spPr>
          <a:xfrm>
            <a:off x="977951" y="1993392"/>
            <a:ext cx="54407" cy="55191"/>
          </a:xfrm>
          <a:prstGeom prst="rect">
            <a:avLst/>
          </a:prstGeom>
          <a:solidFill>
            <a:srgbClr val="8C3B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Input frame mosaic cell"/>
          <p:cNvSpPr/>
          <p:nvPr/>
        </p:nvSpPr>
        <p:spPr>
          <a:xfrm>
            <a:off x="1027786" y="1993392"/>
            <a:ext cx="54407" cy="55191"/>
          </a:xfrm>
          <a:prstGeom prst="rect">
            <a:avLst/>
          </a:prstGeom>
          <a:solidFill>
            <a:srgbClr val="A450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Input frame mosaic cell"/>
          <p:cNvSpPr/>
          <p:nvPr/>
        </p:nvSpPr>
        <p:spPr>
          <a:xfrm>
            <a:off x="1077620" y="1993392"/>
            <a:ext cx="54407" cy="55191"/>
          </a:xfrm>
          <a:prstGeom prst="rect">
            <a:avLst/>
          </a:prstGeom>
          <a:solidFill>
            <a:srgbClr val="9D46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Input frame mosaic cell"/>
          <p:cNvSpPr/>
          <p:nvPr/>
        </p:nvSpPr>
        <p:spPr>
          <a:xfrm>
            <a:off x="1127455" y="1993392"/>
            <a:ext cx="54407" cy="55191"/>
          </a:xfrm>
          <a:prstGeom prst="rect">
            <a:avLst/>
          </a:prstGeom>
          <a:solidFill>
            <a:srgbClr val="9644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Input frame mosaic cell"/>
          <p:cNvSpPr/>
          <p:nvPr/>
        </p:nvSpPr>
        <p:spPr>
          <a:xfrm>
            <a:off x="1177290" y="1993392"/>
            <a:ext cx="54407" cy="55191"/>
          </a:xfrm>
          <a:prstGeom prst="rect">
            <a:avLst/>
          </a:prstGeom>
          <a:solidFill>
            <a:srgbClr val="9440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Input frame mosaic cell"/>
          <p:cNvSpPr/>
          <p:nvPr/>
        </p:nvSpPr>
        <p:spPr>
          <a:xfrm>
            <a:off x="1227125" y="1993392"/>
            <a:ext cx="54407" cy="55191"/>
          </a:xfrm>
          <a:prstGeom prst="rect">
            <a:avLst/>
          </a:prstGeom>
          <a:solidFill>
            <a:srgbClr val="AC59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Input frame mosaic cell"/>
          <p:cNvSpPr/>
          <p:nvPr/>
        </p:nvSpPr>
        <p:spPr>
          <a:xfrm>
            <a:off x="1276960" y="1993392"/>
            <a:ext cx="54407" cy="55191"/>
          </a:xfrm>
          <a:prstGeom prst="rect">
            <a:avLst/>
          </a:prstGeom>
          <a:solidFill>
            <a:srgbClr val="A95B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Input frame mosaic cell"/>
          <p:cNvSpPr/>
          <p:nvPr/>
        </p:nvSpPr>
        <p:spPr>
          <a:xfrm>
            <a:off x="1326794" y="1993392"/>
            <a:ext cx="54407" cy="55191"/>
          </a:xfrm>
          <a:prstGeom prst="rect">
            <a:avLst/>
          </a:prstGeom>
          <a:solidFill>
            <a:srgbClr val="6F32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Input frame mosaic cell"/>
          <p:cNvSpPr/>
          <p:nvPr/>
        </p:nvSpPr>
        <p:spPr>
          <a:xfrm>
            <a:off x="1376629" y="1993392"/>
            <a:ext cx="54407" cy="55191"/>
          </a:xfrm>
          <a:prstGeom prst="rect">
            <a:avLst/>
          </a:prstGeom>
          <a:solidFill>
            <a:srgbClr val="4A1C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Input frame mosaic cell"/>
          <p:cNvSpPr/>
          <p:nvPr/>
        </p:nvSpPr>
        <p:spPr>
          <a:xfrm>
            <a:off x="1426464" y="1993392"/>
            <a:ext cx="54407" cy="55191"/>
          </a:xfrm>
          <a:prstGeom prst="rect">
            <a:avLst/>
          </a:prstGeom>
          <a:solidFill>
            <a:srgbClr val="3B15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Input frame mosaic cell"/>
          <p:cNvSpPr/>
          <p:nvPr/>
        </p:nvSpPr>
        <p:spPr>
          <a:xfrm>
            <a:off x="1476299" y="1993392"/>
            <a:ext cx="54407" cy="55191"/>
          </a:xfrm>
          <a:prstGeom prst="rect">
            <a:avLst/>
          </a:prstGeom>
          <a:solidFill>
            <a:srgbClr val="2D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Input frame mosaic cell"/>
          <p:cNvSpPr/>
          <p:nvPr/>
        </p:nvSpPr>
        <p:spPr>
          <a:xfrm>
            <a:off x="1526134" y="1993392"/>
            <a:ext cx="54407" cy="55191"/>
          </a:xfrm>
          <a:prstGeom prst="rect">
            <a:avLst/>
          </a:prstGeom>
          <a:solidFill>
            <a:srgbClr val="230E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Input frame mosaic cell"/>
          <p:cNvSpPr/>
          <p:nvPr/>
        </p:nvSpPr>
        <p:spPr>
          <a:xfrm>
            <a:off x="1575968" y="1993392"/>
            <a:ext cx="54407" cy="55191"/>
          </a:xfrm>
          <a:prstGeom prst="rect">
            <a:avLst/>
          </a:prstGeom>
          <a:solidFill>
            <a:srgbClr val="1B0B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Input frame mosaic cell"/>
          <p:cNvSpPr/>
          <p:nvPr/>
        </p:nvSpPr>
        <p:spPr>
          <a:xfrm>
            <a:off x="1625803" y="1993392"/>
            <a:ext cx="54407" cy="55191"/>
          </a:xfrm>
          <a:prstGeom prst="rect">
            <a:avLst/>
          </a:prstGeom>
          <a:solidFill>
            <a:srgbClr val="1B0D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Input frame mosaic cell"/>
          <p:cNvSpPr/>
          <p:nvPr/>
        </p:nvSpPr>
        <p:spPr>
          <a:xfrm>
            <a:off x="1675638" y="1993392"/>
            <a:ext cx="54407" cy="55191"/>
          </a:xfrm>
          <a:prstGeom prst="rect">
            <a:avLst/>
          </a:prstGeom>
          <a:solidFill>
            <a:srgbClr val="1F11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Input frame mosaic cell"/>
          <p:cNvSpPr/>
          <p:nvPr/>
        </p:nvSpPr>
        <p:spPr>
          <a:xfrm>
            <a:off x="1725473" y="1993392"/>
            <a:ext cx="54407" cy="55191"/>
          </a:xfrm>
          <a:prstGeom prst="rect">
            <a:avLst/>
          </a:prstGeom>
          <a:solidFill>
            <a:srgbClr val="2013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Input frame mosaic cell"/>
          <p:cNvSpPr/>
          <p:nvPr/>
        </p:nvSpPr>
        <p:spPr>
          <a:xfrm>
            <a:off x="1775308" y="1993392"/>
            <a:ext cx="54407" cy="55191"/>
          </a:xfrm>
          <a:prstGeom prst="rect">
            <a:avLst/>
          </a:prstGeom>
          <a:solidFill>
            <a:srgbClr val="1B10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Input frame mosaic cell"/>
          <p:cNvSpPr/>
          <p:nvPr/>
        </p:nvSpPr>
        <p:spPr>
          <a:xfrm>
            <a:off x="1825142" y="1993392"/>
            <a:ext cx="54407" cy="55191"/>
          </a:xfrm>
          <a:prstGeom prst="rect">
            <a:avLst/>
          </a:prstGeom>
          <a:solidFill>
            <a:srgbClr val="1C10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Input frame mosaic cell"/>
          <p:cNvSpPr/>
          <p:nvPr/>
        </p:nvSpPr>
        <p:spPr>
          <a:xfrm>
            <a:off x="1874977" y="1993392"/>
            <a:ext cx="54407" cy="55191"/>
          </a:xfrm>
          <a:prstGeom prst="rect">
            <a:avLst/>
          </a:prstGeom>
          <a:solidFill>
            <a:srgbClr val="1D11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Input frame mosaic cell"/>
          <p:cNvSpPr/>
          <p:nvPr/>
        </p:nvSpPr>
        <p:spPr>
          <a:xfrm>
            <a:off x="1924812" y="1993392"/>
            <a:ext cx="54407" cy="55191"/>
          </a:xfrm>
          <a:prstGeom prst="rect">
            <a:avLst/>
          </a:prstGeom>
          <a:solidFill>
            <a:srgbClr val="180D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Input frame mosaic cell"/>
          <p:cNvSpPr/>
          <p:nvPr/>
        </p:nvSpPr>
        <p:spPr>
          <a:xfrm>
            <a:off x="1974647" y="1993392"/>
            <a:ext cx="54407" cy="55191"/>
          </a:xfrm>
          <a:prstGeom prst="rect">
            <a:avLst/>
          </a:prstGeom>
          <a:solidFill>
            <a:srgbClr val="170C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Input frame mosaic cell"/>
          <p:cNvSpPr/>
          <p:nvPr/>
        </p:nvSpPr>
        <p:spPr>
          <a:xfrm>
            <a:off x="2024482" y="1993392"/>
            <a:ext cx="54407" cy="55191"/>
          </a:xfrm>
          <a:prstGeom prst="rect">
            <a:avLst/>
          </a:prstGeom>
          <a:solidFill>
            <a:srgbClr val="160B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Input frame mosaic cell"/>
          <p:cNvSpPr/>
          <p:nvPr/>
        </p:nvSpPr>
        <p:spPr>
          <a:xfrm>
            <a:off x="2074316" y="1993392"/>
            <a:ext cx="54407" cy="55191"/>
          </a:xfrm>
          <a:prstGeom prst="rect">
            <a:avLst/>
          </a:prstGeom>
          <a:solidFill>
            <a:srgbClr val="190F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Input frame mosaic cell"/>
          <p:cNvSpPr/>
          <p:nvPr/>
        </p:nvSpPr>
        <p:spPr>
          <a:xfrm>
            <a:off x="2124151" y="1993392"/>
            <a:ext cx="54407" cy="55191"/>
          </a:xfrm>
          <a:prstGeom prst="rect">
            <a:avLst/>
          </a:prstGeom>
          <a:solidFill>
            <a:srgbClr val="180E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Input frame mosaic cell"/>
          <p:cNvSpPr/>
          <p:nvPr/>
        </p:nvSpPr>
        <p:spPr>
          <a:xfrm>
            <a:off x="2173986" y="1993392"/>
            <a:ext cx="54407" cy="55191"/>
          </a:xfrm>
          <a:prstGeom prst="rect">
            <a:avLst/>
          </a:prstGeom>
          <a:solidFill>
            <a:srgbClr val="140A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Input frame mosaic cell"/>
          <p:cNvSpPr/>
          <p:nvPr/>
        </p:nvSpPr>
        <p:spPr>
          <a:xfrm>
            <a:off x="2223821" y="1993392"/>
            <a:ext cx="54407" cy="55191"/>
          </a:xfrm>
          <a:prstGeom prst="rect">
            <a:avLst/>
          </a:prstGeom>
          <a:solidFill>
            <a:srgbClr val="1107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Input frame mosaic cell"/>
          <p:cNvSpPr/>
          <p:nvPr/>
        </p:nvSpPr>
        <p:spPr>
          <a:xfrm>
            <a:off x="2273656" y="1993392"/>
            <a:ext cx="54407" cy="55191"/>
          </a:xfrm>
          <a:prstGeom prst="rect">
            <a:avLst/>
          </a:prstGeom>
          <a:solidFill>
            <a:srgbClr val="1107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Input frame mosaic cell"/>
          <p:cNvSpPr/>
          <p:nvPr/>
        </p:nvSpPr>
        <p:spPr>
          <a:xfrm>
            <a:off x="2323490" y="1993392"/>
            <a:ext cx="54407" cy="55191"/>
          </a:xfrm>
          <a:prstGeom prst="rect">
            <a:avLst/>
          </a:prstGeom>
          <a:solidFill>
            <a:srgbClr val="0402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Input frame mosaic cell"/>
          <p:cNvSpPr/>
          <p:nvPr/>
        </p:nvSpPr>
        <p:spPr>
          <a:xfrm>
            <a:off x="2373325" y="1993392"/>
            <a:ext cx="54407" cy="5519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Input frame mosaic cell"/>
          <p:cNvSpPr/>
          <p:nvPr/>
        </p:nvSpPr>
        <p:spPr>
          <a:xfrm>
            <a:off x="429768" y="2044011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Input frame mosaic cell"/>
          <p:cNvSpPr/>
          <p:nvPr/>
        </p:nvSpPr>
        <p:spPr>
          <a:xfrm>
            <a:off x="479603" y="2044011"/>
            <a:ext cx="54407" cy="55191"/>
          </a:xfrm>
          <a:prstGeom prst="rect">
            <a:avLst/>
          </a:prstGeom>
          <a:solidFill>
            <a:srgbClr val="0102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Input frame mosaic cell"/>
          <p:cNvSpPr/>
          <p:nvPr/>
        </p:nvSpPr>
        <p:spPr>
          <a:xfrm>
            <a:off x="529438" y="2044011"/>
            <a:ext cx="54407" cy="55191"/>
          </a:xfrm>
          <a:prstGeom prst="rect">
            <a:avLst/>
          </a:prstGeom>
          <a:solidFill>
            <a:srgbClr val="0D06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Input frame mosaic cell"/>
          <p:cNvSpPr/>
          <p:nvPr/>
        </p:nvSpPr>
        <p:spPr>
          <a:xfrm>
            <a:off x="579272" y="2044011"/>
            <a:ext cx="54407" cy="55191"/>
          </a:xfrm>
          <a:prstGeom prst="rect">
            <a:avLst/>
          </a:prstGeom>
          <a:solidFill>
            <a:srgbClr val="1207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Input frame mosaic cell"/>
          <p:cNvSpPr/>
          <p:nvPr/>
        </p:nvSpPr>
        <p:spPr>
          <a:xfrm>
            <a:off x="629107" y="2044011"/>
            <a:ext cx="54407" cy="55191"/>
          </a:xfrm>
          <a:prstGeom prst="rect">
            <a:avLst/>
          </a:prstGeom>
          <a:solidFill>
            <a:srgbClr val="150A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Input frame mosaic cell"/>
          <p:cNvSpPr/>
          <p:nvPr/>
        </p:nvSpPr>
        <p:spPr>
          <a:xfrm>
            <a:off x="678942" y="2044011"/>
            <a:ext cx="54407" cy="55191"/>
          </a:xfrm>
          <a:prstGeom prst="rect">
            <a:avLst/>
          </a:prstGeom>
          <a:solidFill>
            <a:srgbClr val="170C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Input frame mosaic cell"/>
          <p:cNvSpPr/>
          <p:nvPr/>
        </p:nvSpPr>
        <p:spPr>
          <a:xfrm>
            <a:off x="728777" y="2044011"/>
            <a:ext cx="54407" cy="55191"/>
          </a:xfrm>
          <a:prstGeom prst="rect">
            <a:avLst/>
          </a:prstGeom>
          <a:solidFill>
            <a:srgbClr val="170C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Input frame mosaic cell"/>
          <p:cNvSpPr/>
          <p:nvPr/>
        </p:nvSpPr>
        <p:spPr>
          <a:xfrm>
            <a:off x="778612" y="2044011"/>
            <a:ext cx="54407" cy="55191"/>
          </a:xfrm>
          <a:prstGeom prst="rect">
            <a:avLst/>
          </a:prstGeom>
          <a:solidFill>
            <a:srgbClr val="180C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Input frame mosaic cell"/>
          <p:cNvSpPr/>
          <p:nvPr/>
        </p:nvSpPr>
        <p:spPr>
          <a:xfrm>
            <a:off x="828446" y="2044011"/>
            <a:ext cx="54407" cy="55191"/>
          </a:xfrm>
          <a:prstGeom prst="rect">
            <a:avLst/>
          </a:prstGeom>
          <a:solidFill>
            <a:srgbClr val="190D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Input frame mosaic cell"/>
          <p:cNvSpPr/>
          <p:nvPr/>
        </p:nvSpPr>
        <p:spPr>
          <a:xfrm>
            <a:off x="878281" y="2044011"/>
            <a:ext cx="54407" cy="55191"/>
          </a:xfrm>
          <a:prstGeom prst="rect">
            <a:avLst/>
          </a:prstGeom>
          <a:solidFill>
            <a:srgbClr val="1C0D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Input frame mosaic cell"/>
          <p:cNvSpPr/>
          <p:nvPr/>
        </p:nvSpPr>
        <p:spPr>
          <a:xfrm>
            <a:off x="928116" y="2044011"/>
            <a:ext cx="54407" cy="55191"/>
          </a:xfrm>
          <a:prstGeom prst="rect">
            <a:avLst/>
          </a:prstGeom>
          <a:solidFill>
            <a:srgbClr val="3514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Input frame mosaic cell"/>
          <p:cNvSpPr/>
          <p:nvPr/>
        </p:nvSpPr>
        <p:spPr>
          <a:xfrm>
            <a:off x="977951" y="2044011"/>
            <a:ext cx="54407" cy="55191"/>
          </a:xfrm>
          <a:prstGeom prst="rect">
            <a:avLst/>
          </a:prstGeom>
          <a:solidFill>
            <a:srgbClr val="6F251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Input frame mosaic cell"/>
          <p:cNvSpPr/>
          <p:nvPr/>
        </p:nvSpPr>
        <p:spPr>
          <a:xfrm>
            <a:off x="1027786" y="2044011"/>
            <a:ext cx="54407" cy="55191"/>
          </a:xfrm>
          <a:prstGeom prst="rect">
            <a:avLst/>
          </a:prstGeom>
          <a:solidFill>
            <a:srgbClr val="8C36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Input frame mosaic cell"/>
          <p:cNvSpPr/>
          <p:nvPr/>
        </p:nvSpPr>
        <p:spPr>
          <a:xfrm>
            <a:off x="1077620" y="2044011"/>
            <a:ext cx="54407" cy="55191"/>
          </a:xfrm>
          <a:prstGeom prst="rect">
            <a:avLst/>
          </a:prstGeom>
          <a:solidFill>
            <a:srgbClr val="9640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Input frame mosaic cell"/>
          <p:cNvSpPr/>
          <p:nvPr/>
        </p:nvSpPr>
        <p:spPr>
          <a:xfrm>
            <a:off x="1127455" y="2044011"/>
            <a:ext cx="54407" cy="55191"/>
          </a:xfrm>
          <a:prstGeom prst="rect">
            <a:avLst/>
          </a:prstGeom>
          <a:solidFill>
            <a:srgbClr val="9747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Input frame mosaic cell"/>
          <p:cNvSpPr/>
          <p:nvPr/>
        </p:nvSpPr>
        <p:spPr>
          <a:xfrm>
            <a:off x="1177290" y="2044011"/>
            <a:ext cx="54407" cy="55191"/>
          </a:xfrm>
          <a:prstGeom prst="rect">
            <a:avLst/>
          </a:prstGeom>
          <a:solidFill>
            <a:srgbClr val="9741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Input frame mosaic cell"/>
          <p:cNvSpPr/>
          <p:nvPr/>
        </p:nvSpPr>
        <p:spPr>
          <a:xfrm>
            <a:off x="1227125" y="2044011"/>
            <a:ext cx="54407" cy="55191"/>
          </a:xfrm>
          <a:prstGeom prst="rect">
            <a:avLst/>
          </a:prstGeom>
          <a:solidFill>
            <a:srgbClr val="B25A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Input frame mosaic cell"/>
          <p:cNvSpPr/>
          <p:nvPr/>
        </p:nvSpPr>
        <p:spPr>
          <a:xfrm>
            <a:off x="1276960" y="2044011"/>
            <a:ext cx="54407" cy="55191"/>
          </a:xfrm>
          <a:prstGeom prst="rect">
            <a:avLst/>
          </a:prstGeom>
          <a:solidFill>
            <a:srgbClr val="B25E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Input frame mosaic cell"/>
          <p:cNvSpPr/>
          <p:nvPr/>
        </p:nvSpPr>
        <p:spPr>
          <a:xfrm>
            <a:off x="1326794" y="2044011"/>
            <a:ext cx="54407" cy="55191"/>
          </a:xfrm>
          <a:prstGeom prst="rect">
            <a:avLst/>
          </a:prstGeom>
          <a:solidFill>
            <a:srgbClr val="7E3B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Input frame mosaic cell"/>
          <p:cNvSpPr/>
          <p:nvPr/>
        </p:nvSpPr>
        <p:spPr>
          <a:xfrm>
            <a:off x="1376629" y="2044011"/>
            <a:ext cx="54407" cy="55191"/>
          </a:xfrm>
          <a:prstGeom prst="rect">
            <a:avLst/>
          </a:prstGeom>
          <a:solidFill>
            <a:srgbClr val="4E1D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Input frame mosaic cell"/>
          <p:cNvSpPr/>
          <p:nvPr/>
        </p:nvSpPr>
        <p:spPr>
          <a:xfrm>
            <a:off x="1426464" y="2044011"/>
            <a:ext cx="54407" cy="55191"/>
          </a:xfrm>
          <a:prstGeom prst="rect">
            <a:avLst/>
          </a:prstGeom>
          <a:solidFill>
            <a:srgbClr val="3E17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Input frame mosaic cell"/>
          <p:cNvSpPr/>
          <p:nvPr/>
        </p:nvSpPr>
        <p:spPr>
          <a:xfrm>
            <a:off x="1476299" y="2044011"/>
            <a:ext cx="54407" cy="55191"/>
          </a:xfrm>
          <a:prstGeom prst="rect">
            <a:avLst/>
          </a:prstGeom>
          <a:solidFill>
            <a:srgbClr val="3013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Input frame mosaic cell"/>
          <p:cNvSpPr/>
          <p:nvPr/>
        </p:nvSpPr>
        <p:spPr>
          <a:xfrm>
            <a:off x="1526134" y="2044011"/>
            <a:ext cx="54407" cy="55191"/>
          </a:xfrm>
          <a:prstGeom prst="rect">
            <a:avLst/>
          </a:prstGeom>
          <a:solidFill>
            <a:srgbClr val="230E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Input frame mosaic cell"/>
          <p:cNvSpPr/>
          <p:nvPr/>
        </p:nvSpPr>
        <p:spPr>
          <a:xfrm>
            <a:off x="1575968" y="2044011"/>
            <a:ext cx="54407" cy="55191"/>
          </a:xfrm>
          <a:prstGeom prst="rect">
            <a:avLst/>
          </a:prstGeom>
          <a:solidFill>
            <a:srgbClr val="1C0C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Input frame mosaic cell"/>
          <p:cNvSpPr/>
          <p:nvPr/>
        </p:nvSpPr>
        <p:spPr>
          <a:xfrm>
            <a:off x="1625803" y="2044011"/>
            <a:ext cx="54407" cy="55191"/>
          </a:xfrm>
          <a:prstGeom prst="rect">
            <a:avLst/>
          </a:prstGeom>
          <a:solidFill>
            <a:srgbClr val="1B0D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Input frame mosaic cell"/>
          <p:cNvSpPr/>
          <p:nvPr/>
        </p:nvSpPr>
        <p:spPr>
          <a:xfrm>
            <a:off x="1675638" y="2044011"/>
            <a:ext cx="54407" cy="55191"/>
          </a:xfrm>
          <a:prstGeom prst="rect">
            <a:avLst/>
          </a:prstGeom>
          <a:solidFill>
            <a:srgbClr val="1C0F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" name="Input frame mosaic cell"/>
          <p:cNvSpPr/>
          <p:nvPr/>
        </p:nvSpPr>
        <p:spPr>
          <a:xfrm>
            <a:off x="1725473" y="2044011"/>
            <a:ext cx="54407" cy="55191"/>
          </a:xfrm>
          <a:prstGeom prst="rect">
            <a:avLst/>
          </a:prstGeom>
          <a:solidFill>
            <a:srgbClr val="2416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Input frame mosaic cell"/>
          <p:cNvSpPr/>
          <p:nvPr/>
        </p:nvSpPr>
        <p:spPr>
          <a:xfrm>
            <a:off x="1775308" y="2044011"/>
            <a:ext cx="54407" cy="55191"/>
          </a:xfrm>
          <a:prstGeom prst="rect">
            <a:avLst/>
          </a:prstGeom>
          <a:solidFill>
            <a:srgbClr val="2015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Input frame mosaic cell"/>
          <p:cNvSpPr/>
          <p:nvPr/>
        </p:nvSpPr>
        <p:spPr>
          <a:xfrm>
            <a:off x="1825142" y="2044011"/>
            <a:ext cx="54407" cy="55191"/>
          </a:xfrm>
          <a:prstGeom prst="rect">
            <a:avLst/>
          </a:prstGeom>
          <a:solidFill>
            <a:srgbClr val="1F13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" name="Input frame mosaic cell"/>
          <p:cNvSpPr/>
          <p:nvPr/>
        </p:nvSpPr>
        <p:spPr>
          <a:xfrm>
            <a:off x="1874977" y="2044011"/>
            <a:ext cx="54407" cy="55191"/>
          </a:xfrm>
          <a:prstGeom prst="rect">
            <a:avLst/>
          </a:prstGeom>
          <a:solidFill>
            <a:srgbClr val="2114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" name="Input frame mosaic cell"/>
          <p:cNvSpPr/>
          <p:nvPr/>
        </p:nvSpPr>
        <p:spPr>
          <a:xfrm>
            <a:off x="1924812" y="2044011"/>
            <a:ext cx="54407" cy="55191"/>
          </a:xfrm>
          <a:prstGeom prst="rect">
            <a:avLst/>
          </a:prstGeom>
          <a:solidFill>
            <a:srgbClr val="1B0F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" name="Input frame mosaic cell"/>
          <p:cNvSpPr/>
          <p:nvPr/>
        </p:nvSpPr>
        <p:spPr>
          <a:xfrm>
            <a:off x="1974647" y="2044011"/>
            <a:ext cx="54407" cy="55191"/>
          </a:xfrm>
          <a:prstGeom prst="rect">
            <a:avLst/>
          </a:prstGeom>
          <a:solidFill>
            <a:srgbClr val="190E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" name="Input frame mosaic cell"/>
          <p:cNvSpPr/>
          <p:nvPr/>
        </p:nvSpPr>
        <p:spPr>
          <a:xfrm>
            <a:off x="2024482" y="2044011"/>
            <a:ext cx="54407" cy="55191"/>
          </a:xfrm>
          <a:prstGeom prst="rect">
            <a:avLst/>
          </a:prstGeom>
          <a:solidFill>
            <a:srgbClr val="190D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" name="Input frame mosaic cell"/>
          <p:cNvSpPr/>
          <p:nvPr/>
        </p:nvSpPr>
        <p:spPr>
          <a:xfrm>
            <a:off x="2074316" y="2044011"/>
            <a:ext cx="54407" cy="55191"/>
          </a:xfrm>
          <a:prstGeom prst="rect">
            <a:avLst/>
          </a:prstGeom>
          <a:solidFill>
            <a:srgbClr val="190F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" name="Input frame mosaic cell"/>
          <p:cNvSpPr/>
          <p:nvPr/>
        </p:nvSpPr>
        <p:spPr>
          <a:xfrm>
            <a:off x="2124151" y="2044011"/>
            <a:ext cx="54407" cy="55191"/>
          </a:xfrm>
          <a:prstGeom prst="rect">
            <a:avLst/>
          </a:prstGeom>
          <a:solidFill>
            <a:srgbClr val="170D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" name="Input frame mosaic cell"/>
          <p:cNvSpPr/>
          <p:nvPr/>
        </p:nvSpPr>
        <p:spPr>
          <a:xfrm>
            <a:off x="2173986" y="2044011"/>
            <a:ext cx="54407" cy="55191"/>
          </a:xfrm>
          <a:prstGeom prst="rect">
            <a:avLst/>
          </a:prstGeom>
          <a:solidFill>
            <a:srgbClr val="140A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" name="Input frame mosaic cell"/>
          <p:cNvSpPr/>
          <p:nvPr/>
        </p:nvSpPr>
        <p:spPr>
          <a:xfrm>
            <a:off x="2223821" y="2044011"/>
            <a:ext cx="54407" cy="55191"/>
          </a:xfrm>
          <a:prstGeom prst="rect">
            <a:avLst/>
          </a:prstGeom>
          <a:solidFill>
            <a:srgbClr val="1107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" name="Input frame mosaic cell"/>
          <p:cNvSpPr/>
          <p:nvPr/>
        </p:nvSpPr>
        <p:spPr>
          <a:xfrm>
            <a:off x="2273656" y="2044011"/>
            <a:ext cx="54407" cy="55191"/>
          </a:xfrm>
          <a:prstGeom prst="rect">
            <a:avLst/>
          </a:prstGeom>
          <a:solidFill>
            <a:srgbClr val="1107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" name="Input frame mosaic cell"/>
          <p:cNvSpPr/>
          <p:nvPr/>
        </p:nvSpPr>
        <p:spPr>
          <a:xfrm>
            <a:off x="2323490" y="2044011"/>
            <a:ext cx="54407" cy="55191"/>
          </a:xfrm>
          <a:prstGeom prst="rect">
            <a:avLst/>
          </a:prstGeom>
          <a:solidFill>
            <a:srgbClr val="0904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" name="Input frame mosaic cell"/>
          <p:cNvSpPr/>
          <p:nvPr/>
        </p:nvSpPr>
        <p:spPr>
          <a:xfrm>
            <a:off x="2373325" y="2044011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" name="Input frame mosaic cell"/>
          <p:cNvSpPr/>
          <p:nvPr/>
        </p:nvSpPr>
        <p:spPr>
          <a:xfrm>
            <a:off x="429768" y="2094629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" name="Input frame mosaic cell"/>
          <p:cNvSpPr/>
          <p:nvPr/>
        </p:nvSpPr>
        <p:spPr>
          <a:xfrm>
            <a:off x="479603" y="2094629"/>
            <a:ext cx="54407" cy="55191"/>
          </a:xfrm>
          <a:prstGeom prst="rect">
            <a:avLst/>
          </a:prstGeom>
          <a:solidFill>
            <a:srgbClr val="0403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" name="Input frame mosaic cell"/>
          <p:cNvSpPr/>
          <p:nvPr/>
        </p:nvSpPr>
        <p:spPr>
          <a:xfrm>
            <a:off x="529438" y="2094629"/>
            <a:ext cx="54407" cy="55191"/>
          </a:xfrm>
          <a:prstGeom prst="rect">
            <a:avLst/>
          </a:prstGeom>
          <a:solidFill>
            <a:srgbClr val="1209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" name="Input frame mosaic cell"/>
          <p:cNvSpPr/>
          <p:nvPr/>
        </p:nvSpPr>
        <p:spPr>
          <a:xfrm>
            <a:off x="579272" y="2094629"/>
            <a:ext cx="54407" cy="55191"/>
          </a:xfrm>
          <a:prstGeom prst="rect">
            <a:avLst/>
          </a:prstGeom>
          <a:solidFill>
            <a:srgbClr val="1409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" name="Input frame mosaic cell"/>
          <p:cNvSpPr/>
          <p:nvPr/>
        </p:nvSpPr>
        <p:spPr>
          <a:xfrm>
            <a:off x="629107" y="2094629"/>
            <a:ext cx="54407" cy="55191"/>
          </a:xfrm>
          <a:prstGeom prst="rect">
            <a:avLst/>
          </a:prstGeom>
          <a:solidFill>
            <a:srgbClr val="160B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" name="Input frame mosaic cell"/>
          <p:cNvSpPr/>
          <p:nvPr/>
        </p:nvSpPr>
        <p:spPr>
          <a:xfrm>
            <a:off x="678942" y="2094629"/>
            <a:ext cx="54407" cy="55191"/>
          </a:xfrm>
          <a:prstGeom prst="rect">
            <a:avLst/>
          </a:prstGeom>
          <a:solidFill>
            <a:srgbClr val="170C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" name="Input frame mosaic cell"/>
          <p:cNvSpPr/>
          <p:nvPr/>
        </p:nvSpPr>
        <p:spPr>
          <a:xfrm>
            <a:off x="728777" y="2094629"/>
            <a:ext cx="54407" cy="55191"/>
          </a:xfrm>
          <a:prstGeom prst="rect">
            <a:avLst/>
          </a:prstGeom>
          <a:solidFill>
            <a:srgbClr val="180D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" name="Input frame mosaic cell"/>
          <p:cNvSpPr/>
          <p:nvPr/>
        </p:nvSpPr>
        <p:spPr>
          <a:xfrm>
            <a:off x="778612" y="2094629"/>
            <a:ext cx="54407" cy="55191"/>
          </a:xfrm>
          <a:prstGeom prst="rect">
            <a:avLst/>
          </a:prstGeom>
          <a:solidFill>
            <a:srgbClr val="190E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" name="Input frame mosaic cell"/>
          <p:cNvSpPr/>
          <p:nvPr/>
        </p:nvSpPr>
        <p:spPr>
          <a:xfrm>
            <a:off x="828446" y="2094629"/>
            <a:ext cx="54407" cy="55191"/>
          </a:xfrm>
          <a:prstGeom prst="rect">
            <a:avLst/>
          </a:prstGeom>
          <a:solidFill>
            <a:srgbClr val="1B0E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" name="Input frame mosaic cell"/>
          <p:cNvSpPr/>
          <p:nvPr/>
        </p:nvSpPr>
        <p:spPr>
          <a:xfrm>
            <a:off x="878281" y="2094629"/>
            <a:ext cx="54407" cy="55191"/>
          </a:xfrm>
          <a:prstGeom prst="rect">
            <a:avLst/>
          </a:prstGeom>
          <a:solidFill>
            <a:srgbClr val="1C0C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" name="Input frame mosaic cell"/>
          <p:cNvSpPr/>
          <p:nvPr/>
        </p:nvSpPr>
        <p:spPr>
          <a:xfrm>
            <a:off x="928116" y="2094629"/>
            <a:ext cx="54407" cy="55191"/>
          </a:xfrm>
          <a:prstGeom prst="rect">
            <a:avLst/>
          </a:prstGeom>
          <a:solidFill>
            <a:srgbClr val="240F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" name="Input frame mosaic cell"/>
          <p:cNvSpPr/>
          <p:nvPr/>
        </p:nvSpPr>
        <p:spPr>
          <a:xfrm>
            <a:off x="977951" y="2094629"/>
            <a:ext cx="54407" cy="55191"/>
          </a:xfrm>
          <a:prstGeom prst="rect">
            <a:avLst/>
          </a:prstGeom>
          <a:solidFill>
            <a:srgbClr val="4B19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" name="Input frame mosaic cell"/>
          <p:cNvSpPr/>
          <p:nvPr/>
        </p:nvSpPr>
        <p:spPr>
          <a:xfrm>
            <a:off x="1027786" y="2094629"/>
            <a:ext cx="54407" cy="55191"/>
          </a:xfrm>
          <a:prstGeom prst="rect">
            <a:avLst/>
          </a:prstGeom>
          <a:solidFill>
            <a:srgbClr val="782D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" name="Input frame mosaic cell"/>
          <p:cNvSpPr/>
          <p:nvPr/>
        </p:nvSpPr>
        <p:spPr>
          <a:xfrm>
            <a:off x="1077620" y="2094629"/>
            <a:ext cx="54407" cy="55191"/>
          </a:xfrm>
          <a:prstGeom prst="rect">
            <a:avLst/>
          </a:prstGeom>
          <a:solidFill>
            <a:srgbClr val="8E3F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" name="Input frame mosaic cell"/>
          <p:cNvSpPr/>
          <p:nvPr/>
        </p:nvSpPr>
        <p:spPr>
          <a:xfrm>
            <a:off x="1127455" y="2094629"/>
            <a:ext cx="54407" cy="55191"/>
          </a:xfrm>
          <a:prstGeom prst="rect">
            <a:avLst/>
          </a:prstGeom>
          <a:solidFill>
            <a:srgbClr val="9242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" name="Input frame mosaic cell"/>
          <p:cNvSpPr/>
          <p:nvPr/>
        </p:nvSpPr>
        <p:spPr>
          <a:xfrm>
            <a:off x="1177290" y="2094629"/>
            <a:ext cx="54407" cy="55191"/>
          </a:xfrm>
          <a:prstGeom prst="rect">
            <a:avLst/>
          </a:prstGeom>
          <a:solidFill>
            <a:srgbClr val="9740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" name="Input frame mosaic cell"/>
          <p:cNvSpPr/>
          <p:nvPr/>
        </p:nvSpPr>
        <p:spPr>
          <a:xfrm>
            <a:off x="1227125" y="2094629"/>
            <a:ext cx="54407" cy="55191"/>
          </a:xfrm>
          <a:prstGeom prst="rect">
            <a:avLst/>
          </a:prstGeom>
          <a:solidFill>
            <a:srgbClr val="B458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" name="Input frame mosaic cell"/>
          <p:cNvSpPr/>
          <p:nvPr/>
        </p:nvSpPr>
        <p:spPr>
          <a:xfrm>
            <a:off x="1276960" y="2094629"/>
            <a:ext cx="54407" cy="55191"/>
          </a:xfrm>
          <a:prstGeom prst="rect">
            <a:avLst/>
          </a:prstGeom>
          <a:solidFill>
            <a:srgbClr val="B65B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" name="Input frame mosaic cell"/>
          <p:cNvSpPr/>
          <p:nvPr/>
        </p:nvSpPr>
        <p:spPr>
          <a:xfrm>
            <a:off x="1326794" y="2094629"/>
            <a:ext cx="54407" cy="55191"/>
          </a:xfrm>
          <a:prstGeom prst="rect">
            <a:avLst/>
          </a:prstGeom>
          <a:solidFill>
            <a:srgbClr val="863C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" name="Input frame mosaic cell"/>
          <p:cNvSpPr/>
          <p:nvPr/>
        </p:nvSpPr>
        <p:spPr>
          <a:xfrm>
            <a:off x="1376629" y="2094629"/>
            <a:ext cx="54407" cy="55191"/>
          </a:xfrm>
          <a:prstGeom prst="rect">
            <a:avLst/>
          </a:prstGeom>
          <a:solidFill>
            <a:srgbClr val="511D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" name="Input frame mosaic cell"/>
          <p:cNvSpPr/>
          <p:nvPr/>
        </p:nvSpPr>
        <p:spPr>
          <a:xfrm>
            <a:off x="1426464" y="2094629"/>
            <a:ext cx="54407" cy="55191"/>
          </a:xfrm>
          <a:prstGeom prst="rect">
            <a:avLst/>
          </a:prstGeom>
          <a:solidFill>
            <a:srgbClr val="4118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" name="Input frame mosaic cell"/>
          <p:cNvSpPr/>
          <p:nvPr/>
        </p:nvSpPr>
        <p:spPr>
          <a:xfrm>
            <a:off x="1476299" y="2094629"/>
            <a:ext cx="54407" cy="55191"/>
          </a:xfrm>
          <a:prstGeom prst="rect">
            <a:avLst/>
          </a:prstGeom>
          <a:solidFill>
            <a:srgbClr val="3114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" name="Input frame mosaic cell"/>
          <p:cNvSpPr/>
          <p:nvPr/>
        </p:nvSpPr>
        <p:spPr>
          <a:xfrm>
            <a:off x="1526134" y="2094629"/>
            <a:ext cx="54407" cy="55191"/>
          </a:xfrm>
          <a:prstGeom prst="rect">
            <a:avLst/>
          </a:prstGeom>
          <a:solidFill>
            <a:srgbClr val="240E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" name="Input frame mosaic cell"/>
          <p:cNvSpPr/>
          <p:nvPr/>
        </p:nvSpPr>
        <p:spPr>
          <a:xfrm>
            <a:off x="1575968" y="2094629"/>
            <a:ext cx="54407" cy="55191"/>
          </a:xfrm>
          <a:prstGeom prst="rect">
            <a:avLst/>
          </a:prstGeom>
          <a:solidFill>
            <a:srgbClr val="1D0D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" name="Input frame mosaic cell"/>
          <p:cNvSpPr/>
          <p:nvPr/>
        </p:nvSpPr>
        <p:spPr>
          <a:xfrm>
            <a:off x="1625803" y="2094629"/>
            <a:ext cx="54407" cy="55191"/>
          </a:xfrm>
          <a:prstGeom prst="rect">
            <a:avLst/>
          </a:prstGeom>
          <a:solidFill>
            <a:srgbClr val="2013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" name="Input frame mosaic cell"/>
          <p:cNvSpPr/>
          <p:nvPr/>
        </p:nvSpPr>
        <p:spPr>
          <a:xfrm>
            <a:off x="1675638" y="2094629"/>
            <a:ext cx="54407" cy="55191"/>
          </a:xfrm>
          <a:prstGeom prst="rect">
            <a:avLst/>
          </a:prstGeom>
          <a:solidFill>
            <a:srgbClr val="2115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" name="Input frame mosaic cell"/>
          <p:cNvSpPr/>
          <p:nvPr/>
        </p:nvSpPr>
        <p:spPr>
          <a:xfrm>
            <a:off x="1725473" y="2094629"/>
            <a:ext cx="54407" cy="55191"/>
          </a:xfrm>
          <a:prstGeom prst="rect">
            <a:avLst/>
          </a:prstGeom>
          <a:solidFill>
            <a:srgbClr val="1D10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" name="Input frame mosaic cell"/>
          <p:cNvSpPr/>
          <p:nvPr/>
        </p:nvSpPr>
        <p:spPr>
          <a:xfrm>
            <a:off x="1775308" y="2094629"/>
            <a:ext cx="54407" cy="55191"/>
          </a:xfrm>
          <a:prstGeom prst="rect">
            <a:avLst/>
          </a:prstGeom>
          <a:solidFill>
            <a:srgbClr val="1E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" name="Input frame mosaic cell"/>
          <p:cNvSpPr/>
          <p:nvPr/>
        </p:nvSpPr>
        <p:spPr>
          <a:xfrm>
            <a:off x="1825142" y="2094629"/>
            <a:ext cx="54407" cy="55191"/>
          </a:xfrm>
          <a:prstGeom prst="rect">
            <a:avLst/>
          </a:prstGeom>
          <a:solidFill>
            <a:srgbClr val="2013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" name="Input frame mosaic cell"/>
          <p:cNvSpPr/>
          <p:nvPr/>
        </p:nvSpPr>
        <p:spPr>
          <a:xfrm>
            <a:off x="1874977" y="2094629"/>
            <a:ext cx="54407" cy="55191"/>
          </a:xfrm>
          <a:prstGeom prst="rect">
            <a:avLst/>
          </a:prstGeom>
          <a:solidFill>
            <a:srgbClr val="2012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" name="Input frame mosaic cell"/>
          <p:cNvSpPr/>
          <p:nvPr/>
        </p:nvSpPr>
        <p:spPr>
          <a:xfrm>
            <a:off x="1924812" y="2094629"/>
            <a:ext cx="54407" cy="55191"/>
          </a:xfrm>
          <a:prstGeom prst="rect">
            <a:avLst/>
          </a:prstGeom>
          <a:solidFill>
            <a:srgbClr val="1E11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" name="Input frame mosaic cell"/>
          <p:cNvSpPr/>
          <p:nvPr/>
        </p:nvSpPr>
        <p:spPr>
          <a:xfrm>
            <a:off x="1974647" y="2094629"/>
            <a:ext cx="54407" cy="55191"/>
          </a:xfrm>
          <a:prstGeom prst="rect">
            <a:avLst/>
          </a:prstGeom>
          <a:solidFill>
            <a:srgbClr val="1C10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" name="Input frame mosaic cell"/>
          <p:cNvSpPr/>
          <p:nvPr/>
        </p:nvSpPr>
        <p:spPr>
          <a:xfrm>
            <a:off x="2024482" y="2094629"/>
            <a:ext cx="54407" cy="55191"/>
          </a:xfrm>
          <a:prstGeom prst="rect">
            <a:avLst/>
          </a:prstGeom>
          <a:solidFill>
            <a:srgbClr val="1A0F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" name="Input frame mosaic cell"/>
          <p:cNvSpPr/>
          <p:nvPr/>
        </p:nvSpPr>
        <p:spPr>
          <a:xfrm>
            <a:off x="2074316" y="2094629"/>
            <a:ext cx="54407" cy="55191"/>
          </a:xfrm>
          <a:prstGeom prst="rect">
            <a:avLst/>
          </a:prstGeom>
          <a:solidFill>
            <a:srgbClr val="180D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" name="Input frame mosaic cell"/>
          <p:cNvSpPr/>
          <p:nvPr/>
        </p:nvSpPr>
        <p:spPr>
          <a:xfrm>
            <a:off x="2124151" y="2094629"/>
            <a:ext cx="54407" cy="55191"/>
          </a:xfrm>
          <a:prstGeom prst="rect">
            <a:avLst/>
          </a:prstGeom>
          <a:solidFill>
            <a:srgbClr val="180D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" name="Input frame mosaic cell"/>
          <p:cNvSpPr/>
          <p:nvPr/>
        </p:nvSpPr>
        <p:spPr>
          <a:xfrm>
            <a:off x="2173986" y="2094629"/>
            <a:ext cx="54407" cy="55191"/>
          </a:xfrm>
          <a:prstGeom prst="rect">
            <a:avLst/>
          </a:prstGeom>
          <a:solidFill>
            <a:srgbClr val="160B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" name="Input frame mosaic cell"/>
          <p:cNvSpPr/>
          <p:nvPr/>
        </p:nvSpPr>
        <p:spPr>
          <a:xfrm>
            <a:off x="2223821" y="2094629"/>
            <a:ext cx="54407" cy="55191"/>
          </a:xfrm>
          <a:prstGeom prst="rect">
            <a:avLst/>
          </a:prstGeom>
          <a:solidFill>
            <a:srgbClr val="1208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" name="Input frame mosaic cell"/>
          <p:cNvSpPr/>
          <p:nvPr/>
        </p:nvSpPr>
        <p:spPr>
          <a:xfrm>
            <a:off x="2273656" y="2094629"/>
            <a:ext cx="54407" cy="55191"/>
          </a:xfrm>
          <a:prstGeom prst="rect">
            <a:avLst/>
          </a:prstGeom>
          <a:solidFill>
            <a:srgbClr val="1207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" name="Input frame mosaic cell"/>
          <p:cNvSpPr/>
          <p:nvPr/>
        </p:nvSpPr>
        <p:spPr>
          <a:xfrm>
            <a:off x="2323490" y="2094629"/>
            <a:ext cx="54407" cy="55191"/>
          </a:xfrm>
          <a:prstGeom prst="rect">
            <a:avLst/>
          </a:prstGeom>
          <a:solidFill>
            <a:srgbClr val="0E06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" name="Input frame mosaic cell"/>
          <p:cNvSpPr/>
          <p:nvPr/>
        </p:nvSpPr>
        <p:spPr>
          <a:xfrm>
            <a:off x="2373325" y="2094629"/>
            <a:ext cx="54407" cy="55191"/>
          </a:xfrm>
          <a:prstGeom prst="rect">
            <a:avLst/>
          </a:prstGeom>
          <a:solidFill>
            <a:srgbClr val="01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" name="Input frame mosaic cell"/>
          <p:cNvSpPr/>
          <p:nvPr/>
        </p:nvSpPr>
        <p:spPr>
          <a:xfrm>
            <a:off x="429768" y="2145248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" name="Input frame mosaic cell"/>
          <p:cNvSpPr/>
          <p:nvPr/>
        </p:nvSpPr>
        <p:spPr>
          <a:xfrm>
            <a:off x="479603" y="2145248"/>
            <a:ext cx="54407" cy="55191"/>
          </a:xfrm>
          <a:prstGeom prst="rect">
            <a:avLst/>
          </a:prstGeom>
          <a:solidFill>
            <a:srgbClr val="0906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" name="Input frame mosaic cell"/>
          <p:cNvSpPr/>
          <p:nvPr/>
        </p:nvSpPr>
        <p:spPr>
          <a:xfrm>
            <a:off x="529438" y="2145248"/>
            <a:ext cx="54407" cy="55191"/>
          </a:xfrm>
          <a:prstGeom prst="rect">
            <a:avLst/>
          </a:prstGeom>
          <a:solidFill>
            <a:srgbClr val="160B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" name="Input frame mosaic cell"/>
          <p:cNvSpPr/>
          <p:nvPr/>
        </p:nvSpPr>
        <p:spPr>
          <a:xfrm>
            <a:off x="579272" y="2145248"/>
            <a:ext cx="54407" cy="55191"/>
          </a:xfrm>
          <a:prstGeom prst="rect">
            <a:avLst/>
          </a:prstGeom>
          <a:solidFill>
            <a:srgbClr val="160B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" name="Input frame mosaic cell"/>
          <p:cNvSpPr/>
          <p:nvPr/>
        </p:nvSpPr>
        <p:spPr>
          <a:xfrm>
            <a:off x="629107" y="2145248"/>
            <a:ext cx="54407" cy="55191"/>
          </a:xfrm>
          <a:prstGeom prst="rect">
            <a:avLst/>
          </a:prstGeom>
          <a:solidFill>
            <a:srgbClr val="160B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" name="Input frame mosaic cell"/>
          <p:cNvSpPr/>
          <p:nvPr/>
        </p:nvSpPr>
        <p:spPr>
          <a:xfrm>
            <a:off x="678942" y="2145248"/>
            <a:ext cx="54407" cy="55191"/>
          </a:xfrm>
          <a:prstGeom prst="rect">
            <a:avLst/>
          </a:prstGeom>
          <a:solidFill>
            <a:srgbClr val="160B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" name="Input frame mosaic cell"/>
          <p:cNvSpPr/>
          <p:nvPr/>
        </p:nvSpPr>
        <p:spPr>
          <a:xfrm>
            <a:off x="728777" y="2145248"/>
            <a:ext cx="54407" cy="55191"/>
          </a:xfrm>
          <a:prstGeom prst="rect">
            <a:avLst/>
          </a:prstGeom>
          <a:solidFill>
            <a:srgbClr val="170C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" name="Input frame mosaic cell"/>
          <p:cNvSpPr/>
          <p:nvPr/>
        </p:nvSpPr>
        <p:spPr>
          <a:xfrm>
            <a:off x="778612" y="2145248"/>
            <a:ext cx="54407" cy="55191"/>
          </a:xfrm>
          <a:prstGeom prst="rect">
            <a:avLst/>
          </a:prstGeom>
          <a:solidFill>
            <a:srgbClr val="1A0F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" name="Input frame mosaic cell"/>
          <p:cNvSpPr/>
          <p:nvPr/>
        </p:nvSpPr>
        <p:spPr>
          <a:xfrm>
            <a:off x="828446" y="2145248"/>
            <a:ext cx="54407" cy="55191"/>
          </a:xfrm>
          <a:prstGeom prst="rect">
            <a:avLst/>
          </a:prstGeom>
          <a:solidFill>
            <a:srgbClr val="1F12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" name="Input frame mosaic cell"/>
          <p:cNvSpPr/>
          <p:nvPr/>
        </p:nvSpPr>
        <p:spPr>
          <a:xfrm>
            <a:off x="878281" y="2145248"/>
            <a:ext cx="54407" cy="55191"/>
          </a:xfrm>
          <a:prstGeom prst="rect">
            <a:avLst/>
          </a:prstGeom>
          <a:solidFill>
            <a:srgbClr val="1C0F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" name="Input frame mosaic cell"/>
          <p:cNvSpPr/>
          <p:nvPr/>
        </p:nvSpPr>
        <p:spPr>
          <a:xfrm>
            <a:off x="928116" y="2145248"/>
            <a:ext cx="54407" cy="55191"/>
          </a:xfrm>
          <a:prstGeom prst="rect">
            <a:avLst/>
          </a:prstGeom>
          <a:solidFill>
            <a:srgbClr val="1D0D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" name="Input frame mosaic cell"/>
          <p:cNvSpPr/>
          <p:nvPr/>
        </p:nvSpPr>
        <p:spPr>
          <a:xfrm>
            <a:off x="977951" y="2145248"/>
            <a:ext cx="54407" cy="55191"/>
          </a:xfrm>
          <a:prstGeom prst="rect">
            <a:avLst/>
          </a:prstGeom>
          <a:solidFill>
            <a:srgbClr val="2C11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" name="Input frame mosaic cell"/>
          <p:cNvSpPr/>
          <p:nvPr/>
        </p:nvSpPr>
        <p:spPr>
          <a:xfrm>
            <a:off x="1027786" y="2145248"/>
            <a:ext cx="54407" cy="55191"/>
          </a:xfrm>
          <a:prstGeom prst="rect">
            <a:avLst/>
          </a:prstGeom>
          <a:solidFill>
            <a:srgbClr val="571A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" name="Input frame mosaic cell"/>
          <p:cNvSpPr/>
          <p:nvPr/>
        </p:nvSpPr>
        <p:spPr>
          <a:xfrm>
            <a:off x="1077620" y="2145248"/>
            <a:ext cx="54407" cy="55191"/>
          </a:xfrm>
          <a:prstGeom prst="rect">
            <a:avLst/>
          </a:prstGeom>
          <a:solidFill>
            <a:srgbClr val="7527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" name="Input frame mosaic cell"/>
          <p:cNvSpPr/>
          <p:nvPr/>
        </p:nvSpPr>
        <p:spPr>
          <a:xfrm>
            <a:off x="1127455" y="2145248"/>
            <a:ext cx="54407" cy="55191"/>
          </a:xfrm>
          <a:prstGeom prst="rect">
            <a:avLst/>
          </a:prstGeom>
          <a:solidFill>
            <a:srgbClr val="7E29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" name="Input frame mosaic cell"/>
          <p:cNvSpPr/>
          <p:nvPr/>
        </p:nvSpPr>
        <p:spPr>
          <a:xfrm>
            <a:off x="1177290" y="2145248"/>
            <a:ext cx="54407" cy="55191"/>
          </a:xfrm>
          <a:prstGeom prst="rect">
            <a:avLst/>
          </a:prstGeom>
          <a:solidFill>
            <a:srgbClr val="9438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1" name="Input frame mosaic cell"/>
          <p:cNvSpPr/>
          <p:nvPr/>
        </p:nvSpPr>
        <p:spPr>
          <a:xfrm>
            <a:off x="1227125" y="2145248"/>
            <a:ext cx="54407" cy="55191"/>
          </a:xfrm>
          <a:prstGeom prst="rect">
            <a:avLst/>
          </a:prstGeom>
          <a:solidFill>
            <a:srgbClr val="B151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2" name="Input frame mosaic cell"/>
          <p:cNvSpPr/>
          <p:nvPr/>
        </p:nvSpPr>
        <p:spPr>
          <a:xfrm>
            <a:off x="1276960" y="2145248"/>
            <a:ext cx="54407" cy="55191"/>
          </a:xfrm>
          <a:prstGeom prst="rect">
            <a:avLst/>
          </a:prstGeom>
          <a:solidFill>
            <a:srgbClr val="B051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3" name="Input frame mosaic cell"/>
          <p:cNvSpPr/>
          <p:nvPr/>
        </p:nvSpPr>
        <p:spPr>
          <a:xfrm>
            <a:off x="1326794" y="2145248"/>
            <a:ext cx="54407" cy="55191"/>
          </a:xfrm>
          <a:prstGeom prst="rect">
            <a:avLst/>
          </a:prstGeom>
          <a:solidFill>
            <a:srgbClr val="8835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4" name="Input frame mosaic cell"/>
          <p:cNvSpPr/>
          <p:nvPr/>
        </p:nvSpPr>
        <p:spPr>
          <a:xfrm>
            <a:off x="1376629" y="2145248"/>
            <a:ext cx="54407" cy="55191"/>
          </a:xfrm>
          <a:prstGeom prst="rect">
            <a:avLst/>
          </a:prstGeom>
          <a:solidFill>
            <a:srgbClr val="531D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5" name="Input frame mosaic cell"/>
          <p:cNvSpPr/>
          <p:nvPr/>
        </p:nvSpPr>
        <p:spPr>
          <a:xfrm>
            <a:off x="1426464" y="2145248"/>
            <a:ext cx="54407" cy="55191"/>
          </a:xfrm>
          <a:prstGeom prst="rect">
            <a:avLst/>
          </a:prstGeom>
          <a:solidFill>
            <a:srgbClr val="4218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6" name="Input frame mosaic cell"/>
          <p:cNvSpPr/>
          <p:nvPr/>
        </p:nvSpPr>
        <p:spPr>
          <a:xfrm>
            <a:off x="1476299" y="2145248"/>
            <a:ext cx="54407" cy="55191"/>
          </a:xfrm>
          <a:prstGeom prst="rect">
            <a:avLst/>
          </a:prstGeom>
          <a:solidFill>
            <a:srgbClr val="3213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7" name="Input frame mosaic cell"/>
          <p:cNvSpPr/>
          <p:nvPr/>
        </p:nvSpPr>
        <p:spPr>
          <a:xfrm>
            <a:off x="1526134" y="2145248"/>
            <a:ext cx="54407" cy="55191"/>
          </a:xfrm>
          <a:prstGeom prst="rect">
            <a:avLst/>
          </a:prstGeom>
          <a:solidFill>
            <a:srgbClr val="240E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8" name="Input frame mosaic cell"/>
          <p:cNvSpPr/>
          <p:nvPr/>
        </p:nvSpPr>
        <p:spPr>
          <a:xfrm>
            <a:off x="1575968" y="2145248"/>
            <a:ext cx="54407" cy="55191"/>
          </a:xfrm>
          <a:prstGeom prst="rect">
            <a:avLst/>
          </a:prstGeom>
          <a:solidFill>
            <a:srgbClr val="1E0E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9" name="Input frame mosaic cell"/>
          <p:cNvSpPr/>
          <p:nvPr/>
        </p:nvSpPr>
        <p:spPr>
          <a:xfrm>
            <a:off x="1625803" y="2145248"/>
            <a:ext cx="54407" cy="55191"/>
          </a:xfrm>
          <a:prstGeom prst="rect">
            <a:avLst/>
          </a:prstGeom>
          <a:solidFill>
            <a:srgbClr val="2B1C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0" name="Input frame mosaic cell"/>
          <p:cNvSpPr/>
          <p:nvPr/>
        </p:nvSpPr>
        <p:spPr>
          <a:xfrm>
            <a:off x="1675638" y="2145248"/>
            <a:ext cx="54407" cy="55191"/>
          </a:xfrm>
          <a:prstGeom prst="rect">
            <a:avLst/>
          </a:prstGeom>
          <a:solidFill>
            <a:srgbClr val="2E1E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1" name="Input frame mosaic cell"/>
          <p:cNvSpPr/>
          <p:nvPr/>
        </p:nvSpPr>
        <p:spPr>
          <a:xfrm>
            <a:off x="1725473" y="2145248"/>
            <a:ext cx="54407" cy="55191"/>
          </a:xfrm>
          <a:prstGeom prst="rect">
            <a:avLst/>
          </a:prstGeom>
          <a:solidFill>
            <a:srgbClr val="2316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2" name="Input frame mosaic cell"/>
          <p:cNvSpPr/>
          <p:nvPr/>
        </p:nvSpPr>
        <p:spPr>
          <a:xfrm>
            <a:off x="1775308" y="2145248"/>
            <a:ext cx="54407" cy="55191"/>
          </a:xfrm>
          <a:prstGeom prst="rect">
            <a:avLst/>
          </a:prstGeom>
          <a:solidFill>
            <a:srgbClr val="1D11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3" name="Input frame mosaic cell"/>
          <p:cNvSpPr/>
          <p:nvPr/>
        </p:nvSpPr>
        <p:spPr>
          <a:xfrm>
            <a:off x="1825142" y="2145248"/>
            <a:ext cx="54407" cy="55191"/>
          </a:xfrm>
          <a:prstGeom prst="rect">
            <a:avLst/>
          </a:prstGeom>
          <a:solidFill>
            <a:srgbClr val="1C10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" name="Input frame mosaic cell"/>
          <p:cNvSpPr/>
          <p:nvPr/>
        </p:nvSpPr>
        <p:spPr>
          <a:xfrm>
            <a:off x="1874977" y="2145248"/>
            <a:ext cx="54407" cy="55191"/>
          </a:xfrm>
          <a:prstGeom prst="rect">
            <a:avLst/>
          </a:prstGeom>
          <a:solidFill>
            <a:srgbClr val="1B0E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5" name="Input frame mosaic cell"/>
          <p:cNvSpPr/>
          <p:nvPr/>
        </p:nvSpPr>
        <p:spPr>
          <a:xfrm>
            <a:off x="1924812" y="2145248"/>
            <a:ext cx="54407" cy="55191"/>
          </a:xfrm>
          <a:prstGeom prst="rect">
            <a:avLst/>
          </a:prstGeom>
          <a:solidFill>
            <a:srgbClr val="1D11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6" name="Input frame mosaic cell"/>
          <p:cNvSpPr/>
          <p:nvPr/>
        </p:nvSpPr>
        <p:spPr>
          <a:xfrm>
            <a:off x="1974647" y="2145248"/>
            <a:ext cx="54407" cy="55191"/>
          </a:xfrm>
          <a:prstGeom prst="rect">
            <a:avLst/>
          </a:prstGeom>
          <a:solidFill>
            <a:srgbClr val="1B10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7" name="Input frame mosaic cell"/>
          <p:cNvSpPr/>
          <p:nvPr/>
        </p:nvSpPr>
        <p:spPr>
          <a:xfrm>
            <a:off x="2024482" y="2145248"/>
            <a:ext cx="54407" cy="55191"/>
          </a:xfrm>
          <a:prstGeom prst="rect">
            <a:avLst/>
          </a:prstGeom>
          <a:solidFill>
            <a:srgbClr val="180D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8" name="Input frame mosaic cell"/>
          <p:cNvSpPr/>
          <p:nvPr/>
        </p:nvSpPr>
        <p:spPr>
          <a:xfrm>
            <a:off x="2074316" y="2145248"/>
            <a:ext cx="54407" cy="55191"/>
          </a:xfrm>
          <a:prstGeom prst="rect">
            <a:avLst/>
          </a:prstGeom>
          <a:solidFill>
            <a:srgbClr val="170C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9" name="Input frame mosaic cell"/>
          <p:cNvSpPr/>
          <p:nvPr/>
        </p:nvSpPr>
        <p:spPr>
          <a:xfrm>
            <a:off x="2124151" y="2145248"/>
            <a:ext cx="54407" cy="55191"/>
          </a:xfrm>
          <a:prstGeom prst="rect">
            <a:avLst/>
          </a:prstGeom>
          <a:solidFill>
            <a:srgbClr val="190E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0" name="Input frame mosaic cell"/>
          <p:cNvSpPr/>
          <p:nvPr/>
        </p:nvSpPr>
        <p:spPr>
          <a:xfrm>
            <a:off x="2173986" y="2145248"/>
            <a:ext cx="54407" cy="55191"/>
          </a:xfrm>
          <a:prstGeom prst="rect">
            <a:avLst/>
          </a:prstGeom>
          <a:solidFill>
            <a:srgbClr val="1E13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1" name="Input frame mosaic cell"/>
          <p:cNvSpPr/>
          <p:nvPr/>
        </p:nvSpPr>
        <p:spPr>
          <a:xfrm>
            <a:off x="2223821" y="2145248"/>
            <a:ext cx="54407" cy="55191"/>
          </a:xfrm>
          <a:prstGeom prst="rect">
            <a:avLst/>
          </a:prstGeom>
          <a:solidFill>
            <a:srgbClr val="170D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2" name="Input frame mosaic cell"/>
          <p:cNvSpPr/>
          <p:nvPr/>
        </p:nvSpPr>
        <p:spPr>
          <a:xfrm>
            <a:off x="2273656" y="2145248"/>
            <a:ext cx="54407" cy="55191"/>
          </a:xfrm>
          <a:prstGeom prst="rect">
            <a:avLst/>
          </a:prstGeom>
          <a:solidFill>
            <a:srgbClr val="1007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3" name="Input frame mosaic cell"/>
          <p:cNvSpPr/>
          <p:nvPr/>
        </p:nvSpPr>
        <p:spPr>
          <a:xfrm>
            <a:off x="2323490" y="2145248"/>
            <a:ext cx="54407" cy="55191"/>
          </a:xfrm>
          <a:prstGeom prst="rect">
            <a:avLst/>
          </a:prstGeom>
          <a:solidFill>
            <a:srgbClr val="1006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4" name="Input frame mosaic cell"/>
          <p:cNvSpPr/>
          <p:nvPr/>
        </p:nvSpPr>
        <p:spPr>
          <a:xfrm>
            <a:off x="2373325" y="2145248"/>
            <a:ext cx="54407" cy="55191"/>
          </a:xfrm>
          <a:prstGeom prst="rect">
            <a:avLst/>
          </a:prstGeom>
          <a:solidFill>
            <a:srgbClr val="0302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5" name="Input frame mosaic cell"/>
          <p:cNvSpPr/>
          <p:nvPr/>
        </p:nvSpPr>
        <p:spPr>
          <a:xfrm>
            <a:off x="429768" y="2195866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6" name="Input frame mosaic cell"/>
          <p:cNvSpPr/>
          <p:nvPr/>
        </p:nvSpPr>
        <p:spPr>
          <a:xfrm>
            <a:off x="479603" y="2195866"/>
            <a:ext cx="54407" cy="55191"/>
          </a:xfrm>
          <a:prstGeom prst="rect">
            <a:avLst/>
          </a:prstGeom>
          <a:solidFill>
            <a:srgbClr val="0C07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7" name="Input frame mosaic cell"/>
          <p:cNvSpPr/>
          <p:nvPr/>
        </p:nvSpPr>
        <p:spPr>
          <a:xfrm>
            <a:off x="529438" y="2195866"/>
            <a:ext cx="54407" cy="55191"/>
          </a:xfrm>
          <a:prstGeom prst="rect">
            <a:avLst/>
          </a:prstGeom>
          <a:solidFill>
            <a:srgbClr val="150A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8" name="Input frame mosaic cell"/>
          <p:cNvSpPr/>
          <p:nvPr/>
        </p:nvSpPr>
        <p:spPr>
          <a:xfrm>
            <a:off x="579272" y="2195866"/>
            <a:ext cx="54407" cy="55191"/>
          </a:xfrm>
          <a:prstGeom prst="rect">
            <a:avLst/>
          </a:prstGeom>
          <a:solidFill>
            <a:srgbClr val="160B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9" name="Input frame mosaic cell"/>
          <p:cNvSpPr/>
          <p:nvPr/>
        </p:nvSpPr>
        <p:spPr>
          <a:xfrm>
            <a:off x="629107" y="2195866"/>
            <a:ext cx="54407" cy="55191"/>
          </a:xfrm>
          <a:prstGeom prst="rect">
            <a:avLst/>
          </a:prstGeom>
          <a:solidFill>
            <a:srgbClr val="160B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0" name="Input frame mosaic cell"/>
          <p:cNvSpPr/>
          <p:nvPr/>
        </p:nvSpPr>
        <p:spPr>
          <a:xfrm>
            <a:off x="678942" y="2195866"/>
            <a:ext cx="54407" cy="55191"/>
          </a:xfrm>
          <a:prstGeom prst="rect">
            <a:avLst/>
          </a:prstGeom>
          <a:solidFill>
            <a:srgbClr val="170B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1" name="Input frame mosaic cell"/>
          <p:cNvSpPr/>
          <p:nvPr/>
        </p:nvSpPr>
        <p:spPr>
          <a:xfrm>
            <a:off x="728777" y="2195866"/>
            <a:ext cx="54407" cy="55191"/>
          </a:xfrm>
          <a:prstGeom prst="rect">
            <a:avLst/>
          </a:prstGeom>
          <a:solidFill>
            <a:srgbClr val="180C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2" name="Input frame mosaic cell"/>
          <p:cNvSpPr/>
          <p:nvPr/>
        </p:nvSpPr>
        <p:spPr>
          <a:xfrm>
            <a:off x="778612" y="2195866"/>
            <a:ext cx="54407" cy="55191"/>
          </a:xfrm>
          <a:prstGeom prst="rect">
            <a:avLst/>
          </a:prstGeom>
          <a:solidFill>
            <a:srgbClr val="1A0E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3" name="Input frame mosaic cell"/>
          <p:cNvSpPr/>
          <p:nvPr/>
        </p:nvSpPr>
        <p:spPr>
          <a:xfrm>
            <a:off x="828446" y="2195866"/>
            <a:ext cx="54407" cy="55191"/>
          </a:xfrm>
          <a:prstGeom prst="rect">
            <a:avLst/>
          </a:prstGeom>
          <a:solidFill>
            <a:srgbClr val="2419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" name="Input frame mosaic cell"/>
          <p:cNvSpPr/>
          <p:nvPr/>
        </p:nvSpPr>
        <p:spPr>
          <a:xfrm>
            <a:off x="878281" y="2195866"/>
            <a:ext cx="54407" cy="55191"/>
          </a:xfrm>
          <a:prstGeom prst="rect">
            <a:avLst/>
          </a:prstGeom>
          <a:solidFill>
            <a:srgbClr val="2015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5" name="Input frame mosaic cell"/>
          <p:cNvSpPr/>
          <p:nvPr/>
        </p:nvSpPr>
        <p:spPr>
          <a:xfrm>
            <a:off x="928116" y="2195866"/>
            <a:ext cx="54407" cy="55191"/>
          </a:xfrm>
          <a:prstGeom prst="rect">
            <a:avLst/>
          </a:prstGeom>
          <a:solidFill>
            <a:srgbClr val="1B0E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6" name="Input frame mosaic cell"/>
          <p:cNvSpPr/>
          <p:nvPr/>
        </p:nvSpPr>
        <p:spPr>
          <a:xfrm>
            <a:off x="977951" y="2195866"/>
            <a:ext cx="54407" cy="55191"/>
          </a:xfrm>
          <a:prstGeom prst="rect">
            <a:avLst/>
          </a:prstGeom>
          <a:solidFill>
            <a:srgbClr val="2412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7" name="Input frame mosaic cell"/>
          <p:cNvSpPr/>
          <p:nvPr/>
        </p:nvSpPr>
        <p:spPr>
          <a:xfrm>
            <a:off x="1027786" y="2195866"/>
            <a:ext cx="54407" cy="55191"/>
          </a:xfrm>
          <a:prstGeom prst="rect">
            <a:avLst/>
          </a:prstGeom>
          <a:solidFill>
            <a:srgbClr val="3D16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8" name="Input frame mosaic cell"/>
          <p:cNvSpPr/>
          <p:nvPr/>
        </p:nvSpPr>
        <p:spPr>
          <a:xfrm>
            <a:off x="1077620" y="2195866"/>
            <a:ext cx="54407" cy="55191"/>
          </a:xfrm>
          <a:prstGeom prst="rect">
            <a:avLst/>
          </a:prstGeom>
          <a:solidFill>
            <a:srgbClr val="5F1E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9" name="Input frame mosaic cell"/>
          <p:cNvSpPr/>
          <p:nvPr/>
        </p:nvSpPr>
        <p:spPr>
          <a:xfrm>
            <a:off x="1127455" y="2195866"/>
            <a:ext cx="54407" cy="55191"/>
          </a:xfrm>
          <a:prstGeom prst="rect">
            <a:avLst/>
          </a:prstGeom>
          <a:solidFill>
            <a:srgbClr val="802F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0" name="Input frame mosaic cell"/>
          <p:cNvSpPr/>
          <p:nvPr/>
        </p:nvSpPr>
        <p:spPr>
          <a:xfrm>
            <a:off x="1177290" y="2195866"/>
            <a:ext cx="54407" cy="55191"/>
          </a:xfrm>
          <a:prstGeom prst="rect">
            <a:avLst/>
          </a:prstGeom>
          <a:solidFill>
            <a:srgbClr val="9A3E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1" name="Input frame mosaic cell"/>
          <p:cNvSpPr/>
          <p:nvPr/>
        </p:nvSpPr>
        <p:spPr>
          <a:xfrm>
            <a:off x="1227125" y="2195866"/>
            <a:ext cx="54407" cy="55191"/>
          </a:xfrm>
          <a:prstGeom prst="rect">
            <a:avLst/>
          </a:prstGeom>
          <a:solidFill>
            <a:srgbClr val="B352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2" name="Input frame mosaic cell"/>
          <p:cNvSpPr/>
          <p:nvPr/>
        </p:nvSpPr>
        <p:spPr>
          <a:xfrm>
            <a:off x="1276960" y="2195866"/>
            <a:ext cx="54407" cy="55191"/>
          </a:xfrm>
          <a:prstGeom prst="rect">
            <a:avLst/>
          </a:prstGeom>
          <a:solidFill>
            <a:srgbClr val="B455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3" name="Input frame mosaic cell"/>
          <p:cNvSpPr/>
          <p:nvPr/>
        </p:nvSpPr>
        <p:spPr>
          <a:xfrm>
            <a:off x="1326794" y="2195866"/>
            <a:ext cx="54407" cy="55191"/>
          </a:xfrm>
          <a:prstGeom prst="rect">
            <a:avLst/>
          </a:prstGeom>
          <a:solidFill>
            <a:srgbClr val="8E38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4" name="Input frame mosaic cell"/>
          <p:cNvSpPr/>
          <p:nvPr/>
        </p:nvSpPr>
        <p:spPr>
          <a:xfrm>
            <a:off x="1376629" y="2195866"/>
            <a:ext cx="54407" cy="55191"/>
          </a:xfrm>
          <a:prstGeom prst="rect">
            <a:avLst/>
          </a:prstGeom>
          <a:solidFill>
            <a:srgbClr val="561E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5" name="Input frame mosaic cell"/>
          <p:cNvSpPr/>
          <p:nvPr/>
        </p:nvSpPr>
        <p:spPr>
          <a:xfrm>
            <a:off x="1426464" y="2195866"/>
            <a:ext cx="54407" cy="55191"/>
          </a:xfrm>
          <a:prstGeom prst="rect">
            <a:avLst/>
          </a:prstGeom>
          <a:solidFill>
            <a:srgbClr val="4217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6" name="Input frame mosaic cell"/>
          <p:cNvSpPr/>
          <p:nvPr/>
        </p:nvSpPr>
        <p:spPr>
          <a:xfrm>
            <a:off x="1476299" y="2195866"/>
            <a:ext cx="54407" cy="55191"/>
          </a:xfrm>
          <a:prstGeom prst="rect">
            <a:avLst/>
          </a:prstGeom>
          <a:solidFill>
            <a:srgbClr val="3313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7" name="Input frame mosaic cell"/>
          <p:cNvSpPr/>
          <p:nvPr/>
        </p:nvSpPr>
        <p:spPr>
          <a:xfrm>
            <a:off x="1526134" y="2195866"/>
            <a:ext cx="54407" cy="55191"/>
          </a:xfrm>
          <a:prstGeom prst="rect">
            <a:avLst/>
          </a:prstGeom>
          <a:solidFill>
            <a:srgbClr val="2910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8" name="Input frame mosaic cell"/>
          <p:cNvSpPr/>
          <p:nvPr/>
        </p:nvSpPr>
        <p:spPr>
          <a:xfrm>
            <a:off x="1575968" y="2195866"/>
            <a:ext cx="54407" cy="55191"/>
          </a:xfrm>
          <a:prstGeom prst="rect">
            <a:avLst/>
          </a:prstGeom>
          <a:solidFill>
            <a:srgbClr val="220F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9" name="Input frame mosaic cell"/>
          <p:cNvSpPr/>
          <p:nvPr/>
        </p:nvSpPr>
        <p:spPr>
          <a:xfrm>
            <a:off x="1625803" y="2195866"/>
            <a:ext cx="54407" cy="55191"/>
          </a:xfrm>
          <a:prstGeom prst="rect">
            <a:avLst/>
          </a:prstGeom>
          <a:solidFill>
            <a:srgbClr val="2A18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0" name="Input frame mosaic cell"/>
          <p:cNvSpPr/>
          <p:nvPr/>
        </p:nvSpPr>
        <p:spPr>
          <a:xfrm>
            <a:off x="1675638" y="2195866"/>
            <a:ext cx="54407" cy="55191"/>
          </a:xfrm>
          <a:prstGeom prst="rect">
            <a:avLst/>
          </a:prstGeom>
          <a:solidFill>
            <a:srgbClr val="301D1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1" name="Input frame mosaic cell"/>
          <p:cNvSpPr/>
          <p:nvPr/>
        </p:nvSpPr>
        <p:spPr>
          <a:xfrm>
            <a:off x="1725473" y="2195866"/>
            <a:ext cx="54407" cy="55191"/>
          </a:xfrm>
          <a:prstGeom prst="rect">
            <a:avLst/>
          </a:prstGeom>
          <a:solidFill>
            <a:srgbClr val="2214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2" name="Input frame mosaic cell"/>
          <p:cNvSpPr/>
          <p:nvPr/>
        </p:nvSpPr>
        <p:spPr>
          <a:xfrm>
            <a:off x="1775308" y="2195866"/>
            <a:ext cx="54407" cy="55191"/>
          </a:xfrm>
          <a:prstGeom prst="rect">
            <a:avLst/>
          </a:prstGeom>
          <a:solidFill>
            <a:srgbClr val="1B10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3" name="Input frame mosaic cell"/>
          <p:cNvSpPr/>
          <p:nvPr/>
        </p:nvSpPr>
        <p:spPr>
          <a:xfrm>
            <a:off x="1825142" y="2195866"/>
            <a:ext cx="54407" cy="55191"/>
          </a:xfrm>
          <a:prstGeom prst="rect">
            <a:avLst/>
          </a:prstGeom>
          <a:solidFill>
            <a:srgbClr val="1B10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4" name="Input frame mosaic cell"/>
          <p:cNvSpPr/>
          <p:nvPr/>
        </p:nvSpPr>
        <p:spPr>
          <a:xfrm>
            <a:off x="1874977" y="2195866"/>
            <a:ext cx="54407" cy="55191"/>
          </a:xfrm>
          <a:prstGeom prst="rect">
            <a:avLst/>
          </a:prstGeom>
          <a:solidFill>
            <a:srgbClr val="1A0F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5" name="Input frame mosaic cell"/>
          <p:cNvSpPr/>
          <p:nvPr/>
        </p:nvSpPr>
        <p:spPr>
          <a:xfrm>
            <a:off x="1924812" y="2195866"/>
            <a:ext cx="54407" cy="55191"/>
          </a:xfrm>
          <a:prstGeom prst="rect">
            <a:avLst/>
          </a:prstGeom>
          <a:solidFill>
            <a:srgbClr val="1C12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6" name="Input frame mosaic cell"/>
          <p:cNvSpPr/>
          <p:nvPr/>
        </p:nvSpPr>
        <p:spPr>
          <a:xfrm>
            <a:off x="1974647" y="2195866"/>
            <a:ext cx="54407" cy="55191"/>
          </a:xfrm>
          <a:prstGeom prst="rect">
            <a:avLst/>
          </a:prstGeom>
          <a:solidFill>
            <a:srgbClr val="1D12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7" name="Input frame mosaic cell"/>
          <p:cNvSpPr/>
          <p:nvPr/>
        </p:nvSpPr>
        <p:spPr>
          <a:xfrm>
            <a:off x="2024482" y="2195866"/>
            <a:ext cx="54407" cy="55191"/>
          </a:xfrm>
          <a:prstGeom prst="rect">
            <a:avLst/>
          </a:prstGeom>
          <a:solidFill>
            <a:srgbClr val="241C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8" name="Input frame mosaic cell"/>
          <p:cNvSpPr/>
          <p:nvPr/>
        </p:nvSpPr>
        <p:spPr>
          <a:xfrm>
            <a:off x="2074316" y="2195866"/>
            <a:ext cx="54407" cy="55191"/>
          </a:xfrm>
          <a:prstGeom prst="rect">
            <a:avLst/>
          </a:prstGeom>
          <a:solidFill>
            <a:srgbClr val="2A1F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9" name="Input frame mosaic cell"/>
          <p:cNvSpPr/>
          <p:nvPr/>
        </p:nvSpPr>
        <p:spPr>
          <a:xfrm>
            <a:off x="2124151" y="2195866"/>
            <a:ext cx="54407" cy="55191"/>
          </a:xfrm>
          <a:prstGeom prst="rect">
            <a:avLst/>
          </a:prstGeom>
          <a:solidFill>
            <a:srgbClr val="2318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0" name="Input frame mosaic cell"/>
          <p:cNvSpPr/>
          <p:nvPr/>
        </p:nvSpPr>
        <p:spPr>
          <a:xfrm>
            <a:off x="2173986" y="2195866"/>
            <a:ext cx="54407" cy="55191"/>
          </a:xfrm>
          <a:prstGeom prst="rect">
            <a:avLst/>
          </a:prstGeom>
          <a:solidFill>
            <a:srgbClr val="1F14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1" name="Input frame mosaic cell"/>
          <p:cNvSpPr/>
          <p:nvPr/>
        </p:nvSpPr>
        <p:spPr>
          <a:xfrm>
            <a:off x="2223821" y="2195866"/>
            <a:ext cx="54407" cy="55191"/>
          </a:xfrm>
          <a:prstGeom prst="rect">
            <a:avLst/>
          </a:prstGeom>
          <a:solidFill>
            <a:srgbClr val="1C11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2" name="Input frame mosaic cell"/>
          <p:cNvSpPr/>
          <p:nvPr/>
        </p:nvSpPr>
        <p:spPr>
          <a:xfrm>
            <a:off x="2273656" y="2195866"/>
            <a:ext cx="54407" cy="55191"/>
          </a:xfrm>
          <a:prstGeom prst="rect">
            <a:avLst/>
          </a:prstGeom>
          <a:solidFill>
            <a:srgbClr val="1208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3" name="Input frame mosaic cell"/>
          <p:cNvSpPr/>
          <p:nvPr/>
        </p:nvSpPr>
        <p:spPr>
          <a:xfrm>
            <a:off x="2323490" y="2195866"/>
            <a:ext cx="54407" cy="55191"/>
          </a:xfrm>
          <a:prstGeom prst="rect">
            <a:avLst/>
          </a:prstGeom>
          <a:solidFill>
            <a:srgbClr val="1208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4" name="Input frame mosaic cell"/>
          <p:cNvSpPr/>
          <p:nvPr/>
        </p:nvSpPr>
        <p:spPr>
          <a:xfrm>
            <a:off x="2373325" y="2195866"/>
            <a:ext cx="54407" cy="55191"/>
          </a:xfrm>
          <a:prstGeom prst="rect">
            <a:avLst/>
          </a:prstGeom>
          <a:solidFill>
            <a:srgbClr val="0704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5" name="Input frame mosaic cell"/>
          <p:cNvSpPr/>
          <p:nvPr/>
        </p:nvSpPr>
        <p:spPr>
          <a:xfrm>
            <a:off x="429768" y="2246485"/>
            <a:ext cx="54407" cy="55191"/>
          </a:xfrm>
          <a:prstGeom prst="rect">
            <a:avLst/>
          </a:prstGeom>
          <a:solidFill>
            <a:srgbClr val="0203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6" name="Input frame mosaic cell"/>
          <p:cNvSpPr/>
          <p:nvPr/>
        </p:nvSpPr>
        <p:spPr>
          <a:xfrm>
            <a:off x="479603" y="2246485"/>
            <a:ext cx="54407" cy="55191"/>
          </a:xfrm>
          <a:prstGeom prst="rect">
            <a:avLst/>
          </a:prstGeom>
          <a:solidFill>
            <a:srgbClr val="1109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7" name="Input frame mosaic cell"/>
          <p:cNvSpPr/>
          <p:nvPr/>
        </p:nvSpPr>
        <p:spPr>
          <a:xfrm>
            <a:off x="529438" y="2246485"/>
            <a:ext cx="54407" cy="55191"/>
          </a:xfrm>
          <a:prstGeom prst="rect">
            <a:avLst/>
          </a:prstGeom>
          <a:solidFill>
            <a:srgbClr val="1509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8" name="Input frame mosaic cell"/>
          <p:cNvSpPr/>
          <p:nvPr/>
        </p:nvSpPr>
        <p:spPr>
          <a:xfrm>
            <a:off x="579272" y="2246485"/>
            <a:ext cx="54407" cy="55191"/>
          </a:xfrm>
          <a:prstGeom prst="rect">
            <a:avLst/>
          </a:prstGeom>
          <a:solidFill>
            <a:srgbClr val="1509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9" name="Input frame mosaic cell"/>
          <p:cNvSpPr/>
          <p:nvPr/>
        </p:nvSpPr>
        <p:spPr>
          <a:xfrm>
            <a:off x="629107" y="2246485"/>
            <a:ext cx="54407" cy="55191"/>
          </a:xfrm>
          <a:prstGeom prst="rect">
            <a:avLst/>
          </a:prstGeom>
          <a:solidFill>
            <a:srgbClr val="170B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0" name="Input frame mosaic cell"/>
          <p:cNvSpPr/>
          <p:nvPr/>
        </p:nvSpPr>
        <p:spPr>
          <a:xfrm>
            <a:off x="678942" y="2246485"/>
            <a:ext cx="54407" cy="55191"/>
          </a:xfrm>
          <a:prstGeom prst="rect">
            <a:avLst/>
          </a:prstGeom>
          <a:solidFill>
            <a:srgbClr val="180D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1" name="Input frame mosaic cell"/>
          <p:cNvSpPr/>
          <p:nvPr/>
        </p:nvSpPr>
        <p:spPr>
          <a:xfrm>
            <a:off x="728777" y="2246485"/>
            <a:ext cx="54407" cy="55191"/>
          </a:xfrm>
          <a:prstGeom prst="rect">
            <a:avLst/>
          </a:prstGeom>
          <a:solidFill>
            <a:srgbClr val="190D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2" name="Input frame mosaic cell"/>
          <p:cNvSpPr/>
          <p:nvPr/>
        </p:nvSpPr>
        <p:spPr>
          <a:xfrm>
            <a:off x="778612" y="2246485"/>
            <a:ext cx="54407" cy="55191"/>
          </a:xfrm>
          <a:prstGeom prst="rect">
            <a:avLst/>
          </a:prstGeom>
          <a:solidFill>
            <a:srgbClr val="190D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3" name="Input frame mosaic cell"/>
          <p:cNvSpPr/>
          <p:nvPr/>
        </p:nvSpPr>
        <p:spPr>
          <a:xfrm>
            <a:off x="828446" y="2246485"/>
            <a:ext cx="54407" cy="55191"/>
          </a:xfrm>
          <a:prstGeom prst="rect">
            <a:avLst/>
          </a:prstGeom>
          <a:solidFill>
            <a:srgbClr val="1A0F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4" name="Input frame mosaic cell"/>
          <p:cNvSpPr/>
          <p:nvPr/>
        </p:nvSpPr>
        <p:spPr>
          <a:xfrm>
            <a:off x="878281" y="2246485"/>
            <a:ext cx="54407" cy="55191"/>
          </a:xfrm>
          <a:prstGeom prst="rect">
            <a:avLst/>
          </a:prstGeom>
          <a:solidFill>
            <a:srgbClr val="1A0F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5" name="Input frame mosaic cell"/>
          <p:cNvSpPr/>
          <p:nvPr/>
        </p:nvSpPr>
        <p:spPr>
          <a:xfrm>
            <a:off x="928116" y="2246485"/>
            <a:ext cx="54407" cy="55191"/>
          </a:xfrm>
          <a:prstGeom prst="rect">
            <a:avLst/>
          </a:prstGeom>
          <a:solidFill>
            <a:srgbClr val="1D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6" name="Input frame mosaic cell"/>
          <p:cNvSpPr/>
          <p:nvPr/>
        </p:nvSpPr>
        <p:spPr>
          <a:xfrm>
            <a:off x="977951" y="2246485"/>
            <a:ext cx="54407" cy="55191"/>
          </a:xfrm>
          <a:prstGeom prst="rect">
            <a:avLst/>
          </a:prstGeom>
          <a:solidFill>
            <a:srgbClr val="2C1A1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7" name="Input frame mosaic cell"/>
          <p:cNvSpPr/>
          <p:nvPr/>
        </p:nvSpPr>
        <p:spPr>
          <a:xfrm>
            <a:off x="1027786" y="2246485"/>
            <a:ext cx="54407" cy="55191"/>
          </a:xfrm>
          <a:prstGeom prst="rect">
            <a:avLst/>
          </a:prstGeom>
          <a:solidFill>
            <a:srgbClr val="391C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8" name="Input frame mosaic cell"/>
          <p:cNvSpPr/>
          <p:nvPr/>
        </p:nvSpPr>
        <p:spPr>
          <a:xfrm>
            <a:off x="1077620" y="2246485"/>
            <a:ext cx="54407" cy="55191"/>
          </a:xfrm>
          <a:prstGeom prst="rect">
            <a:avLst/>
          </a:prstGeom>
          <a:solidFill>
            <a:srgbClr val="622A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9" name="Input frame mosaic cell"/>
          <p:cNvSpPr/>
          <p:nvPr/>
        </p:nvSpPr>
        <p:spPr>
          <a:xfrm>
            <a:off x="1127455" y="2246485"/>
            <a:ext cx="54407" cy="55191"/>
          </a:xfrm>
          <a:prstGeom prst="rect">
            <a:avLst/>
          </a:prstGeom>
          <a:solidFill>
            <a:srgbClr val="883E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0" name="Input frame mosaic cell"/>
          <p:cNvSpPr/>
          <p:nvPr/>
        </p:nvSpPr>
        <p:spPr>
          <a:xfrm>
            <a:off x="1177290" y="2246485"/>
            <a:ext cx="54407" cy="55191"/>
          </a:xfrm>
          <a:prstGeom prst="rect">
            <a:avLst/>
          </a:prstGeom>
          <a:solidFill>
            <a:srgbClr val="9D43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1" name="Input frame mosaic cell"/>
          <p:cNvSpPr/>
          <p:nvPr/>
        </p:nvSpPr>
        <p:spPr>
          <a:xfrm>
            <a:off x="1227125" y="2246485"/>
            <a:ext cx="54407" cy="55191"/>
          </a:xfrm>
          <a:prstGeom prst="rect">
            <a:avLst/>
          </a:prstGeom>
          <a:solidFill>
            <a:srgbClr val="AC4B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2" name="Input frame mosaic cell"/>
          <p:cNvSpPr/>
          <p:nvPr/>
        </p:nvSpPr>
        <p:spPr>
          <a:xfrm>
            <a:off x="1276960" y="2246485"/>
            <a:ext cx="54407" cy="55191"/>
          </a:xfrm>
          <a:prstGeom prst="rect">
            <a:avLst/>
          </a:prstGeom>
          <a:solidFill>
            <a:srgbClr val="B354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3" name="Input frame mosaic cell"/>
          <p:cNvSpPr/>
          <p:nvPr/>
        </p:nvSpPr>
        <p:spPr>
          <a:xfrm>
            <a:off x="1326794" y="2246485"/>
            <a:ext cx="54407" cy="55191"/>
          </a:xfrm>
          <a:prstGeom prst="rect">
            <a:avLst/>
          </a:prstGeom>
          <a:solidFill>
            <a:srgbClr val="923D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4" name="Input frame mosaic cell"/>
          <p:cNvSpPr/>
          <p:nvPr/>
        </p:nvSpPr>
        <p:spPr>
          <a:xfrm>
            <a:off x="1376629" y="2246485"/>
            <a:ext cx="54407" cy="55191"/>
          </a:xfrm>
          <a:prstGeom prst="rect">
            <a:avLst/>
          </a:prstGeom>
          <a:solidFill>
            <a:srgbClr val="5920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5" name="Input frame mosaic cell"/>
          <p:cNvSpPr/>
          <p:nvPr/>
        </p:nvSpPr>
        <p:spPr>
          <a:xfrm>
            <a:off x="1426464" y="2246485"/>
            <a:ext cx="54407" cy="55191"/>
          </a:xfrm>
          <a:prstGeom prst="rect">
            <a:avLst/>
          </a:prstGeom>
          <a:solidFill>
            <a:srgbClr val="4116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6" name="Input frame mosaic cell"/>
          <p:cNvSpPr/>
          <p:nvPr/>
        </p:nvSpPr>
        <p:spPr>
          <a:xfrm>
            <a:off x="1476299" y="2246485"/>
            <a:ext cx="54407" cy="55191"/>
          </a:xfrm>
          <a:prstGeom prst="rect">
            <a:avLst/>
          </a:prstGeom>
          <a:solidFill>
            <a:srgbClr val="3313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7" name="Input frame mosaic cell"/>
          <p:cNvSpPr/>
          <p:nvPr/>
        </p:nvSpPr>
        <p:spPr>
          <a:xfrm>
            <a:off x="1526134" y="2246485"/>
            <a:ext cx="54407" cy="55191"/>
          </a:xfrm>
          <a:prstGeom prst="rect">
            <a:avLst/>
          </a:prstGeom>
          <a:solidFill>
            <a:srgbClr val="2D13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8" name="Input frame mosaic cell"/>
          <p:cNvSpPr/>
          <p:nvPr/>
        </p:nvSpPr>
        <p:spPr>
          <a:xfrm>
            <a:off x="1575968" y="2246485"/>
            <a:ext cx="54407" cy="55191"/>
          </a:xfrm>
          <a:prstGeom prst="rect">
            <a:avLst/>
          </a:prstGeom>
          <a:solidFill>
            <a:srgbClr val="2914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9" name="Input frame mosaic cell"/>
          <p:cNvSpPr/>
          <p:nvPr/>
        </p:nvSpPr>
        <p:spPr>
          <a:xfrm>
            <a:off x="1625803" y="2246485"/>
            <a:ext cx="54407" cy="55191"/>
          </a:xfrm>
          <a:prstGeom prst="rect">
            <a:avLst/>
          </a:prstGeom>
          <a:solidFill>
            <a:srgbClr val="2E17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0" name="Input frame mosaic cell"/>
          <p:cNvSpPr/>
          <p:nvPr/>
        </p:nvSpPr>
        <p:spPr>
          <a:xfrm>
            <a:off x="1675638" y="2246485"/>
            <a:ext cx="54407" cy="55191"/>
          </a:xfrm>
          <a:prstGeom prst="rect">
            <a:avLst/>
          </a:prstGeom>
          <a:solidFill>
            <a:srgbClr val="3319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1" name="Input frame mosaic cell"/>
          <p:cNvSpPr/>
          <p:nvPr/>
        </p:nvSpPr>
        <p:spPr>
          <a:xfrm>
            <a:off x="1725473" y="2246485"/>
            <a:ext cx="54407" cy="55191"/>
          </a:xfrm>
          <a:prstGeom prst="rect">
            <a:avLst/>
          </a:prstGeom>
          <a:solidFill>
            <a:srgbClr val="2814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2" name="Input frame mosaic cell"/>
          <p:cNvSpPr/>
          <p:nvPr/>
        </p:nvSpPr>
        <p:spPr>
          <a:xfrm>
            <a:off x="1775308" y="2246485"/>
            <a:ext cx="54407" cy="55191"/>
          </a:xfrm>
          <a:prstGeom prst="rect">
            <a:avLst/>
          </a:prstGeom>
          <a:solidFill>
            <a:srgbClr val="1E11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3" name="Input frame mosaic cell"/>
          <p:cNvSpPr/>
          <p:nvPr/>
        </p:nvSpPr>
        <p:spPr>
          <a:xfrm>
            <a:off x="1825142" y="2246485"/>
            <a:ext cx="54407" cy="55191"/>
          </a:xfrm>
          <a:prstGeom prst="rect">
            <a:avLst/>
          </a:prstGeom>
          <a:solidFill>
            <a:srgbClr val="1E12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4" name="Input frame mosaic cell"/>
          <p:cNvSpPr/>
          <p:nvPr/>
        </p:nvSpPr>
        <p:spPr>
          <a:xfrm>
            <a:off x="1874977" y="2246485"/>
            <a:ext cx="54407" cy="55191"/>
          </a:xfrm>
          <a:prstGeom prst="rect">
            <a:avLst/>
          </a:prstGeom>
          <a:solidFill>
            <a:srgbClr val="2015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5" name="Input frame mosaic cell"/>
          <p:cNvSpPr/>
          <p:nvPr/>
        </p:nvSpPr>
        <p:spPr>
          <a:xfrm>
            <a:off x="1924812" y="2246485"/>
            <a:ext cx="54407" cy="55191"/>
          </a:xfrm>
          <a:prstGeom prst="rect">
            <a:avLst/>
          </a:prstGeom>
          <a:solidFill>
            <a:srgbClr val="1B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6" name="Input frame mosaic cell"/>
          <p:cNvSpPr/>
          <p:nvPr/>
        </p:nvSpPr>
        <p:spPr>
          <a:xfrm>
            <a:off x="1974647" y="2246485"/>
            <a:ext cx="54407" cy="55191"/>
          </a:xfrm>
          <a:prstGeom prst="rect">
            <a:avLst/>
          </a:prstGeom>
          <a:solidFill>
            <a:srgbClr val="1D13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7" name="Input frame mosaic cell"/>
          <p:cNvSpPr/>
          <p:nvPr/>
        </p:nvSpPr>
        <p:spPr>
          <a:xfrm>
            <a:off x="2024482" y="2246485"/>
            <a:ext cx="54407" cy="55191"/>
          </a:xfrm>
          <a:prstGeom prst="rect">
            <a:avLst/>
          </a:prstGeom>
          <a:solidFill>
            <a:srgbClr val="3126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8" name="Input frame mosaic cell"/>
          <p:cNvSpPr/>
          <p:nvPr/>
        </p:nvSpPr>
        <p:spPr>
          <a:xfrm>
            <a:off x="2074316" y="2246485"/>
            <a:ext cx="54407" cy="55191"/>
          </a:xfrm>
          <a:prstGeom prst="rect">
            <a:avLst/>
          </a:prstGeom>
          <a:solidFill>
            <a:srgbClr val="352A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9" name="Input frame mosaic cell"/>
          <p:cNvSpPr/>
          <p:nvPr/>
        </p:nvSpPr>
        <p:spPr>
          <a:xfrm>
            <a:off x="2124151" y="2246485"/>
            <a:ext cx="54407" cy="55191"/>
          </a:xfrm>
          <a:prstGeom prst="rect">
            <a:avLst/>
          </a:prstGeom>
          <a:solidFill>
            <a:srgbClr val="2E1F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0" name="Input frame mosaic cell"/>
          <p:cNvSpPr/>
          <p:nvPr/>
        </p:nvSpPr>
        <p:spPr>
          <a:xfrm>
            <a:off x="2173986" y="2246485"/>
            <a:ext cx="54407" cy="55191"/>
          </a:xfrm>
          <a:prstGeom prst="rect">
            <a:avLst/>
          </a:prstGeom>
          <a:solidFill>
            <a:srgbClr val="2216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1" name="Input frame mosaic cell"/>
          <p:cNvSpPr/>
          <p:nvPr/>
        </p:nvSpPr>
        <p:spPr>
          <a:xfrm>
            <a:off x="2223821" y="2246485"/>
            <a:ext cx="54407" cy="55191"/>
          </a:xfrm>
          <a:prstGeom prst="rect">
            <a:avLst/>
          </a:prstGeom>
          <a:solidFill>
            <a:srgbClr val="1B10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2" name="Input frame mosaic cell"/>
          <p:cNvSpPr/>
          <p:nvPr/>
        </p:nvSpPr>
        <p:spPr>
          <a:xfrm>
            <a:off x="2273656" y="2246485"/>
            <a:ext cx="54407" cy="55191"/>
          </a:xfrm>
          <a:prstGeom prst="rect">
            <a:avLst/>
          </a:prstGeom>
          <a:solidFill>
            <a:srgbClr val="1107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3" name="Input frame mosaic cell"/>
          <p:cNvSpPr/>
          <p:nvPr/>
        </p:nvSpPr>
        <p:spPr>
          <a:xfrm>
            <a:off x="2323490" y="2246485"/>
            <a:ext cx="54407" cy="55191"/>
          </a:xfrm>
          <a:prstGeom prst="rect">
            <a:avLst/>
          </a:prstGeom>
          <a:solidFill>
            <a:srgbClr val="1307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4" name="Input frame mosaic cell"/>
          <p:cNvSpPr/>
          <p:nvPr/>
        </p:nvSpPr>
        <p:spPr>
          <a:xfrm>
            <a:off x="2373325" y="2246485"/>
            <a:ext cx="54407" cy="55191"/>
          </a:xfrm>
          <a:prstGeom prst="rect">
            <a:avLst/>
          </a:prstGeom>
          <a:solidFill>
            <a:srgbClr val="0C06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5" name="Input frame mosaic cell"/>
          <p:cNvSpPr/>
          <p:nvPr/>
        </p:nvSpPr>
        <p:spPr>
          <a:xfrm>
            <a:off x="429768" y="2297103"/>
            <a:ext cx="54407" cy="55191"/>
          </a:xfrm>
          <a:prstGeom prst="rect">
            <a:avLst/>
          </a:prstGeom>
          <a:solidFill>
            <a:srgbClr val="0806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6" name="Input frame mosaic cell"/>
          <p:cNvSpPr/>
          <p:nvPr/>
        </p:nvSpPr>
        <p:spPr>
          <a:xfrm>
            <a:off x="479603" y="2297103"/>
            <a:ext cx="54407" cy="55191"/>
          </a:xfrm>
          <a:prstGeom prst="rect">
            <a:avLst/>
          </a:prstGeom>
          <a:solidFill>
            <a:srgbClr val="1C11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7" name="Input frame mosaic cell"/>
          <p:cNvSpPr/>
          <p:nvPr/>
        </p:nvSpPr>
        <p:spPr>
          <a:xfrm>
            <a:off x="529438" y="2297103"/>
            <a:ext cx="54407" cy="55191"/>
          </a:xfrm>
          <a:prstGeom prst="rect">
            <a:avLst/>
          </a:prstGeom>
          <a:solidFill>
            <a:srgbClr val="1B0F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8" name="Input frame mosaic cell"/>
          <p:cNvSpPr/>
          <p:nvPr/>
        </p:nvSpPr>
        <p:spPr>
          <a:xfrm>
            <a:off x="579272" y="2297103"/>
            <a:ext cx="54407" cy="55191"/>
          </a:xfrm>
          <a:prstGeom prst="rect">
            <a:avLst/>
          </a:prstGeom>
          <a:solidFill>
            <a:srgbClr val="170A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9" name="Input frame mosaic cell"/>
          <p:cNvSpPr/>
          <p:nvPr/>
        </p:nvSpPr>
        <p:spPr>
          <a:xfrm>
            <a:off x="629107" y="2297103"/>
            <a:ext cx="54407" cy="55191"/>
          </a:xfrm>
          <a:prstGeom prst="rect">
            <a:avLst/>
          </a:prstGeom>
          <a:solidFill>
            <a:srgbClr val="1B0D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0" name="Input frame mosaic cell"/>
          <p:cNvSpPr/>
          <p:nvPr/>
        </p:nvSpPr>
        <p:spPr>
          <a:xfrm>
            <a:off x="678942" y="2297103"/>
            <a:ext cx="54407" cy="55191"/>
          </a:xfrm>
          <a:prstGeom prst="rect">
            <a:avLst/>
          </a:prstGeom>
          <a:solidFill>
            <a:srgbClr val="1E11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1" name="Input frame mosaic cell"/>
          <p:cNvSpPr/>
          <p:nvPr/>
        </p:nvSpPr>
        <p:spPr>
          <a:xfrm>
            <a:off x="728777" y="2297103"/>
            <a:ext cx="54407" cy="55191"/>
          </a:xfrm>
          <a:prstGeom prst="rect">
            <a:avLst/>
          </a:prstGeom>
          <a:solidFill>
            <a:srgbClr val="1E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2" name="Input frame mosaic cell"/>
          <p:cNvSpPr/>
          <p:nvPr/>
        </p:nvSpPr>
        <p:spPr>
          <a:xfrm>
            <a:off x="778612" y="2297103"/>
            <a:ext cx="54407" cy="55191"/>
          </a:xfrm>
          <a:prstGeom prst="rect">
            <a:avLst/>
          </a:prstGeom>
          <a:solidFill>
            <a:srgbClr val="1A0E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3" name="Input frame mosaic cell"/>
          <p:cNvSpPr/>
          <p:nvPr/>
        </p:nvSpPr>
        <p:spPr>
          <a:xfrm>
            <a:off x="828446" y="2297103"/>
            <a:ext cx="54407" cy="55191"/>
          </a:xfrm>
          <a:prstGeom prst="rect">
            <a:avLst/>
          </a:prstGeom>
          <a:solidFill>
            <a:srgbClr val="190E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4" name="Input frame mosaic cell"/>
          <p:cNvSpPr/>
          <p:nvPr/>
        </p:nvSpPr>
        <p:spPr>
          <a:xfrm>
            <a:off x="878281" y="2297103"/>
            <a:ext cx="54407" cy="55191"/>
          </a:xfrm>
          <a:prstGeom prst="rect">
            <a:avLst/>
          </a:prstGeom>
          <a:solidFill>
            <a:srgbClr val="1D11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5" name="Input frame mosaic cell"/>
          <p:cNvSpPr/>
          <p:nvPr/>
        </p:nvSpPr>
        <p:spPr>
          <a:xfrm>
            <a:off x="928116" y="2297103"/>
            <a:ext cx="54407" cy="55191"/>
          </a:xfrm>
          <a:prstGeom prst="rect">
            <a:avLst/>
          </a:prstGeom>
          <a:solidFill>
            <a:srgbClr val="2215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6" name="Input frame mosaic cell"/>
          <p:cNvSpPr/>
          <p:nvPr/>
        </p:nvSpPr>
        <p:spPr>
          <a:xfrm>
            <a:off x="977951" y="2297103"/>
            <a:ext cx="54407" cy="55191"/>
          </a:xfrm>
          <a:prstGeom prst="rect">
            <a:avLst/>
          </a:prstGeom>
          <a:solidFill>
            <a:srgbClr val="3B24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7" name="Input frame mosaic cell"/>
          <p:cNvSpPr/>
          <p:nvPr/>
        </p:nvSpPr>
        <p:spPr>
          <a:xfrm>
            <a:off x="1027786" y="2297103"/>
            <a:ext cx="54407" cy="55191"/>
          </a:xfrm>
          <a:prstGeom prst="rect">
            <a:avLst/>
          </a:prstGeom>
          <a:solidFill>
            <a:srgbClr val="3D22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8" name="Input frame mosaic cell"/>
          <p:cNvSpPr/>
          <p:nvPr/>
        </p:nvSpPr>
        <p:spPr>
          <a:xfrm>
            <a:off x="1077620" y="2297103"/>
            <a:ext cx="54407" cy="55191"/>
          </a:xfrm>
          <a:prstGeom prst="rect">
            <a:avLst/>
          </a:prstGeom>
          <a:solidFill>
            <a:srgbClr val="5B2C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9" name="Input frame mosaic cell"/>
          <p:cNvSpPr/>
          <p:nvPr/>
        </p:nvSpPr>
        <p:spPr>
          <a:xfrm>
            <a:off x="1127455" y="2297103"/>
            <a:ext cx="54407" cy="55191"/>
          </a:xfrm>
          <a:prstGeom prst="rect">
            <a:avLst/>
          </a:prstGeom>
          <a:solidFill>
            <a:srgbClr val="8642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0" name="Input frame mosaic cell"/>
          <p:cNvSpPr/>
          <p:nvPr/>
        </p:nvSpPr>
        <p:spPr>
          <a:xfrm>
            <a:off x="1177290" y="2297103"/>
            <a:ext cx="54407" cy="55191"/>
          </a:xfrm>
          <a:prstGeom prst="rect">
            <a:avLst/>
          </a:prstGeom>
          <a:solidFill>
            <a:srgbClr val="9743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1" name="Input frame mosaic cell"/>
          <p:cNvSpPr/>
          <p:nvPr/>
        </p:nvSpPr>
        <p:spPr>
          <a:xfrm>
            <a:off x="1227125" y="2297103"/>
            <a:ext cx="54407" cy="55191"/>
          </a:xfrm>
          <a:prstGeom prst="rect">
            <a:avLst/>
          </a:prstGeom>
          <a:solidFill>
            <a:srgbClr val="9F41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2" name="Input frame mosaic cell"/>
          <p:cNvSpPr/>
          <p:nvPr/>
        </p:nvSpPr>
        <p:spPr>
          <a:xfrm>
            <a:off x="1276960" y="2297103"/>
            <a:ext cx="54407" cy="55191"/>
          </a:xfrm>
          <a:prstGeom prst="rect">
            <a:avLst/>
          </a:prstGeom>
          <a:solidFill>
            <a:srgbClr val="AB4D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3" name="Input frame mosaic cell"/>
          <p:cNvSpPr/>
          <p:nvPr/>
        </p:nvSpPr>
        <p:spPr>
          <a:xfrm>
            <a:off x="1326794" y="2297103"/>
            <a:ext cx="54407" cy="55191"/>
          </a:xfrm>
          <a:prstGeom prst="rect">
            <a:avLst/>
          </a:prstGeom>
          <a:solidFill>
            <a:srgbClr val="933E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4" name="Input frame mosaic cell"/>
          <p:cNvSpPr/>
          <p:nvPr/>
        </p:nvSpPr>
        <p:spPr>
          <a:xfrm>
            <a:off x="1376629" y="2297103"/>
            <a:ext cx="54407" cy="55191"/>
          </a:xfrm>
          <a:prstGeom prst="rect">
            <a:avLst/>
          </a:prstGeom>
          <a:solidFill>
            <a:srgbClr val="571F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5" name="Input frame mosaic cell"/>
          <p:cNvSpPr/>
          <p:nvPr/>
        </p:nvSpPr>
        <p:spPr>
          <a:xfrm>
            <a:off x="1426464" y="2297103"/>
            <a:ext cx="54407" cy="55191"/>
          </a:xfrm>
          <a:prstGeom prst="rect">
            <a:avLst/>
          </a:prstGeom>
          <a:solidFill>
            <a:srgbClr val="3E17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6" name="Input frame mosaic cell"/>
          <p:cNvSpPr/>
          <p:nvPr/>
        </p:nvSpPr>
        <p:spPr>
          <a:xfrm>
            <a:off x="1476299" y="2297103"/>
            <a:ext cx="54407" cy="55191"/>
          </a:xfrm>
          <a:prstGeom prst="rect">
            <a:avLst/>
          </a:prstGeom>
          <a:solidFill>
            <a:srgbClr val="3415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7" name="Input frame mosaic cell"/>
          <p:cNvSpPr/>
          <p:nvPr/>
        </p:nvSpPr>
        <p:spPr>
          <a:xfrm>
            <a:off x="1526134" y="2297103"/>
            <a:ext cx="54407" cy="55191"/>
          </a:xfrm>
          <a:prstGeom prst="rect">
            <a:avLst/>
          </a:prstGeom>
          <a:solidFill>
            <a:srgbClr val="2F15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8" name="Input frame mosaic cell"/>
          <p:cNvSpPr/>
          <p:nvPr/>
        </p:nvSpPr>
        <p:spPr>
          <a:xfrm>
            <a:off x="1575968" y="2297103"/>
            <a:ext cx="54407" cy="55191"/>
          </a:xfrm>
          <a:prstGeom prst="rect">
            <a:avLst/>
          </a:prstGeom>
          <a:solidFill>
            <a:srgbClr val="2F19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9" name="Input frame mosaic cell"/>
          <p:cNvSpPr/>
          <p:nvPr/>
        </p:nvSpPr>
        <p:spPr>
          <a:xfrm>
            <a:off x="1625803" y="2297103"/>
            <a:ext cx="54407" cy="55191"/>
          </a:xfrm>
          <a:prstGeom prst="rect">
            <a:avLst/>
          </a:prstGeom>
          <a:solidFill>
            <a:srgbClr val="391D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0" name="Input frame mosaic cell"/>
          <p:cNvSpPr/>
          <p:nvPr/>
        </p:nvSpPr>
        <p:spPr>
          <a:xfrm>
            <a:off x="1675638" y="2297103"/>
            <a:ext cx="54407" cy="55191"/>
          </a:xfrm>
          <a:prstGeom prst="rect">
            <a:avLst/>
          </a:prstGeom>
          <a:solidFill>
            <a:srgbClr val="3D1D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1" name="Input frame mosaic cell"/>
          <p:cNvSpPr/>
          <p:nvPr/>
        </p:nvSpPr>
        <p:spPr>
          <a:xfrm>
            <a:off x="1725473" y="2297103"/>
            <a:ext cx="54407" cy="55191"/>
          </a:xfrm>
          <a:prstGeom prst="rect">
            <a:avLst/>
          </a:prstGeom>
          <a:solidFill>
            <a:srgbClr val="391B1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2" name="Input frame mosaic cell"/>
          <p:cNvSpPr/>
          <p:nvPr/>
        </p:nvSpPr>
        <p:spPr>
          <a:xfrm>
            <a:off x="1775308" y="2297103"/>
            <a:ext cx="54407" cy="55191"/>
          </a:xfrm>
          <a:prstGeom prst="rect">
            <a:avLst/>
          </a:prstGeom>
          <a:solidFill>
            <a:srgbClr val="2815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3" name="Input frame mosaic cell"/>
          <p:cNvSpPr/>
          <p:nvPr/>
        </p:nvSpPr>
        <p:spPr>
          <a:xfrm>
            <a:off x="1825142" y="2297103"/>
            <a:ext cx="54407" cy="55191"/>
          </a:xfrm>
          <a:prstGeom prst="rect">
            <a:avLst/>
          </a:prstGeom>
          <a:solidFill>
            <a:srgbClr val="2415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4" name="Input frame mosaic cell"/>
          <p:cNvSpPr/>
          <p:nvPr/>
        </p:nvSpPr>
        <p:spPr>
          <a:xfrm>
            <a:off x="1874977" y="2297103"/>
            <a:ext cx="54407" cy="55191"/>
          </a:xfrm>
          <a:prstGeom prst="rect">
            <a:avLst/>
          </a:prstGeom>
          <a:solidFill>
            <a:srgbClr val="2518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5" name="Input frame mosaic cell"/>
          <p:cNvSpPr/>
          <p:nvPr/>
        </p:nvSpPr>
        <p:spPr>
          <a:xfrm>
            <a:off x="1924812" y="2297103"/>
            <a:ext cx="54407" cy="55191"/>
          </a:xfrm>
          <a:prstGeom prst="rect">
            <a:avLst/>
          </a:prstGeom>
          <a:solidFill>
            <a:srgbClr val="2519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6" name="Input frame mosaic cell"/>
          <p:cNvSpPr/>
          <p:nvPr/>
        </p:nvSpPr>
        <p:spPr>
          <a:xfrm>
            <a:off x="1974647" y="2297103"/>
            <a:ext cx="54407" cy="55191"/>
          </a:xfrm>
          <a:prstGeom prst="rect">
            <a:avLst/>
          </a:prstGeom>
          <a:solidFill>
            <a:srgbClr val="2317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7" name="Input frame mosaic cell"/>
          <p:cNvSpPr/>
          <p:nvPr/>
        </p:nvSpPr>
        <p:spPr>
          <a:xfrm>
            <a:off x="2024482" y="2297103"/>
            <a:ext cx="54407" cy="55191"/>
          </a:xfrm>
          <a:prstGeom prst="rect">
            <a:avLst/>
          </a:prstGeom>
          <a:solidFill>
            <a:srgbClr val="2619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8" name="Input frame mosaic cell"/>
          <p:cNvSpPr/>
          <p:nvPr/>
        </p:nvSpPr>
        <p:spPr>
          <a:xfrm>
            <a:off x="2074316" y="2297103"/>
            <a:ext cx="54407" cy="55191"/>
          </a:xfrm>
          <a:prstGeom prst="rect">
            <a:avLst/>
          </a:prstGeom>
          <a:solidFill>
            <a:srgbClr val="2417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9" name="Input frame mosaic cell"/>
          <p:cNvSpPr/>
          <p:nvPr/>
        </p:nvSpPr>
        <p:spPr>
          <a:xfrm>
            <a:off x="2124151" y="2297103"/>
            <a:ext cx="54407" cy="55191"/>
          </a:xfrm>
          <a:prstGeom prst="rect">
            <a:avLst/>
          </a:prstGeom>
          <a:solidFill>
            <a:srgbClr val="2518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0" name="Input frame mosaic cell"/>
          <p:cNvSpPr/>
          <p:nvPr/>
        </p:nvSpPr>
        <p:spPr>
          <a:xfrm>
            <a:off x="2173986" y="2297103"/>
            <a:ext cx="54407" cy="55191"/>
          </a:xfrm>
          <a:prstGeom prst="rect">
            <a:avLst/>
          </a:prstGeom>
          <a:solidFill>
            <a:srgbClr val="1D11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1" name="Input frame mosaic cell"/>
          <p:cNvSpPr/>
          <p:nvPr/>
        </p:nvSpPr>
        <p:spPr>
          <a:xfrm>
            <a:off x="2223821" y="2297103"/>
            <a:ext cx="54407" cy="55191"/>
          </a:xfrm>
          <a:prstGeom prst="rect">
            <a:avLst/>
          </a:prstGeom>
          <a:solidFill>
            <a:srgbClr val="150A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2" name="Input frame mosaic cell"/>
          <p:cNvSpPr/>
          <p:nvPr/>
        </p:nvSpPr>
        <p:spPr>
          <a:xfrm>
            <a:off x="2273656" y="2297103"/>
            <a:ext cx="54407" cy="55191"/>
          </a:xfrm>
          <a:prstGeom prst="rect">
            <a:avLst/>
          </a:prstGeom>
          <a:solidFill>
            <a:srgbClr val="1408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3" name="Input frame mosaic cell"/>
          <p:cNvSpPr/>
          <p:nvPr/>
        </p:nvSpPr>
        <p:spPr>
          <a:xfrm>
            <a:off x="2323490" y="2297103"/>
            <a:ext cx="54407" cy="55191"/>
          </a:xfrm>
          <a:prstGeom prst="rect">
            <a:avLst/>
          </a:prstGeom>
          <a:solidFill>
            <a:srgbClr val="1509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4" name="Input frame mosaic cell"/>
          <p:cNvSpPr/>
          <p:nvPr/>
        </p:nvSpPr>
        <p:spPr>
          <a:xfrm>
            <a:off x="2373325" y="2297103"/>
            <a:ext cx="54407" cy="55191"/>
          </a:xfrm>
          <a:prstGeom prst="rect">
            <a:avLst/>
          </a:prstGeom>
          <a:solidFill>
            <a:srgbClr val="1308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5" name="Input frame mosaic cell"/>
          <p:cNvSpPr/>
          <p:nvPr/>
        </p:nvSpPr>
        <p:spPr>
          <a:xfrm>
            <a:off x="429768" y="2347722"/>
            <a:ext cx="54407" cy="55191"/>
          </a:xfrm>
          <a:prstGeom prst="rect">
            <a:avLst/>
          </a:prstGeom>
          <a:solidFill>
            <a:srgbClr val="0C08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6" name="Input frame mosaic cell"/>
          <p:cNvSpPr/>
          <p:nvPr/>
        </p:nvSpPr>
        <p:spPr>
          <a:xfrm>
            <a:off x="479603" y="2347722"/>
            <a:ext cx="54407" cy="55191"/>
          </a:xfrm>
          <a:prstGeom prst="rect">
            <a:avLst/>
          </a:prstGeom>
          <a:solidFill>
            <a:srgbClr val="271A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7" name="Input frame mosaic cell"/>
          <p:cNvSpPr/>
          <p:nvPr/>
        </p:nvSpPr>
        <p:spPr>
          <a:xfrm>
            <a:off x="529438" y="2347722"/>
            <a:ext cx="54407" cy="55191"/>
          </a:xfrm>
          <a:prstGeom prst="rect">
            <a:avLst/>
          </a:prstGeom>
          <a:solidFill>
            <a:srgbClr val="2D1F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8" name="Input frame mosaic cell"/>
          <p:cNvSpPr/>
          <p:nvPr/>
        </p:nvSpPr>
        <p:spPr>
          <a:xfrm>
            <a:off x="579272" y="2347722"/>
            <a:ext cx="54407" cy="55191"/>
          </a:xfrm>
          <a:prstGeom prst="rect">
            <a:avLst/>
          </a:prstGeom>
          <a:solidFill>
            <a:srgbClr val="190C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9" name="Input frame mosaic cell"/>
          <p:cNvSpPr/>
          <p:nvPr/>
        </p:nvSpPr>
        <p:spPr>
          <a:xfrm>
            <a:off x="629107" y="2347722"/>
            <a:ext cx="54407" cy="55191"/>
          </a:xfrm>
          <a:prstGeom prst="rect">
            <a:avLst/>
          </a:prstGeom>
          <a:solidFill>
            <a:srgbClr val="1E10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0" name="Input frame mosaic cell"/>
          <p:cNvSpPr/>
          <p:nvPr/>
        </p:nvSpPr>
        <p:spPr>
          <a:xfrm>
            <a:off x="678942" y="2347722"/>
            <a:ext cx="54407" cy="55191"/>
          </a:xfrm>
          <a:prstGeom prst="rect">
            <a:avLst/>
          </a:prstGeom>
          <a:solidFill>
            <a:srgbClr val="2414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1" name="Input frame mosaic cell"/>
          <p:cNvSpPr/>
          <p:nvPr/>
        </p:nvSpPr>
        <p:spPr>
          <a:xfrm>
            <a:off x="728777" y="2347722"/>
            <a:ext cx="54407" cy="55191"/>
          </a:xfrm>
          <a:prstGeom prst="rect">
            <a:avLst/>
          </a:prstGeom>
          <a:solidFill>
            <a:srgbClr val="2413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2" name="Input frame mosaic cell"/>
          <p:cNvSpPr/>
          <p:nvPr/>
        </p:nvSpPr>
        <p:spPr>
          <a:xfrm>
            <a:off x="778612" y="2347722"/>
            <a:ext cx="54407" cy="55191"/>
          </a:xfrm>
          <a:prstGeom prst="rect">
            <a:avLst/>
          </a:prstGeom>
          <a:solidFill>
            <a:srgbClr val="1F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3" name="Input frame mosaic cell"/>
          <p:cNvSpPr/>
          <p:nvPr/>
        </p:nvSpPr>
        <p:spPr>
          <a:xfrm>
            <a:off x="828446" y="2347722"/>
            <a:ext cx="54407" cy="55191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4" name="Input frame mosaic cell"/>
          <p:cNvSpPr/>
          <p:nvPr/>
        </p:nvSpPr>
        <p:spPr>
          <a:xfrm>
            <a:off x="878281" y="2347722"/>
            <a:ext cx="54407" cy="55191"/>
          </a:xfrm>
          <a:prstGeom prst="rect">
            <a:avLst/>
          </a:prstGeom>
          <a:solidFill>
            <a:srgbClr val="2414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5" name="Input frame mosaic cell"/>
          <p:cNvSpPr/>
          <p:nvPr/>
        </p:nvSpPr>
        <p:spPr>
          <a:xfrm>
            <a:off x="928116" y="2347722"/>
            <a:ext cx="54407" cy="55191"/>
          </a:xfrm>
          <a:prstGeom prst="rect">
            <a:avLst/>
          </a:prstGeom>
          <a:solidFill>
            <a:srgbClr val="2C191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6" name="Input frame mosaic cell"/>
          <p:cNvSpPr/>
          <p:nvPr/>
        </p:nvSpPr>
        <p:spPr>
          <a:xfrm>
            <a:off x="977951" y="2347722"/>
            <a:ext cx="54407" cy="55191"/>
          </a:xfrm>
          <a:prstGeom prst="rect">
            <a:avLst/>
          </a:prstGeom>
          <a:solidFill>
            <a:srgbClr val="4629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7" name="Input frame mosaic cell"/>
          <p:cNvSpPr/>
          <p:nvPr/>
        </p:nvSpPr>
        <p:spPr>
          <a:xfrm>
            <a:off x="1027786" y="2347722"/>
            <a:ext cx="54407" cy="55191"/>
          </a:xfrm>
          <a:prstGeom prst="rect">
            <a:avLst/>
          </a:prstGeom>
          <a:solidFill>
            <a:srgbClr val="4327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8" name="Input frame mosaic cell"/>
          <p:cNvSpPr/>
          <p:nvPr/>
        </p:nvSpPr>
        <p:spPr>
          <a:xfrm>
            <a:off x="1077620" y="2347722"/>
            <a:ext cx="54407" cy="55191"/>
          </a:xfrm>
          <a:prstGeom prst="rect">
            <a:avLst/>
          </a:prstGeom>
          <a:solidFill>
            <a:srgbClr val="4422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9" name="Input frame mosaic cell"/>
          <p:cNvSpPr/>
          <p:nvPr/>
        </p:nvSpPr>
        <p:spPr>
          <a:xfrm>
            <a:off x="1127455" y="2347722"/>
            <a:ext cx="54407" cy="55191"/>
          </a:xfrm>
          <a:prstGeom prst="rect">
            <a:avLst/>
          </a:prstGeom>
          <a:solidFill>
            <a:srgbClr val="672D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0" name="Input frame mosaic cell"/>
          <p:cNvSpPr/>
          <p:nvPr/>
        </p:nvSpPr>
        <p:spPr>
          <a:xfrm>
            <a:off x="1177290" y="2347722"/>
            <a:ext cx="54407" cy="55191"/>
          </a:xfrm>
          <a:prstGeom prst="rect">
            <a:avLst/>
          </a:prstGeom>
          <a:solidFill>
            <a:srgbClr val="813A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1" name="Input frame mosaic cell"/>
          <p:cNvSpPr/>
          <p:nvPr/>
        </p:nvSpPr>
        <p:spPr>
          <a:xfrm>
            <a:off x="1227125" y="2347722"/>
            <a:ext cx="54407" cy="55191"/>
          </a:xfrm>
          <a:prstGeom prst="rect">
            <a:avLst/>
          </a:prstGeom>
          <a:solidFill>
            <a:srgbClr val="9340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2" name="Input frame mosaic cell"/>
          <p:cNvSpPr/>
          <p:nvPr/>
        </p:nvSpPr>
        <p:spPr>
          <a:xfrm>
            <a:off x="1276960" y="2347722"/>
            <a:ext cx="54407" cy="55191"/>
          </a:xfrm>
          <a:prstGeom prst="rect">
            <a:avLst/>
          </a:prstGeom>
          <a:solidFill>
            <a:srgbClr val="9C44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3" name="Input frame mosaic cell"/>
          <p:cNvSpPr/>
          <p:nvPr/>
        </p:nvSpPr>
        <p:spPr>
          <a:xfrm>
            <a:off x="1326794" y="2347722"/>
            <a:ext cx="54407" cy="55191"/>
          </a:xfrm>
          <a:prstGeom prst="rect">
            <a:avLst/>
          </a:prstGeom>
          <a:solidFill>
            <a:srgbClr val="8C3C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4" name="Input frame mosaic cell"/>
          <p:cNvSpPr/>
          <p:nvPr/>
        </p:nvSpPr>
        <p:spPr>
          <a:xfrm>
            <a:off x="1376629" y="2347722"/>
            <a:ext cx="54407" cy="55191"/>
          </a:xfrm>
          <a:prstGeom prst="rect">
            <a:avLst/>
          </a:prstGeom>
          <a:solidFill>
            <a:srgbClr val="521E1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5" name="Input frame mosaic cell"/>
          <p:cNvSpPr/>
          <p:nvPr/>
        </p:nvSpPr>
        <p:spPr>
          <a:xfrm>
            <a:off x="1426464" y="2347722"/>
            <a:ext cx="54407" cy="55191"/>
          </a:xfrm>
          <a:prstGeom prst="rect">
            <a:avLst/>
          </a:prstGeom>
          <a:solidFill>
            <a:srgbClr val="3B15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6" name="Input frame mosaic cell"/>
          <p:cNvSpPr/>
          <p:nvPr/>
        </p:nvSpPr>
        <p:spPr>
          <a:xfrm>
            <a:off x="1476299" y="2347722"/>
            <a:ext cx="54407" cy="55191"/>
          </a:xfrm>
          <a:prstGeom prst="rect">
            <a:avLst/>
          </a:prstGeom>
          <a:solidFill>
            <a:srgbClr val="3416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7" name="Input frame mosaic cell"/>
          <p:cNvSpPr/>
          <p:nvPr/>
        </p:nvSpPr>
        <p:spPr>
          <a:xfrm>
            <a:off x="1526134" y="2347722"/>
            <a:ext cx="54407" cy="55191"/>
          </a:xfrm>
          <a:prstGeom prst="rect">
            <a:avLst/>
          </a:prstGeom>
          <a:solidFill>
            <a:srgbClr val="331A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8" name="Input frame mosaic cell"/>
          <p:cNvSpPr/>
          <p:nvPr/>
        </p:nvSpPr>
        <p:spPr>
          <a:xfrm>
            <a:off x="1575968" y="2347722"/>
            <a:ext cx="54407" cy="55191"/>
          </a:xfrm>
          <a:prstGeom prst="rect">
            <a:avLst/>
          </a:prstGeom>
          <a:solidFill>
            <a:srgbClr val="3721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9" name="Input frame mosaic cell"/>
          <p:cNvSpPr/>
          <p:nvPr/>
        </p:nvSpPr>
        <p:spPr>
          <a:xfrm>
            <a:off x="1625803" y="2347722"/>
            <a:ext cx="54407" cy="55191"/>
          </a:xfrm>
          <a:prstGeom prst="rect">
            <a:avLst/>
          </a:prstGeom>
          <a:solidFill>
            <a:srgbClr val="4125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0" name="Input frame mosaic cell"/>
          <p:cNvSpPr/>
          <p:nvPr/>
        </p:nvSpPr>
        <p:spPr>
          <a:xfrm>
            <a:off x="1675638" y="2347722"/>
            <a:ext cx="54407" cy="55191"/>
          </a:xfrm>
          <a:prstGeom prst="rect">
            <a:avLst/>
          </a:prstGeom>
          <a:solidFill>
            <a:srgbClr val="3E201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1" name="Input frame mosaic cell"/>
          <p:cNvSpPr/>
          <p:nvPr/>
        </p:nvSpPr>
        <p:spPr>
          <a:xfrm>
            <a:off x="1725473" y="2347722"/>
            <a:ext cx="54407" cy="55191"/>
          </a:xfrm>
          <a:prstGeom prst="rect">
            <a:avLst/>
          </a:prstGeom>
          <a:solidFill>
            <a:srgbClr val="3E20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2" name="Input frame mosaic cell"/>
          <p:cNvSpPr/>
          <p:nvPr/>
        </p:nvSpPr>
        <p:spPr>
          <a:xfrm>
            <a:off x="1775308" y="2347722"/>
            <a:ext cx="54407" cy="55191"/>
          </a:xfrm>
          <a:prstGeom prst="rect">
            <a:avLst/>
          </a:prstGeom>
          <a:solidFill>
            <a:srgbClr val="331A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3" name="Input frame mosaic cell"/>
          <p:cNvSpPr/>
          <p:nvPr/>
        </p:nvSpPr>
        <p:spPr>
          <a:xfrm>
            <a:off x="1825142" y="2347722"/>
            <a:ext cx="54407" cy="55191"/>
          </a:xfrm>
          <a:prstGeom prst="rect">
            <a:avLst/>
          </a:prstGeom>
          <a:solidFill>
            <a:srgbClr val="2A17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4" name="Input frame mosaic cell"/>
          <p:cNvSpPr/>
          <p:nvPr/>
        </p:nvSpPr>
        <p:spPr>
          <a:xfrm>
            <a:off x="1874977" y="2347722"/>
            <a:ext cx="54407" cy="55191"/>
          </a:xfrm>
          <a:prstGeom prst="rect">
            <a:avLst/>
          </a:prstGeom>
          <a:solidFill>
            <a:srgbClr val="2817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5" name="Input frame mosaic cell"/>
          <p:cNvSpPr/>
          <p:nvPr/>
        </p:nvSpPr>
        <p:spPr>
          <a:xfrm>
            <a:off x="1924812" y="2347722"/>
            <a:ext cx="54407" cy="55191"/>
          </a:xfrm>
          <a:prstGeom prst="rect">
            <a:avLst/>
          </a:prstGeom>
          <a:solidFill>
            <a:srgbClr val="2314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6" name="Input frame mosaic cell"/>
          <p:cNvSpPr/>
          <p:nvPr/>
        </p:nvSpPr>
        <p:spPr>
          <a:xfrm>
            <a:off x="1974647" y="2347722"/>
            <a:ext cx="54407" cy="55191"/>
          </a:xfrm>
          <a:prstGeom prst="rect">
            <a:avLst/>
          </a:prstGeom>
          <a:solidFill>
            <a:srgbClr val="2215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7" name="Input frame mosaic cell"/>
          <p:cNvSpPr/>
          <p:nvPr/>
        </p:nvSpPr>
        <p:spPr>
          <a:xfrm>
            <a:off x="2024482" y="2347722"/>
            <a:ext cx="54407" cy="55191"/>
          </a:xfrm>
          <a:prstGeom prst="rect">
            <a:avLst/>
          </a:prstGeom>
          <a:solidFill>
            <a:srgbClr val="271A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8" name="Input frame mosaic cell"/>
          <p:cNvSpPr/>
          <p:nvPr/>
        </p:nvSpPr>
        <p:spPr>
          <a:xfrm>
            <a:off x="2074316" y="2347722"/>
            <a:ext cx="54407" cy="55191"/>
          </a:xfrm>
          <a:prstGeom prst="rect">
            <a:avLst/>
          </a:prstGeom>
          <a:solidFill>
            <a:srgbClr val="281C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9" name="Input frame mosaic cell"/>
          <p:cNvSpPr/>
          <p:nvPr/>
        </p:nvSpPr>
        <p:spPr>
          <a:xfrm>
            <a:off x="2124151" y="2347722"/>
            <a:ext cx="54407" cy="55191"/>
          </a:xfrm>
          <a:prstGeom prst="rect">
            <a:avLst/>
          </a:prstGeom>
          <a:solidFill>
            <a:srgbClr val="2418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0" name="Input frame mosaic cell"/>
          <p:cNvSpPr/>
          <p:nvPr/>
        </p:nvSpPr>
        <p:spPr>
          <a:xfrm>
            <a:off x="2173986" y="2347722"/>
            <a:ext cx="54407" cy="55191"/>
          </a:xfrm>
          <a:prstGeom prst="rect">
            <a:avLst/>
          </a:prstGeom>
          <a:solidFill>
            <a:srgbClr val="160E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1" name="Input frame mosaic cell"/>
          <p:cNvSpPr/>
          <p:nvPr/>
        </p:nvSpPr>
        <p:spPr>
          <a:xfrm>
            <a:off x="2223821" y="2347722"/>
            <a:ext cx="54407" cy="55191"/>
          </a:xfrm>
          <a:prstGeom prst="rect">
            <a:avLst/>
          </a:prstGeom>
          <a:solidFill>
            <a:srgbClr val="130A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2" name="Input frame mosaic cell"/>
          <p:cNvSpPr/>
          <p:nvPr/>
        </p:nvSpPr>
        <p:spPr>
          <a:xfrm>
            <a:off x="2273656" y="2347722"/>
            <a:ext cx="54407" cy="55191"/>
          </a:xfrm>
          <a:prstGeom prst="rect">
            <a:avLst/>
          </a:prstGeom>
          <a:solidFill>
            <a:srgbClr val="180C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3" name="Input frame mosaic cell"/>
          <p:cNvSpPr/>
          <p:nvPr/>
        </p:nvSpPr>
        <p:spPr>
          <a:xfrm>
            <a:off x="2323490" y="2347722"/>
            <a:ext cx="54407" cy="55191"/>
          </a:xfrm>
          <a:prstGeom prst="rect">
            <a:avLst/>
          </a:prstGeom>
          <a:solidFill>
            <a:srgbClr val="1B0D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4" name="Input frame mosaic cell"/>
          <p:cNvSpPr/>
          <p:nvPr/>
        </p:nvSpPr>
        <p:spPr>
          <a:xfrm>
            <a:off x="2373325" y="2347722"/>
            <a:ext cx="54407" cy="55191"/>
          </a:xfrm>
          <a:prstGeom prst="rect">
            <a:avLst/>
          </a:prstGeom>
          <a:solidFill>
            <a:srgbClr val="190C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5" name="Input frame mosaic cell"/>
          <p:cNvSpPr/>
          <p:nvPr/>
        </p:nvSpPr>
        <p:spPr>
          <a:xfrm>
            <a:off x="429768" y="2398341"/>
            <a:ext cx="54407" cy="55191"/>
          </a:xfrm>
          <a:prstGeom prst="rect">
            <a:avLst/>
          </a:prstGeom>
          <a:solidFill>
            <a:srgbClr val="1E19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6" name="Input frame mosaic cell"/>
          <p:cNvSpPr/>
          <p:nvPr/>
        </p:nvSpPr>
        <p:spPr>
          <a:xfrm>
            <a:off x="479603" y="2398341"/>
            <a:ext cx="54407" cy="55191"/>
          </a:xfrm>
          <a:prstGeom prst="rect">
            <a:avLst/>
          </a:prstGeom>
          <a:solidFill>
            <a:srgbClr val="4739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7" name="Input frame mosaic cell"/>
          <p:cNvSpPr/>
          <p:nvPr/>
        </p:nvSpPr>
        <p:spPr>
          <a:xfrm>
            <a:off x="529438" y="2398341"/>
            <a:ext cx="54407" cy="55191"/>
          </a:xfrm>
          <a:prstGeom prst="rect">
            <a:avLst/>
          </a:prstGeom>
          <a:solidFill>
            <a:srgbClr val="3323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8" name="Input frame mosaic cell"/>
          <p:cNvSpPr/>
          <p:nvPr/>
        </p:nvSpPr>
        <p:spPr>
          <a:xfrm>
            <a:off x="579272" y="2398341"/>
            <a:ext cx="54407" cy="55191"/>
          </a:xfrm>
          <a:prstGeom prst="rect">
            <a:avLst/>
          </a:prstGeom>
          <a:solidFill>
            <a:srgbClr val="1A0C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9" name="Input frame mosaic cell"/>
          <p:cNvSpPr/>
          <p:nvPr/>
        </p:nvSpPr>
        <p:spPr>
          <a:xfrm>
            <a:off x="629107" y="2398341"/>
            <a:ext cx="54407" cy="55191"/>
          </a:xfrm>
          <a:prstGeom prst="rect">
            <a:avLst/>
          </a:prstGeom>
          <a:solidFill>
            <a:srgbClr val="1E0F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0" name="Input frame mosaic cell"/>
          <p:cNvSpPr/>
          <p:nvPr/>
        </p:nvSpPr>
        <p:spPr>
          <a:xfrm>
            <a:off x="678942" y="2398341"/>
            <a:ext cx="54407" cy="55191"/>
          </a:xfrm>
          <a:prstGeom prst="rect">
            <a:avLst/>
          </a:prstGeom>
          <a:solidFill>
            <a:srgbClr val="2616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1" name="Input frame mosaic cell"/>
          <p:cNvSpPr/>
          <p:nvPr/>
        </p:nvSpPr>
        <p:spPr>
          <a:xfrm>
            <a:off x="728777" y="2398341"/>
            <a:ext cx="54407" cy="55191"/>
          </a:xfrm>
          <a:prstGeom prst="rect">
            <a:avLst/>
          </a:prstGeom>
          <a:solidFill>
            <a:srgbClr val="2414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2" name="Input frame mosaic cell"/>
          <p:cNvSpPr/>
          <p:nvPr/>
        </p:nvSpPr>
        <p:spPr>
          <a:xfrm>
            <a:off x="778612" y="2398341"/>
            <a:ext cx="54407" cy="55191"/>
          </a:xfrm>
          <a:prstGeom prst="rect">
            <a:avLst/>
          </a:prstGeom>
          <a:solidFill>
            <a:srgbClr val="1F11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3" name="Input frame mosaic cell"/>
          <p:cNvSpPr/>
          <p:nvPr/>
        </p:nvSpPr>
        <p:spPr>
          <a:xfrm>
            <a:off x="828446" y="2398341"/>
            <a:ext cx="54407" cy="55191"/>
          </a:xfrm>
          <a:prstGeom prst="rect">
            <a:avLst/>
          </a:prstGeom>
          <a:solidFill>
            <a:srgbClr val="2314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4" name="Input frame mosaic cell"/>
          <p:cNvSpPr/>
          <p:nvPr/>
        </p:nvSpPr>
        <p:spPr>
          <a:xfrm>
            <a:off x="878281" y="2398341"/>
            <a:ext cx="54407" cy="55191"/>
          </a:xfrm>
          <a:prstGeom prst="rect">
            <a:avLst/>
          </a:prstGeom>
          <a:solidFill>
            <a:srgbClr val="2918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5" name="Input frame mosaic cell"/>
          <p:cNvSpPr/>
          <p:nvPr/>
        </p:nvSpPr>
        <p:spPr>
          <a:xfrm>
            <a:off x="928116" y="2398341"/>
            <a:ext cx="54407" cy="55191"/>
          </a:xfrm>
          <a:prstGeom prst="rect">
            <a:avLst/>
          </a:prstGeom>
          <a:solidFill>
            <a:srgbClr val="3A211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6" name="Input frame mosaic cell"/>
          <p:cNvSpPr/>
          <p:nvPr/>
        </p:nvSpPr>
        <p:spPr>
          <a:xfrm>
            <a:off x="977951" y="2398341"/>
            <a:ext cx="54407" cy="55191"/>
          </a:xfrm>
          <a:prstGeom prst="rect">
            <a:avLst/>
          </a:prstGeom>
          <a:solidFill>
            <a:srgbClr val="4C2A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7" name="Input frame mosaic cell"/>
          <p:cNvSpPr/>
          <p:nvPr/>
        </p:nvSpPr>
        <p:spPr>
          <a:xfrm>
            <a:off x="1027786" y="2398341"/>
            <a:ext cx="54407" cy="55191"/>
          </a:xfrm>
          <a:prstGeom prst="rect">
            <a:avLst/>
          </a:prstGeom>
          <a:solidFill>
            <a:srgbClr val="4729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8" name="Input frame mosaic cell"/>
          <p:cNvSpPr/>
          <p:nvPr/>
        </p:nvSpPr>
        <p:spPr>
          <a:xfrm>
            <a:off x="1077620" y="2398341"/>
            <a:ext cx="54407" cy="55191"/>
          </a:xfrm>
          <a:prstGeom prst="rect">
            <a:avLst/>
          </a:prstGeom>
          <a:solidFill>
            <a:srgbClr val="4326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9" name="Input frame mosaic cell"/>
          <p:cNvSpPr/>
          <p:nvPr/>
        </p:nvSpPr>
        <p:spPr>
          <a:xfrm>
            <a:off x="1127455" y="2398341"/>
            <a:ext cx="54407" cy="55191"/>
          </a:xfrm>
          <a:prstGeom prst="rect">
            <a:avLst/>
          </a:prstGeom>
          <a:solidFill>
            <a:srgbClr val="4821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0" name="Input frame mosaic cell"/>
          <p:cNvSpPr/>
          <p:nvPr/>
        </p:nvSpPr>
        <p:spPr>
          <a:xfrm>
            <a:off x="1177290" y="2398341"/>
            <a:ext cx="54407" cy="55191"/>
          </a:xfrm>
          <a:prstGeom prst="rect">
            <a:avLst/>
          </a:prstGeom>
          <a:solidFill>
            <a:srgbClr val="6730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1" name="Input frame mosaic cell"/>
          <p:cNvSpPr/>
          <p:nvPr/>
        </p:nvSpPr>
        <p:spPr>
          <a:xfrm>
            <a:off x="1227125" y="2398341"/>
            <a:ext cx="54407" cy="55191"/>
          </a:xfrm>
          <a:prstGeom prst="rect">
            <a:avLst/>
          </a:prstGeom>
          <a:solidFill>
            <a:srgbClr val="893E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2" name="Input frame mosaic cell"/>
          <p:cNvSpPr/>
          <p:nvPr/>
        </p:nvSpPr>
        <p:spPr>
          <a:xfrm>
            <a:off x="1276960" y="2398341"/>
            <a:ext cx="54407" cy="55191"/>
          </a:xfrm>
          <a:prstGeom prst="rect">
            <a:avLst/>
          </a:prstGeom>
          <a:solidFill>
            <a:srgbClr val="8937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3" name="Input frame mosaic cell"/>
          <p:cNvSpPr/>
          <p:nvPr/>
        </p:nvSpPr>
        <p:spPr>
          <a:xfrm>
            <a:off x="1326794" y="2398341"/>
            <a:ext cx="54407" cy="55191"/>
          </a:xfrm>
          <a:prstGeom prst="rect">
            <a:avLst/>
          </a:prstGeom>
          <a:solidFill>
            <a:srgbClr val="722D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4" name="Input frame mosaic cell"/>
          <p:cNvSpPr/>
          <p:nvPr/>
        </p:nvSpPr>
        <p:spPr>
          <a:xfrm>
            <a:off x="1376629" y="2398341"/>
            <a:ext cx="54407" cy="55191"/>
          </a:xfrm>
          <a:prstGeom prst="rect">
            <a:avLst/>
          </a:prstGeom>
          <a:solidFill>
            <a:srgbClr val="4619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5" name="Input frame mosaic cell"/>
          <p:cNvSpPr/>
          <p:nvPr/>
        </p:nvSpPr>
        <p:spPr>
          <a:xfrm>
            <a:off x="1426464" y="2398341"/>
            <a:ext cx="54407" cy="55191"/>
          </a:xfrm>
          <a:prstGeom prst="rect">
            <a:avLst/>
          </a:prstGeom>
          <a:solidFill>
            <a:srgbClr val="3916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6" name="Input frame mosaic cell"/>
          <p:cNvSpPr/>
          <p:nvPr/>
        </p:nvSpPr>
        <p:spPr>
          <a:xfrm>
            <a:off x="1476299" y="2398341"/>
            <a:ext cx="54407" cy="55191"/>
          </a:xfrm>
          <a:prstGeom prst="rect">
            <a:avLst/>
          </a:prstGeom>
          <a:solidFill>
            <a:srgbClr val="3718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7" name="Input frame mosaic cell"/>
          <p:cNvSpPr/>
          <p:nvPr/>
        </p:nvSpPr>
        <p:spPr>
          <a:xfrm>
            <a:off x="1526134" y="2398341"/>
            <a:ext cx="54407" cy="55191"/>
          </a:xfrm>
          <a:prstGeom prst="rect">
            <a:avLst/>
          </a:prstGeom>
          <a:solidFill>
            <a:srgbClr val="4D2C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8" name="Input frame mosaic cell"/>
          <p:cNvSpPr/>
          <p:nvPr/>
        </p:nvSpPr>
        <p:spPr>
          <a:xfrm>
            <a:off x="1575968" y="2398341"/>
            <a:ext cx="54407" cy="55191"/>
          </a:xfrm>
          <a:prstGeom prst="rect">
            <a:avLst/>
          </a:prstGeom>
          <a:solidFill>
            <a:srgbClr val="5A3D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9" name="Input frame mosaic cell"/>
          <p:cNvSpPr/>
          <p:nvPr/>
        </p:nvSpPr>
        <p:spPr>
          <a:xfrm>
            <a:off x="1625803" y="2398341"/>
            <a:ext cx="54407" cy="55191"/>
          </a:xfrm>
          <a:prstGeom prst="rect">
            <a:avLst/>
          </a:prstGeom>
          <a:solidFill>
            <a:srgbClr val="4C31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0" name="Input frame mosaic cell"/>
          <p:cNvSpPr/>
          <p:nvPr/>
        </p:nvSpPr>
        <p:spPr>
          <a:xfrm>
            <a:off x="1675638" y="2398341"/>
            <a:ext cx="54407" cy="55191"/>
          </a:xfrm>
          <a:prstGeom prst="rect">
            <a:avLst/>
          </a:prstGeom>
          <a:solidFill>
            <a:srgbClr val="4327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1" name="Input frame mosaic cell"/>
          <p:cNvSpPr/>
          <p:nvPr/>
        </p:nvSpPr>
        <p:spPr>
          <a:xfrm>
            <a:off x="1725473" y="2398341"/>
            <a:ext cx="54407" cy="55191"/>
          </a:xfrm>
          <a:prstGeom prst="rect">
            <a:avLst/>
          </a:prstGeom>
          <a:solidFill>
            <a:srgbClr val="3A21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2" name="Input frame mosaic cell"/>
          <p:cNvSpPr/>
          <p:nvPr/>
        </p:nvSpPr>
        <p:spPr>
          <a:xfrm>
            <a:off x="1775308" y="2398341"/>
            <a:ext cx="54407" cy="55191"/>
          </a:xfrm>
          <a:prstGeom prst="rect">
            <a:avLst/>
          </a:prstGeom>
          <a:solidFill>
            <a:srgbClr val="331D1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3" name="Input frame mosaic cell"/>
          <p:cNvSpPr/>
          <p:nvPr/>
        </p:nvSpPr>
        <p:spPr>
          <a:xfrm>
            <a:off x="1825142" y="2398341"/>
            <a:ext cx="54407" cy="55191"/>
          </a:xfrm>
          <a:prstGeom prst="rect">
            <a:avLst/>
          </a:prstGeom>
          <a:solidFill>
            <a:srgbClr val="301C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4" name="Input frame mosaic cell"/>
          <p:cNvSpPr/>
          <p:nvPr/>
        </p:nvSpPr>
        <p:spPr>
          <a:xfrm>
            <a:off x="1874977" y="2398341"/>
            <a:ext cx="54407" cy="55191"/>
          </a:xfrm>
          <a:prstGeom prst="rect">
            <a:avLst/>
          </a:prstGeom>
          <a:solidFill>
            <a:srgbClr val="2D19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5" name="Input frame mosaic cell"/>
          <p:cNvSpPr/>
          <p:nvPr/>
        </p:nvSpPr>
        <p:spPr>
          <a:xfrm>
            <a:off x="1924812" y="2398341"/>
            <a:ext cx="54407" cy="55191"/>
          </a:xfrm>
          <a:prstGeom prst="rect">
            <a:avLst/>
          </a:prstGeom>
          <a:solidFill>
            <a:srgbClr val="2917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6" name="Input frame mosaic cell"/>
          <p:cNvSpPr/>
          <p:nvPr/>
        </p:nvSpPr>
        <p:spPr>
          <a:xfrm>
            <a:off x="1974647" y="2398341"/>
            <a:ext cx="54407" cy="55191"/>
          </a:xfrm>
          <a:prstGeom prst="rect">
            <a:avLst/>
          </a:prstGeom>
          <a:solidFill>
            <a:srgbClr val="2816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7" name="Input frame mosaic cell"/>
          <p:cNvSpPr/>
          <p:nvPr/>
        </p:nvSpPr>
        <p:spPr>
          <a:xfrm>
            <a:off x="2024482" y="2398341"/>
            <a:ext cx="54407" cy="55191"/>
          </a:xfrm>
          <a:prstGeom prst="rect">
            <a:avLst/>
          </a:prstGeom>
          <a:solidFill>
            <a:srgbClr val="2A1A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8" name="Input frame mosaic cell"/>
          <p:cNvSpPr/>
          <p:nvPr/>
        </p:nvSpPr>
        <p:spPr>
          <a:xfrm>
            <a:off x="2074316" y="2398341"/>
            <a:ext cx="54407" cy="55191"/>
          </a:xfrm>
          <a:prstGeom prst="rect">
            <a:avLst/>
          </a:prstGeom>
          <a:solidFill>
            <a:srgbClr val="271A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9" name="Input frame mosaic cell"/>
          <p:cNvSpPr/>
          <p:nvPr/>
        </p:nvSpPr>
        <p:spPr>
          <a:xfrm>
            <a:off x="2124151" y="2398341"/>
            <a:ext cx="54407" cy="55191"/>
          </a:xfrm>
          <a:prstGeom prst="rect">
            <a:avLst/>
          </a:prstGeom>
          <a:solidFill>
            <a:srgbClr val="261A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0" name="Input frame mosaic cell"/>
          <p:cNvSpPr/>
          <p:nvPr/>
        </p:nvSpPr>
        <p:spPr>
          <a:xfrm>
            <a:off x="2173986" y="2398341"/>
            <a:ext cx="54407" cy="55191"/>
          </a:xfrm>
          <a:prstGeom prst="rect">
            <a:avLst/>
          </a:prstGeom>
          <a:solidFill>
            <a:srgbClr val="1D13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1" name="Input frame mosaic cell"/>
          <p:cNvSpPr/>
          <p:nvPr/>
        </p:nvSpPr>
        <p:spPr>
          <a:xfrm>
            <a:off x="2223821" y="2398341"/>
            <a:ext cx="54407" cy="55191"/>
          </a:xfrm>
          <a:prstGeom prst="rect">
            <a:avLst/>
          </a:prstGeom>
          <a:solidFill>
            <a:srgbClr val="140B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2" name="Input frame mosaic cell"/>
          <p:cNvSpPr/>
          <p:nvPr/>
        </p:nvSpPr>
        <p:spPr>
          <a:xfrm>
            <a:off x="2273656" y="2398341"/>
            <a:ext cx="54407" cy="55191"/>
          </a:xfrm>
          <a:prstGeom prst="rect">
            <a:avLst/>
          </a:prstGeom>
          <a:solidFill>
            <a:srgbClr val="180D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3" name="Input frame mosaic cell"/>
          <p:cNvSpPr/>
          <p:nvPr/>
        </p:nvSpPr>
        <p:spPr>
          <a:xfrm>
            <a:off x="2323490" y="2398341"/>
            <a:ext cx="54407" cy="55191"/>
          </a:xfrm>
          <a:prstGeom prst="rect">
            <a:avLst/>
          </a:prstGeom>
          <a:solidFill>
            <a:srgbClr val="1F10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4" name="Input frame mosaic cell"/>
          <p:cNvSpPr/>
          <p:nvPr/>
        </p:nvSpPr>
        <p:spPr>
          <a:xfrm>
            <a:off x="2373325" y="2398341"/>
            <a:ext cx="54407" cy="55191"/>
          </a:xfrm>
          <a:prstGeom prst="rect">
            <a:avLst/>
          </a:prstGeom>
          <a:solidFill>
            <a:srgbClr val="1E0F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5" name="Input frame mosaic cell"/>
          <p:cNvSpPr/>
          <p:nvPr/>
        </p:nvSpPr>
        <p:spPr>
          <a:xfrm>
            <a:off x="429768" y="2448959"/>
            <a:ext cx="54407" cy="55191"/>
          </a:xfrm>
          <a:prstGeom prst="rect">
            <a:avLst/>
          </a:prstGeom>
          <a:solidFill>
            <a:srgbClr val="26171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6" name="Input frame mosaic cell"/>
          <p:cNvSpPr/>
          <p:nvPr/>
        </p:nvSpPr>
        <p:spPr>
          <a:xfrm>
            <a:off x="479603" y="2448959"/>
            <a:ext cx="54407" cy="55191"/>
          </a:xfrm>
          <a:prstGeom prst="rect">
            <a:avLst/>
          </a:prstGeom>
          <a:solidFill>
            <a:srgbClr val="391F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7" name="Input frame mosaic cell"/>
          <p:cNvSpPr/>
          <p:nvPr/>
        </p:nvSpPr>
        <p:spPr>
          <a:xfrm>
            <a:off x="529438" y="2448959"/>
            <a:ext cx="54407" cy="55191"/>
          </a:xfrm>
          <a:prstGeom prst="rect">
            <a:avLst/>
          </a:prstGeom>
          <a:solidFill>
            <a:srgbClr val="2C17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8" name="Input frame mosaic cell"/>
          <p:cNvSpPr/>
          <p:nvPr/>
        </p:nvSpPr>
        <p:spPr>
          <a:xfrm>
            <a:off x="579272" y="2448959"/>
            <a:ext cx="54407" cy="55191"/>
          </a:xfrm>
          <a:prstGeom prst="rect">
            <a:avLst/>
          </a:prstGeom>
          <a:solidFill>
            <a:srgbClr val="361B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9" name="Input frame mosaic cell"/>
          <p:cNvSpPr/>
          <p:nvPr/>
        </p:nvSpPr>
        <p:spPr>
          <a:xfrm>
            <a:off x="629107" y="2448959"/>
            <a:ext cx="54407" cy="55191"/>
          </a:xfrm>
          <a:prstGeom prst="rect">
            <a:avLst/>
          </a:prstGeom>
          <a:solidFill>
            <a:srgbClr val="3215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0" name="Input frame mosaic cell"/>
          <p:cNvSpPr/>
          <p:nvPr/>
        </p:nvSpPr>
        <p:spPr>
          <a:xfrm>
            <a:off x="678942" y="2448959"/>
            <a:ext cx="54407" cy="55191"/>
          </a:xfrm>
          <a:prstGeom prst="rect">
            <a:avLst/>
          </a:prstGeom>
          <a:solidFill>
            <a:srgbClr val="2D15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1" name="Input frame mosaic cell"/>
          <p:cNvSpPr/>
          <p:nvPr/>
        </p:nvSpPr>
        <p:spPr>
          <a:xfrm>
            <a:off x="728777" y="2448959"/>
            <a:ext cx="54407" cy="55191"/>
          </a:xfrm>
          <a:prstGeom prst="rect">
            <a:avLst/>
          </a:prstGeom>
          <a:solidFill>
            <a:srgbClr val="2A13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2" name="Input frame mosaic cell"/>
          <p:cNvSpPr/>
          <p:nvPr/>
        </p:nvSpPr>
        <p:spPr>
          <a:xfrm>
            <a:off x="778612" y="2448959"/>
            <a:ext cx="54407" cy="55191"/>
          </a:xfrm>
          <a:prstGeom prst="rect">
            <a:avLst/>
          </a:prstGeom>
          <a:solidFill>
            <a:srgbClr val="2612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3" name="Input frame mosaic cell"/>
          <p:cNvSpPr/>
          <p:nvPr/>
        </p:nvSpPr>
        <p:spPr>
          <a:xfrm>
            <a:off x="828446" y="2448959"/>
            <a:ext cx="54407" cy="55191"/>
          </a:xfrm>
          <a:prstGeom prst="rect">
            <a:avLst/>
          </a:prstGeom>
          <a:solidFill>
            <a:srgbClr val="2C17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4" name="Input frame mosaic cell"/>
          <p:cNvSpPr/>
          <p:nvPr/>
        </p:nvSpPr>
        <p:spPr>
          <a:xfrm>
            <a:off x="878281" y="2448959"/>
            <a:ext cx="54407" cy="55191"/>
          </a:xfrm>
          <a:prstGeom prst="rect">
            <a:avLst/>
          </a:prstGeom>
          <a:solidFill>
            <a:srgbClr val="371E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5" name="Input frame mosaic cell"/>
          <p:cNvSpPr/>
          <p:nvPr/>
        </p:nvSpPr>
        <p:spPr>
          <a:xfrm>
            <a:off x="928116" y="2448959"/>
            <a:ext cx="54407" cy="55191"/>
          </a:xfrm>
          <a:prstGeom prst="rect">
            <a:avLst/>
          </a:prstGeom>
          <a:solidFill>
            <a:srgbClr val="532C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6" name="Input frame mosaic cell"/>
          <p:cNvSpPr/>
          <p:nvPr/>
        </p:nvSpPr>
        <p:spPr>
          <a:xfrm>
            <a:off x="977951" y="2448959"/>
            <a:ext cx="54407" cy="55191"/>
          </a:xfrm>
          <a:prstGeom prst="rect">
            <a:avLst/>
          </a:prstGeom>
          <a:solidFill>
            <a:srgbClr val="5B32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7" name="Input frame mosaic cell"/>
          <p:cNvSpPr/>
          <p:nvPr/>
        </p:nvSpPr>
        <p:spPr>
          <a:xfrm>
            <a:off x="1027786" y="2448959"/>
            <a:ext cx="54407" cy="55191"/>
          </a:xfrm>
          <a:prstGeom prst="rect">
            <a:avLst/>
          </a:prstGeom>
          <a:solidFill>
            <a:srgbClr val="562F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8" name="Input frame mosaic cell"/>
          <p:cNvSpPr/>
          <p:nvPr/>
        </p:nvSpPr>
        <p:spPr>
          <a:xfrm>
            <a:off x="1077620" y="2448959"/>
            <a:ext cx="54407" cy="55191"/>
          </a:xfrm>
          <a:prstGeom prst="rect">
            <a:avLst/>
          </a:prstGeom>
          <a:solidFill>
            <a:srgbClr val="502C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9" name="Input frame mosaic cell"/>
          <p:cNvSpPr/>
          <p:nvPr/>
        </p:nvSpPr>
        <p:spPr>
          <a:xfrm>
            <a:off x="1127455" y="2448959"/>
            <a:ext cx="54407" cy="55191"/>
          </a:xfrm>
          <a:prstGeom prst="rect">
            <a:avLst/>
          </a:prstGeom>
          <a:solidFill>
            <a:srgbClr val="4B26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0" name="Input frame mosaic cell"/>
          <p:cNvSpPr/>
          <p:nvPr/>
        </p:nvSpPr>
        <p:spPr>
          <a:xfrm>
            <a:off x="1177290" y="2448959"/>
            <a:ext cx="54407" cy="55191"/>
          </a:xfrm>
          <a:prstGeom prst="rect">
            <a:avLst/>
          </a:prstGeom>
          <a:solidFill>
            <a:srgbClr val="5829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1" name="Input frame mosaic cell"/>
          <p:cNvSpPr/>
          <p:nvPr/>
        </p:nvSpPr>
        <p:spPr>
          <a:xfrm>
            <a:off x="1227125" y="2448959"/>
            <a:ext cx="54407" cy="55191"/>
          </a:xfrm>
          <a:prstGeom prst="rect">
            <a:avLst/>
          </a:prstGeom>
          <a:solidFill>
            <a:srgbClr val="7B38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2" name="Input frame mosaic cell"/>
          <p:cNvSpPr/>
          <p:nvPr/>
        </p:nvSpPr>
        <p:spPr>
          <a:xfrm>
            <a:off x="1276960" y="2448959"/>
            <a:ext cx="54407" cy="55191"/>
          </a:xfrm>
          <a:prstGeom prst="rect">
            <a:avLst/>
          </a:prstGeom>
          <a:solidFill>
            <a:srgbClr val="813C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3" name="Input frame mosaic cell"/>
          <p:cNvSpPr/>
          <p:nvPr/>
        </p:nvSpPr>
        <p:spPr>
          <a:xfrm>
            <a:off x="1326794" y="2448959"/>
            <a:ext cx="54407" cy="55191"/>
          </a:xfrm>
          <a:prstGeom prst="rect">
            <a:avLst/>
          </a:prstGeom>
          <a:solidFill>
            <a:srgbClr val="5E28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4" name="Input frame mosaic cell"/>
          <p:cNvSpPr/>
          <p:nvPr/>
        </p:nvSpPr>
        <p:spPr>
          <a:xfrm>
            <a:off x="1376629" y="2448959"/>
            <a:ext cx="54407" cy="55191"/>
          </a:xfrm>
          <a:prstGeom prst="rect">
            <a:avLst/>
          </a:prstGeom>
          <a:solidFill>
            <a:srgbClr val="461D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5" name="Input frame mosaic cell"/>
          <p:cNvSpPr/>
          <p:nvPr/>
        </p:nvSpPr>
        <p:spPr>
          <a:xfrm>
            <a:off x="1426464" y="2448959"/>
            <a:ext cx="54407" cy="55191"/>
          </a:xfrm>
          <a:prstGeom prst="rect">
            <a:avLst/>
          </a:prstGeom>
          <a:solidFill>
            <a:srgbClr val="421C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6" name="Input frame mosaic cell"/>
          <p:cNvSpPr/>
          <p:nvPr/>
        </p:nvSpPr>
        <p:spPr>
          <a:xfrm>
            <a:off x="1476299" y="2448959"/>
            <a:ext cx="54407" cy="55191"/>
          </a:xfrm>
          <a:prstGeom prst="rect">
            <a:avLst/>
          </a:prstGeom>
          <a:solidFill>
            <a:srgbClr val="4F26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7" name="Input frame mosaic cell"/>
          <p:cNvSpPr/>
          <p:nvPr/>
        </p:nvSpPr>
        <p:spPr>
          <a:xfrm>
            <a:off x="1526134" y="2448959"/>
            <a:ext cx="54407" cy="55191"/>
          </a:xfrm>
          <a:prstGeom prst="rect">
            <a:avLst/>
          </a:prstGeom>
          <a:solidFill>
            <a:srgbClr val="7C42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8" name="Input frame mosaic cell"/>
          <p:cNvSpPr/>
          <p:nvPr/>
        </p:nvSpPr>
        <p:spPr>
          <a:xfrm>
            <a:off x="1575968" y="2448959"/>
            <a:ext cx="54407" cy="55191"/>
          </a:xfrm>
          <a:prstGeom prst="rect">
            <a:avLst/>
          </a:prstGeom>
          <a:solidFill>
            <a:srgbClr val="9568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9" name="Input frame mosaic cell"/>
          <p:cNvSpPr/>
          <p:nvPr/>
        </p:nvSpPr>
        <p:spPr>
          <a:xfrm>
            <a:off x="1625803" y="2448959"/>
            <a:ext cx="54407" cy="55191"/>
          </a:xfrm>
          <a:prstGeom prst="rect">
            <a:avLst/>
          </a:prstGeom>
          <a:solidFill>
            <a:srgbClr val="8F6F6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0" name="Input frame mosaic cell"/>
          <p:cNvSpPr/>
          <p:nvPr/>
        </p:nvSpPr>
        <p:spPr>
          <a:xfrm>
            <a:off x="1675638" y="2448959"/>
            <a:ext cx="54407" cy="55191"/>
          </a:xfrm>
          <a:prstGeom prst="rect">
            <a:avLst/>
          </a:prstGeom>
          <a:solidFill>
            <a:srgbClr val="6C45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1" name="Input frame mosaic cell"/>
          <p:cNvSpPr/>
          <p:nvPr/>
        </p:nvSpPr>
        <p:spPr>
          <a:xfrm>
            <a:off x="1725473" y="2448959"/>
            <a:ext cx="54407" cy="55191"/>
          </a:xfrm>
          <a:prstGeom prst="rect">
            <a:avLst/>
          </a:prstGeom>
          <a:solidFill>
            <a:srgbClr val="4F34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2" name="Input frame mosaic cell"/>
          <p:cNvSpPr/>
          <p:nvPr/>
        </p:nvSpPr>
        <p:spPr>
          <a:xfrm>
            <a:off x="1775308" y="2448959"/>
            <a:ext cx="54407" cy="55191"/>
          </a:xfrm>
          <a:prstGeom prst="rect">
            <a:avLst/>
          </a:prstGeom>
          <a:solidFill>
            <a:srgbClr val="4C39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3" name="Input frame mosaic cell"/>
          <p:cNvSpPr/>
          <p:nvPr/>
        </p:nvSpPr>
        <p:spPr>
          <a:xfrm>
            <a:off x="1825142" y="2448959"/>
            <a:ext cx="54407" cy="55191"/>
          </a:xfrm>
          <a:prstGeom prst="rect">
            <a:avLst/>
          </a:prstGeom>
          <a:solidFill>
            <a:srgbClr val="4B3A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4" name="Input frame mosaic cell"/>
          <p:cNvSpPr/>
          <p:nvPr/>
        </p:nvSpPr>
        <p:spPr>
          <a:xfrm>
            <a:off x="1874977" y="2448959"/>
            <a:ext cx="54407" cy="55191"/>
          </a:xfrm>
          <a:prstGeom prst="rect">
            <a:avLst/>
          </a:prstGeom>
          <a:solidFill>
            <a:srgbClr val="483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5" name="Input frame mosaic cell"/>
          <p:cNvSpPr/>
          <p:nvPr/>
        </p:nvSpPr>
        <p:spPr>
          <a:xfrm>
            <a:off x="1924812" y="2448959"/>
            <a:ext cx="54407" cy="55191"/>
          </a:xfrm>
          <a:prstGeom prst="rect">
            <a:avLst/>
          </a:prstGeom>
          <a:solidFill>
            <a:srgbClr val="3627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6" name="Input frame mosaic cell"/>
          <p:cNvSpPr/>
          <p:nvPr/>
        </p:nvSpPr>
        <p:spPr>
          <a:xfrm>
            <a:off x="1974647" y="2448959"/>
            <a:ext cx="54407" cy="55191"/>
          </a:xfrm>
          <a:prstGeom prst="rect">
            <a:avLst/>
          </a:prstGeom>
          <a:solidFill>
            <a:srgbClr val="2919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7" name="Input frame mosaic cell"/>
          <p:cNvSpPr/>
          <p:nvPr/>
        </p:nvSpPr>
        <p:spPr>
          <a:xfrm>
            <a:off x="2024482" y="2448959"/>
            <a:ext cx="54407" cy="55191"/>
          </a:xfrm>
          <a:prstGeom prst="rect">
            <a:avLst/>
          </a:prstGeom>
          <a:solidFill>
            <a:srgbClr val="2515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8" name="Input frame mosaic cell"/>
          <p:cNvSpPr/>
          <p:nvPr/>
        </p:nvSpPr>
        <p:spPr>
          <a:xfrm>
            <a:off x="2074316" y="2448959"/>
            <a:ext cx="54407" cy="55191"/>
          </a:xfrm>
          <a:prstGeom prst="rect">
            <a:avLst/>
          </a:prstGeom>
          <a:solidFill>
            <a:srgbClr val="2619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9" name="Input frame mosaic cell"/>
          <p:cNvSpPr/>
          <p:nvPr/>
        </p:nvSpPr>
        <p:spPr>
          <a:xfrm>
            <a:off x="2124151" y="2448959"/>
            <a:ext cx="54407" cy="55191"/>
          </a:xfrm>
          <a:prstGeom prst="rect">
            <a:avLst/>
          </a:prstGeom>
          <a:solidFill>
            <a:srgbClr val="2A1E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0" name="Input frame mosaic cell"/>
          <p:cNvSpPr/>
          <p:nvPr/>
        </p:nvSpPr>
        <p:spPr>
          <a:xfrm>
            <a:off x="2173986" y="2448959"/>
            <a:ext cx="54407" cy="55191"/>
          </a:xfrm>
          <a:prstGeom prst="rect">
            <a:avLst/>
          </a:prstGeom>
          <a:solidFill>
            <a:srgbClr val="2A1E1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1" name="Input frame mosaic cell"/>
          <p:cNvSpPr/>
          <p:nvPr/>
        </p:nvSpPr>
        <p:spPr>
          <a:xfrm>
            <a:off x="2223821" y="2448959"/>
            <a:ext cx="54407" cy="55191"/>
          </a:xfrm>
          <a:prstGeom prst="rect">
            <a:avLst/>
          </a:prstGeom>
          <a:solidFill>
            <a:srgbClr val="1B10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2" name="Input frame mosaic cell"/>
          <p:cNvSpPr/>
          <p:nvPr/>
        </p:nvSpPr>
        <p:spPr>
          <a:xfrm>
            <a:off x="2273656" y="2448959"/>
            <a:ext cx="54407" cy="55191"/>
          </a:xfrm>
          <a:prstGeom prst="rect">
            <a:avLst/>
          </a:prstGeom>
          <a:solidFill>
            <a:srgbClr val="180C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3" name="Input frame mosaic cell"/>
          <p:cNvSpPr/>
          <p:nvPr/>
        </p:nvSpPr>
        <p:spPr>
          <a:xfrm>
            <a:off x="2323490" y="2448959"/>
            <a:ext cx="54407" cy="55191"/>
          </a:xfrm>
          <a:prstGeom prst="rect">
            <a:avLst/>
          </a:prstGeom>
          <a:solidFill>
            <a:srgbClr val="2110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4" name="Input frame mosaic cell"/>
          <p:cNvSpPr/>
          <p:nvPr/>
        </p:nvSpPr>
        <p:spPr>
          <a:xfrm>
            <a:off x="2373325" y="2448959"/>
            <a:ext cx="54407" cy="55191"/>
          </a:xfrm>
          <a:prstGeom prst="rect">
            <a:avLst/>
          </a:prstGeom>
          <a:solidFill>
            <a:srgbClr val="2211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5" name="Input frame mosaic cell"/>
          <p:cNvSpPr/>
          <p:nvPr/>
        </p:nvSpPr>
        <p:spPr>
          <a:xfrm>
            <a:off x="429768" y="2499578"/>
            <a:ext cx="54407" cy="55191"/>
          </a:xfrm>
          <a:prstGeom prst="rect">
            <a:avLst/>
          </a:prstGeom>
          <a:solidFill>
            <a:srgbClr val="3219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6" name="Input frame mosaic cell"/>
          <p:cNvSpPr/>
          <p:nvPr/>
        </p:nvSpPr>
        <p:spPr>
          <a:xfrm>
            <a:off x="479603" y="2499578"/>
            <a:ext cx="54407" cy="55191"/>
          </a:xfrm>
          <a:prstGeom prst="rect">
            <a:avLst/>
          </a:prstGeom>
          <a:solidFill>
            <a:srgbClr val="4A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7" name="Input frame mosaic cell"/>
          <p:cNvSpPr/>
          <p:nvPr/>
        </p:nvSpPr>
        <p:spPr>
          <a:xfrm>
            <a:off x="529438" y="2499578"/>
            <a:ext cx="54407" cy="55191"/>
          </a:xfrm>
          <a:prstGeom prst="rect">
            <a:avLst/>
          </a:prstGeom>
          <a:solidFill>
            <a:srgbClr val="4B27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8" name="Input frame mosaic cell"/>
          <p:cNvSpPr/>
          <p:nvPr/>
        </p:nvSpPr>
        <p:spPr>
          <a:xfrm>
            <a:off x="579272" y="2499578"/>
            <a:ext cx="54407" cy="55191"/>
          </a:xfrm>
          <a:prstGeom prst="rect">
            <a:avLst/>
          </a:prstGeom>
          <a:solidFill>
            <a:srgbClr val="5428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9" name="Input frame mosaic cell"/>
          <p:cNvSpPr/>
          <p:nvPr/>
        </p:nvSpPr>
        <p:spPr>
          <a:xfrm>
            <a:off x="629107" y="2499578"/>
            <a:ext cx="54407" cy="55191"/>
          </a:xfrm>
          <a:prstGeom prst="rect">
            <a:avLst/>
          </a:prstGeom>
          <a:solidFill>
            <a:srgbClr val="5A2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0" name="Input frame mosaic cell"/>
          <p:cNvSpPr/>
          <p:nvPr/>
        </p:nvSpPr>
        <p:spPr>
          <a:xfrm>
            <a:off x="678942" y="2499578"/>
            <a:ext cx="54407" cy="55191"/>
          </a:xfrm>
          <a:prstGeom prst="rect">
            <a:avLst/>
          </a:prstGeom>
          <a:solidFill>
            <a:srgbClr val="5D2D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1" name="Input frame mosaic cell"/>
          <p:cNvSpPr/>
          <p:nvPr/>
        </p:nvSpPr>
        <p:spPr>
          <a:xfrm>
            <a:off x="728777" y="2499578"/>
            <a:ext cx="54407" cy="55191"/>
          </a:xfrm>
          <a:prstGeom prst="rect">
            <a:avLst/>
          </a:prstGeom>
          <a:solidFill>
            <a:srgbClr val="602E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2" name="Input frame mosaic cell"/>
          <p:cNvSpPr/>
          <p:nvPr/>
        </p:nvSpPr>
        <p:spPr>
          <a:xfrm>
            <a:off x="778612" y="2499578"/>
            <a:ext cx="54407" cy="55191"/>
          </a:xfrm>
          <a:prstGeom prst="rect">
            <a:avLst/>
          </a:prstGeom>
          <a:solidFill>
            <a:srgbClr val="652E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3" name="Input frame mosaic cell"/>
          <p:cNvSpPr/>
          <p:nvPr/>
        </p:nvSpPr>
        <p:spPr>
          <a:xfrm>
            <a:off x="828446" y="2499578"/>
            <a:ext cx="54407" cy="55191"/>
          </a:xfrm>
          <a:prstGeom prst="rect">
            <a:avLst/>
          </a:prstGeom>
          <a:solidFill>
            <a:srgbClr val="6F38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4" name="Input frame mosaic cell"/>
          <p:cNvSpPr/>
          <p:nvPr/>
        </p:nvSpPr>
        <p:spPr>
          <a:xfrm>
            <a:off x="878281" y="2499578"/>
            <a:ext cx="54407" cy="55191"/>
          </a:xfrm>
          <a:prstGeom prst="rect">
            <a:avLst/>
          </a:prstGeom>
          <a:solidFill>
            <a:srgbClr val="7D42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5" name="Input frame mosaic cell"/>
          <p:cNvSpPr/>
          <p:nvPr/>
        </p:nvSpPr>
        <p:spPr>
          <a:xfrm>
            <a:off x="928116" y="2499578"/>
            <a:ext cx="54407" cy="55191"/>
          </a:xfrm>
          <a:prstGeom prst="rect">
            <a:avLst/>
          </a:prstGeom>
          <a:solidFill>
            <a:srgbClr val="904E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6" name="Input frame mosaic cell"/>
          <p:cNvSpPr/>
          <p:nvPr/>
        </p:nvSpPr>
        <p:spPr>
          <a:xfrm>
            <a:off x="977951" y="2499578"/>
            <a:ext cx="54407" cy="55191"/>
          </a:xfrm>
          <a:prstGeom prst="rect">
            <a:avLst/>
          </a:prstGeom>
          <a:solidFill>
            <a:srgbClr val="9A57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7" name="Input frame mosaic cell"/>
          <p:cNvSpPr/>
          <p:nvPr/>
        </p:nvSpPr>
        <p:spPr>
          <a:xfrm>
            <a:off x="1027786" y="2499578"/>
            <a:ext cx="54407" cy="55191"/>
          </a:xfrm>
          <a:prstGeom prst="rect">
            <a:avLst/>
          </a:prstGeom>
          <a:solidFill>
            <a:srgbClr val="A25C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8" name="Input frame mosaic cell"/>
          <p:cNvSpPr/>
          <p:nvPr/>
        </p:nvSpPr>
        <p:spPr>
          <a:xfrm>
            <a:off x="1077620" y="2499578"/>
            <a:ext cx="54407" cy="55191"/>
          </a:xfrm>
          <a:prstGeom prst="rect">
            <a:avLst/>
          </a:prstGeom>
          <a:solidFill>
            <a:srgbClr val="AA63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9" name="Input frame mosaic cell"/>
          <p:cNvSpPr/>
          <p:nvPr/>
        </p:nvSpPr>
        <p:spPr>
          <a:xfrm>
            <a:off x="1127455" y="2499578"/>
            <a:ext cx="54407" cy="55191"/>
          </a:xfrm>
          <a:prstGeom prst="rect">
            <a:avLst/>
          </a:prstGeom>
          <a:solidFill>
            <a:srgbClr val="AD5F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0" name="Input frame mosaic cell"/>
          <p:cNvSpPr/>
          <p:nvPr/>
        </p:nvSpPr>
        <p:spPr>
          <a:xfrm>
            <a:off x="1177290" y="2499578"/>
            <a:ext cx="54407" cy="55191"/>
          </a:xfrm>
          <a:prstGeom prst="rect">
            <a:avLst/>
          </a:prstGeom>
          <a:solidFill>
            <a:srgbClr val="AF63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1" name="Input frame mosaic cell"/>
          <p:cNvSpPr/>
          <p:nvPr/>
        </p:nvSpPr>
        <p:spPr>
          <a:xfrm>
            <a:off x="1227125" y="2499578"/>
            <a:ext cx="54407" cy="55191"/>
          </a:xfrm>
          <a:prstGeom prst="rect">
            <a:avLst/>
          </a:prstGeom>
          <a:solidFill>
            <a:srgbClr val="B96D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2" name="Input frame mosaic cell"/>
          <p:cNvSpPr/>
          <p:nvPr/>
        </p:nvSpPr>
        <p:spPr>
          <a:xfrm>
            <a:off x="1276960" y="2499578"/>
            <a:ext cx="54407" cy="55191"/>
          </a:xfrm>
          <a:prstGeom prst="rect">
            <a:avLst/>
          </a:prstGeom>
          <a:solidFill>
            <a:srgbClr val="BC76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3" name="Input frame mosaic cell"/>
          <p:cNvSpPr/>
          <p:nvPr/>
        </p:nvSpPr>
        <p:spPr>
          <a:xfrm>
            <a:off x="1326794" y="2499578"/>
            <a:ext cx="54407" cy="55191"/>
          </a:xfrm>
          <a:prstGeom prst="rect">
            <a:avLst/>
          </a:prstGeom>
          <a:solidFill>
            <a:srgbClr val="AD71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4" name="Input frame mosaic cell"/>
          <p:cNvSpPr/>
          <p:nvPr/>
        </p:nvSpPr>
        <p:spPr>
          <a:xfrm>
            <a:off x="1376629" y="2499578"/>
            <a:ext cx="54407" cy="55191"/>
          </a:xfrm>
          <a:prstGeom prst="rect">
            <a:avLst/>
          </a:prstGeom>
          <a:solidFill>
            <a:srgbClr val="8D54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5" name="Input frame mosaic cell"/>
          <p:cNvSpPr/>
          <p:nvPr/>
        </p:nvSpPr>
        <p:spPr>
          <a:xfrm>
            <a:off x="1426464" y="2499578"/>
            <a:ext cx="54407" cy="55191"/>
          </a:xfrm>
          <a:prstGeom prst="rect">
            <a:avLst/>
          </a:prstGeom>
          <a:solidFill>
            <a:srgbClr val="8046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6" name="Input frame mosaic cell"/>
          <p:cNvSpPr/>
          <p:nvPr/>
        </p:nvSpPr>
        <p:spPr>
          <a:xfrm>
            <a:off x="1476299" y="2499578"/>
            <a:ext cx="54407" cy="55191"/>
          </a:xfrm>
          <a:prstGeom prst="rect">
            <a:avLst/>
          </a:prstGeom>
          <a:solidFill>
            <a:srgbClr val="8E53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7" name="Input frame mosaic cell"/>
          <p:cNvSpPr/>
          <p:nvPr/>
        </p:nvSpPr>
        <p:spPr>
          <a:xfrm>
            <a:off x="1526134" y="2499578"/>
            <a:ext cx="54407" cy="55191"/>
          </a:xfrm>
          <a:prstGeom prst="rect">
            <a:avLst/>
          </a:prstGeom>
          <a:solidFill>
            <a:srgbClr val="A6676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8" name="Input frame mosaic cell"/>
          <p:cNvSpPr/>
          <p:nvPr/>
        </p:nvSpPr>
        <p:spPr>
          <a:xfrm>
            <a:off x="1575968" y="2499578"/>
            <a:ext cx="54407" cy="55191"/>
          </a:xfrm>
          <a:prstGeom prst="rect">
            <a:avLst/>
          </a:prstGeom>
          <a:solidFill>
            <a:srgbClr val="9A59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9" name="Input frame mosaic cell"/>
          <p:cNvSpPr/>
          <p:nvPr/>
        </p:nvSpPr>
        <p:spPr>
          <a:xfrm>
            <a:off x="1625803" y="2499578"/>
            <a:ext cx="54407" cy="55191"/>
          </a:xfrm>
          <a:prstGeom prst="rect">
            <a:avLst/>
          </a:prstGeom>
          <a:solidFill>
            <a:srgbClr val="9A61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0" name="Input frame mosaic cell"/>
          <p:cNvSpPr/>
          <p:nvPr/>
        </p:nvSpPr>
        <p:spPr>
          <a:xfrm>
            <a:off x="1675638" y="2499578"/>
            <a:ext cx="54407" cy="55191"/>
          </a:xfrm>
          <a:prstGeom prst="rect">
            <a:avLst/>
          </a:prstGeom>
          <a:solidFill>
            <a:srgbClr val="925B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1" name="Input frame mosaic cell"/>
          <p:cNvSpPr/>
          <p:nvPr/>
        </p:nvSpPr>
        <p:spPr>
          <a:xfrm>
            <a:off x="1725473" y="2499578"/>
            <a:ext cx="54407" cy="55191"/>
          </a:xfrm>
          <a:prstGeom prst="rect">
            <a:avLst/>
          </a:prstGeom>
          <a:solidFill>
            <a:srgbClr val="6644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2" name="Input frame mosaic cell"/>
          <p:cNvSpPr/>
          <p:nvPr/>
        </p:nvSpPr>
        <p:spPr>
          <a:xfrm>
            <a:off x="1775308" y="2499578"/>
            <a:ext cx="54407" cy="55191"/>
          </a:xfrm>
          <a:prstGeom prst="rect">
            <a:avLst/>
          </a:prstGeom>
          <a:solidFill>
            <a:srgbClr val="6953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3" name="Input frame mosaic cell"/>
          <p:cNvSpPr/>
          <p:nvPr/>
        </p:nvSpPr>
        <p:spPr>
          <a:xfrm>
            <a:off x="1825142" y="2499578"/>
            <a:ext cx="54407" cy="55191"/>
          </a:xfrm>
          <a:prstGeom prst="rect">
            <a:avLst/>
          </a:prstGeom>
          <a:solidFill>
            <a:srgbClr val="6D5C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4" name="Input frame mosaic cell"/>
          <p:cNvSpPr/>
          <p:nvPr/>
        </p:nvSpPr>
        <p:spPr>
          <a:xfrm>
            <a:off x="1874977" y="2499578"/>
            <a:ext cx="54407" cy="55191"/>
          </a:xfrm>
          <a:prstGeom prst="rect">
            <a:avLst/>
          </a:prstGeom>
          <a:solidFill>
            <a:srgbClr val="91868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5" name="Input frame mosaic cell"/>
          <p:cNvSpPr/>
          <p:nvPr/>
        </p:nvSpPr>
        <p:spPr>
          <a:xfrm>
            <a:off x="1924812" y="2499578"/>
            <a:ext cx="54407" cy="55191"/>
          </a:xfrm>
          <a:prstGeom prst="rect">
            <a:avLst/>
          </a:prstGeom>
          <a:solidFill>
            <a:srgbClr val="74696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6" name="Input frame mosaic cell"/>
          <p:cNvSpPr/>
          <p:nvPr/>
        </p:nvSpPr>
        <p:spPr>
          <a:xfrm>
            <a:off x="1974647" y="2499578"/>
            <a:ext cx="54407" cy="55191"/>
          </a:xfrm>
          <a:prstGeom prst="rect">
            <a:avLst/>
          </a:prstGeom>
          <a:solidFill>
            <a:srgbClr val="5346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7" name="Input frame mosaic cell"/>
          <p:cNvSpPr/>
          <p:nvPr/>
        </p:nvSpPr>
        <p:spPr>
          <a:xfrm>
            <a:off x="2024482" y="2499578"/>
            <a:ext cx="54407" cy="55191"/>
          </a:xfrm>
          <a:prstGeom prst="rect">
            <a:avLst/>
          </a:prstGeom>
          <a:solidFill>
            <a:srgbClr val="3C2E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8" name="Input frame mosaic cell"/>
          <p:cNvSpPr/>
          <p:nvPr/>
        </p:nvSpPr>
        <p:spPr>
          <a:xfrm>
            <a:off x="2074316" y="2499578"/>
            <a:ext cx="54407" cy="55191"/>
          </a:xfrm>
          <a:prstGeom prst="rect">
            <a:avLst/>
          </a:prstGeom>
          <a:solidFill>
            <a:srgbClr val="2E221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9" name="Input frame mosaic cell"/>
          <p:cNvSpPr/>
          <p:nvPr/>
        </p:nvSpPr>
        <p:spPr>
          <a:xfrm>
            <a:off x="2124151" y="2499578"/>
            <a:ext cx="54407" cy="55191"/>
          </a:xfrm>
          <a:prstGeom prst="rect">
            <a:avLst/>
          </a:prstGeom>
          <a:solidFill>
            <a:srgbClr val="2319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0" name="Input frame mosaic cell"/>
          <p:cNvSpPr/>
          <p:nvPr/>
        </p:nvSpPr>
        <p:spPr>
          <a:xfrm>
            <a:off x="2173986" y="2499578"/>
            <a:ext cx="54407" cy="55191"/>
          </a:xfrm>
          <a:prstGeom prst="rect">
            <a:avLst/>
          </a:prstGeom>
          <a:solidFill>
            <a:srgbClr val="2418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1" name="Input frame mosaic cell"/>
          <p:cNvSpPr/>
          <p:nvPr/>
        </p:nvSpPr>
        <p:spPr>
          <a:xfrm>
            <a:off x="2223821" y="2499578"/>
            <a:ext cx="54407" cy="55191"/>
          </a:xfrm>
          <a:prstGeom prst="rect">
            <a:avLst/>
          </a:prstGeom>
          <a:solidFill>
            <a:srgbClr val="1D11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2" name="Input frame mosaic cell"/>
          <p:cNvSpPr/>
          <p:nvPr/>
        </p:nvSpPr>
        <p:spPr>
          <a:xfrm>
            <a:off x="2273656" y="2499578"/>
            <a:ext cx="54407" cy="55191"/>
          </a:xfrm>
          <a:prstGeom prst="rect">
            <a:avLst/>
          </a:prstGeom>
          <a:solidFill>
            <a:srgbClr val="190C0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3" name="Input frame mosaic cell"/>
          <p:cNvSpPr/>
          <p:nvPr/>
        </p:nvSpPr>
        <p:spPr>
          <a:xfrm>
            <a:off x="2323490" y="2499578"/>
            <a:ext cx="54407" cy="55191"/>
          </a:xfrm>
          <a:prstGeom prst="rect">
            <a:avLst/>
          </a:prstGeom>
          <a:solidFill>
            <a:srgbClr val="2011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4" name="Input frame mosaic cell"/>
          <p:cNvSpPr/>
          <p:nvPr/>
        </p:nvSpPr>
        <p:spPr>
          <a:xfrm>
            <a:off x="2373325" y="2499578"/>
            <a:ext cx="54407" cy="55191"/>
          </a:xfrm>
          <a:prstGeom prst="rect">
            <a:avLst/>
          </a:prstGeom>
          <a:solidFill>
            <a:srgbClr val="2514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5" name="Input frame mosaic cell"/>
          <p:cNvSpPr/>
          <p:nvPr/>
        </p:nvSpPr>
        <p:spPr>
          <a:xfrm>
            <a:off x="429768" y="2550196"/>
            <a:ext cx="54407" cy="55191"/>
          </a:xfrm>
          <a:prstGeom prst="rect">
            <a:avLst/>
          </a:prstGeom>
          <a:solidFill>
            <a:srgbClr val="37191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6" name="Input frame mosaic cell"/>
          <p:cNvSpPr/>
          <p:nvPr/>
        </p:nvSpPr>
        <p:spPr>
          <a:xfrm>
            <a:off x="479603" y="2550196"/>
            <a:ext cx="54407" cy="55191"/>
          </a:xfrm>
          <a:prstGeom prst="rect">
            <a:avLst/>
          </a:prstGeom>
          <a:solidFill>
            <a:srgbClr val="4C1E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7" name="Input frame mosaic cell"/>
          <p:cNvSpPr/>
          <p:nvPr/>
        </p:nvSpPr>
        <p:spPr>
          <a:xfrm>
            <a:off x="529438" y="2550196"/>
            <a:ext cx="54407" cy="55191"/>
          </a:xfrm>
          <a:prstGeom prst="rect">
            <a:avLst/>
          </a:prstGeom>
          <a:solidFill>
            <a:srgbClr val="5D31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8" name="Input frame mosaic cell"/>
          <p:cNvSpPr/>
          <p:nvPr/>
        </p:nvSpPr>
        <p:spPr>
          <a:xfrm>
            <a:off x="579272" y="2550196"/>
            <a:ext cx="54407" cy="55191"/>
          </a:xfrm>
          <a:prstGeom prst="rect">
            <a:avLst/>
          </a:prstGeom>
          <a:solidFill>
            <a:srgbClr val="6839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9" name="Input frame mosaic cell"/>
          <p:cNvSpPr/>
          <p:nvPr/>
        </p:nvSpPr>
        <p:spPr>
          <a:xfrm>
            <a:off x="629107" y="2550196"/>
            <a:ext cx="54407" cy="55191"/>
          </a:xfrm>
          <a:prstGeom prst="rect">
            <a:avLst/>
          </a:prstGeom>
          <a:solidFill>
            <a:srgbClr val="733C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0" name="Input frame mosaic cell"/>
          <p:cNvSpPr/>
          <p:nvPr/>
        </p:nvSpPr>
        <p:spPr>
          <a:xfrm>
            <a:off x="678942" y="2550196"/>
            <a:ext cx="54407" cy="55191"/>
          </a:xfrm>
          <a:prstGeom prst="rect">
            <a:avLst/>
          </a:prstGeom>
          <a:solidFill>
            <a:srgbClr val="7C41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1" name="Input frame mosaic cell"/>
          <p:cNvSpPr/>
          <p:nvPr/>
        </p:nvSpPr>
        <p:spPr>
          <a:xfrm>
            <a:off x="728777" y="2550196"/>
            <a:ext cx="54407" cy="55191"/>
          </a:xfrm>
          <a:prstGeom prst="rect">
            <a:avLst/>
          </a:prstGeom>
          <a:solidFill>
            <a:srgbClr val="8C4B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2" name="Input frame mosaic cell"/>
          <p:cNvSpPr/>
          <p:nvPr/>
        </p:nvSpPr>
        <p:spPr>
          <a:xfrm>
            <a:off x="778612" y="2550196"/>
            <a:ext cx="54407" cy="55191"/>
          </a:xfrm>
          <a:prstGeom prst="rect">
            <a:avLst/>
          </a:prstGeom>
          <a:solidFill>
            <a:srgbClr val="9A55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3" name="Input frame mosaic cell"/>
          <p:cNvSpPr/>
          <p:nvPr/>
        </p:nvSpPr>
        <p:spPr>
          <a:xfrm>
            <a:off x="828446" y="2550196"/>
            <a:ext cx="54407" cy="55191"/>
          </a:xfrm>
          <a:prstGeom prst="rect">
            <a:avLst/>
          </a:prstGeom>
          <a:solidFill>
            <a:srgbClr val="A963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4" name="Input frame mosaic cell"/>
          <p:cNvSpPr/>
          <p:nvPr/>
        </p:nvSpPr>
        <p:spPr>
          <a:xfrm>
            <a:off x="878281" y="2550196"/>
            <a:ext cx="54407" cy="55191"/>
          </a:xfrm>
          <a:prstGeom prst="rect">
            <a:avLst/>
          </a:prstGeom>
          <a:solidFill>
            <a:srgbClr val="B76D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5" name="Input frame mosaic cell"/>
          <p:cNvSpPr/>
          <p:nvPr/>
        </p:nvSpPr>
        <p:spPr>
          <a:xfrm>
            <a:off x="928116" y="2550196"/>
            <a:ext cx="54407" cy="55191"/>
          </a:xfrm>
          <a:prstGeom prst="rect">
            <a:avLst/>
          </a:prstGeom>
          <a:solidFill>
            <a:srgbClr val="C271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6" name="Input frame mosaic cell"/>
          <p:cNvSpPr/>
          <p:nvPr/>
        </p:nvSpPr>
        <p:spPr>
          <a:xfrm>
            <a:off x="977951" y="2550196"/>
            <a:ext cx="54407" cy="55191"/>
          </a:xfrm>
          <a:prstGeom prst="rect">
            <a:avLst/>
          </a:prstGeom>
          <a:solidFill>
            <a:srgbClr val="CE7D7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7" name="Input frame mosaic cell"/>
          <p:cNvSpPr/>
          <p:nvPr/>
        </p:nvSpPr>
        <p:spPr>
          <a:xfrm>
            <a:off x="1027786" y="2550196"/>
            <a:ext cx="54407" cy="55191"/>
          </a:xfrm>
          <a:prstGeom prst="rect">
            <a:avLst/>
          </a:prstGeom>
          <a:solidFill>
            <a:srgbClr val="D9857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8" name="Input frame mosaic cell"/>
          <p:cNvSpPr/>
          <p:nvPr/>
        </p:nvSpPr>
        <p:spPr>
          <a:xfrm>
            <a:off x="1077620" y="2550196"/>
            <a:ext cx="54407" cy="55191"/>
          </a:xfrm>
          <a:prstGeom prst="rect">
            <a:avLst/>
          </a:prstGeom>
          <a:solidFill>
            <a:srgbClr val="E594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9" name="Input frame mosaic cell"/>
          <p:cNvSpPr/>
          <p:nvPr/>
        </p:nvSpPr>
        <p:spPr>
          <a:xfrm>
            <a:off x="1127455" y="2550196"/>
            <a:ext cx="54407" cy="55191"/>
          </a:xfrm>
          <a:prstGeom prst="rect">
            <a:avLst/>
          </a:prstGeom>
          <a:solidFill>
            <a:srgbClr val="E5A5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0" name="Input frame mosaic cell"/>
          <p:cNvSpPr/>
          <p:nvPr/>
        </p:nvSpPr>
        <p:spPr>
          <a:xfrm>
            <a:off x="1177290" y="2550196"/>
            <a:ext cx="54407" cy="55191"/>
          </a:xfrm>
          <a:prstGeom prst="rect">
            <a:avLst/>
          </a:prstGeom>
          <a:solidFill>
            <a:srgbClr val="C8857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1" name="Input frame mosaic cell"/>
          <p:cNvSpPr/>
          <p:nvPr/>
        </p:nvSpPr>
        <p:spPr>
          <a:xfrm>
            <a:off x="1227125" y="2550196"/>
            <a:ext cx="54407" cy="55191"/>
          </a:xfrm>
          <a:prstGeom prst="rect">
            <a:avLst/>
          </a:prstGeom>
          <a:solidFill>
            <a:srgbClr val="A969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2" name="Input frame mosaic cell"/>
          <p:cNvSpPr/>
          <p:nvPr/>
        </p:nvSpPr>
        <p:spPr>
          <a:xfrm>
            <a:off x="1276960" y="2550196"/>
            <a:ext cx="54407" cy="55191"/>
          </a:xfrm>
          <a:prstGeom prst="rect">
            <a:avLst/>
          </a:prstGeom>
          <a:solidFill>
            <a:srgbClr val="A764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3" name="Input frame mosaic cell"/>
          <p:cNvSpPr/>
          <p:nvPr/>
        </p:nvSpPr>
        <p:spPr>
          <a:xfrm>
            <a:off x="1326794" y="2550196"/>
            <a:ext cx="54407" cy="55191"/>
          </a:xfrm>
          <a:prstGeom prst="rect">
            <a:avLst/>
          </a:prstGeom>
          <a:solidFill>
            <a:srgbClr val="AA69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4" name="Input frame mosaic cell"/>
          <p:cNvSpPr/>
          <p:nvPr/>
        </p:nvSpPr>
        <p:spPr>
          <a:xfrm>
            <a:off x="1376629" y="2550196"/>
            <a:ext cx="54407" cy="55191"/>
          </a:xfrm>
          <a:prstGeom prst="rect">
            <a:avLst/>
          </a:prstGeom>
          <a:solidFill>
            <a:srgbClr val="9954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5" name="Input frame mosaic cell"/>
          <p:cNvSpPr/>
          <p:nvPr/>
        </p:nvSpPr>
        <p:spPr>
          <a:xfrm>
            <a:off x="1426464" y="2550196"/>
            <a:ext cx="54407" cy="55191"/>
          </a:xfrm>
          <a:prstGeom prst="rect">
            <a:avLst/>
          </a:prstGeom>
          <a:solidFill>
            <a:srgbClr val="8F4D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6" name="Input frame mosaic cell"/>
          <p:cNvSpPr/>
          <p:nvPr/>
        </p:nvSpPr>
        <p:spPr>
          <a:xfrm>
            <a:off x="1476299" y="2550196"/>
            <a:ext cx="54407" cy="55191"/>
          </a:xfrm>
          <a:prstGeom prst="rect">
            <a:avLst/>
          </a:prstGeom>
          <a:solidFill>
            <a:srgbClr val="9757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7" name="Input frame mosaic cell"/>
          <p:cNvSpPr/>
          <p:nvPr/>
        </p:nvSpPr>
        <p:spPr>
          <a:xfrm>
            <a:off x="1526134" y="2550196"/>
            <a:ext cx="54407" cy="55191"/>
          </a:xfrm>
          <a:prstGeom prst="rect">
            <a:avLst/>
          </a:prstGeom>
          <a:solidFill>
            <a:srgbClr val="A05D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8" name="Input frame mosaic cell"/>
          <p:cNvSpPr/>
          <p:nvPr/>
        </p:nvSpPr>
        <p:spPr>
          <a:xfrm>
            <a:off x="1575968" y="2550196"/>
            <a:ext cx="54407" cy="55191"/>
          </a:xfrm>
          <a:prstGeom prst="rect">
            <a:avLst/>
          </a:prstGeom>
          <a:solidFill>
            <a:srgbClr val="8645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9" name="Input frame mosaic cell"/>
          <p:cNvSpPr/>
          <p:nvPr/>
        </p:nvSpPr>
        <p:spPr>
          <a:xfrm>
            <a:off x="1625803" y="2550196"/>
            <a:ext cx="54407" cy="55191"/>
          </a:xfrm>
          <a:prstGeom prst="rect">
            <a:avLst/>
          </a:prstGeom>
          <a:solidFill>
            <a:srgbClr val="703F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0" name="Input frame mosaic cell"/>
          <p:cNvSpPr/>
          <p:nvPr/>
        </p:nvSpPr>
        <p:spPr>
          <a:xfrm>
            <a:off x="1675638" y="2550196"/>
            <a:ext cx="54407" cy="55191"/>
          </a:xfrm>
          <a:prstGeom prst="rect">
            <a:avLst/>
          </a:prstGeom>
          <a:solidFill>
            <a:srgbClr val="6841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1" name="Input frame mosaic cell"/>
          <p:cNvSpPr/>
          <p:nvPr/>
        </p:nvSpPr>
        <p:spPr>
          <a:xfrm>
            <a:off x="1725473" y="2550196"/>
            <a:ext cx="54407" cy="55191"/>
          </a:xfrm>
          <a:prstGeom prst="rect">
            <a:avLst/>
          </a:prstGeom>
          <a:solidFill>
            <a:srgbClr val="573D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2" name="Input frame mosaic cell"/>
          <p:cNvSpPr/>
          <p:nvPr/>
        </p:nvSpPr>
        <p:spPr>
          <a:xfrm>
            <a:off x="1775308" y="2550196"/>
            <a:ext cx="54407" cy="55191"/>
          </a:xfrm>
          <a:prstGeom prst="rect">
            <a:avLst/>
          </a:prstGeom>
          <a:solidFill>
            <a:srgbClr val="6B55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3" name="Input frame mosaic cell"/>
          <p:cNvSpPr/>
          <p:nvPr/>
        </p:nvSpPr>
        <p:spPr>
          <a:xfrm>
            <a:off x="1825142" y="2550196"/>
            <a:ext cx="54407" cy="55191"/>
          </a:xfrm>
          <a:prstGeom prst="rect">
            <a:avLst/>
          </a:prstGeom>
          <a:solidFill>
            <a:srgbClr val="8C807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4" name="Input frame mosaic cell"/>
          <p:cNvSpPr/>
          <p:nvPr/>
        </p:nvSpPr>
        <p:spPr>
          <a:xfrm>
            <a:off x="1874977" y="2550196"/>
            <a:ext cx="54407" cy="55191"/>
          </a:xfrm>
          <a:prstGeom prst="rect">
            <a:avLst/>
          </a:prstGeom>
          <a:solidFill>
            <a:srgbClr val="857A7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5" name="Input frame mosaic cell"/>
          <p:cNvSpPr/>
          <p:nvPr/>
        </p:nvSpPr>
        <p:spPr>
          <a:xfrm>
            <a:off x="1924812" y="2550196"/>
            <a:ext cx="54407" cy="55191"/>
          </a:xfrm>
          <a:prstGeom prst="rect">
            <a:avLst/>
          </a:prstGeom>
          <a:solidFill>
            <a:srgbClr val="897E7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6" name="Input frame mosaic cell"/>
          <p:cNvSpPr/>
          <p:nvPr/>
        </p:nvSpPr>
        <p:spPr>
          <a:xfrm>
            <a:off x="1974647" y="2550196"/>
            <a:ext cx="54407" cy="55191"/>
          </a:xfrm>
          <a:prstGeom prst="rect">
            <a:avLst/>
          </a:prstGeom>
          <a:solidFill>
            <a:srgbClr val="887C7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7" name="Input frame mosaic cell"/>
          <p:cNvSpPr/>
          <p:nvPr/>
        </p:nvSpPr>
        <p:spPr>
          <a:xfrm>
            <a:off x="2024482" y="2550196"/>
            <a:ext cx="54407" cy="55191"/>
          </a:xfrm>
          <a:prstGeom prst="rect">
            <a:avLst/>
          </a:prstGeom>
          <a:solidFill>
            <a:srgbClr val="766A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8" name="Input frame mosaic cell"/>
          <p:cNvSpPr/>
          <p:nvPr/>
        </p:nvSpPr>
        <p:spPr>
          <a:xfrm>
            <a:off x="2074316" y="2550196"/>
            <a:ext cx="54407" cy="55191"/>
          </a:xfrm>
          <a:prstGeom prst="rect">
            <a:avLst/>
          </a:prstGeom>
          <a:solidFill>
            <a:srgbClr val="6159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9" name="Input frame mosaic cell"/>
          <p:cNvSpPr/>
          <p:nvPr/>
        </p:nvSpPr>
        <p:spPr>
          <a:xfrm>
            <a:off x="2124151" y="2550196"/>
            <a:ext cx="54407" cy="55191"/>
          </a:xfrm>
          <a:prstGeom prst="rect">
            <a:avLst/>
          </a:prstGeom>
          <a:solidFill>
            <a:srgbClr val="4A44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0" name="Input frame mosaic cell"/>
          <p:cNvSpPr/>
          <p:nvPr/>
        </p:nvSpPr>
        <p:spPr>
          <a:xfrm>
            <a:off x="2173986" y="2550196"/>
            <a:ext cx="54407" cy="55191"/>
          </a:xfrm>
          <a:prstGeom prst="rect">
            <a:avLst/>
          </a:prstGeom>
          <a:solidFill>
            <a:srgbClr val="3229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1" name="Input frame mosaic cell"/>
          <p:cNvSpPr/>
          <p:nvPr/>
        </p:nvSpPr>
        <p:spPr>
          <a:xfrm>
            <a:off x="2223821" y="2550196"/>
            <a:ext cx="54407" cy="55191"/>
          </a:xfrm>
          <a:prstGeom prst="rect">
            <a:avLst/>
          </a:prstGeom>
          <a:solidFill>
            <a:srgbClr val="2116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2" name="Input frame mosaic cell"/>
          <p:cNvSpPr/>
          <p:nvPr/>
        </p:nvSpPr>
        <p:spPr>
          <a:xfrm>
            <a:off x="2273656" y="2550196"/>
            <a:ext cx="54407" cy="55191"/>
          </a:xfrm>
          <a:prstGeom prst="rect">
            <a:avLst/>
          </a:prstGeom>
          <a:solidFill>
            <a:srgbClr val="1A0D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3" name="Input frame mosaic cell"/>
          <p:cNvSpPr/>
          <p:nvPr/>
        </p:nvSpPr>
        <p:spPr>
          <a:xfrm>
            <a:off x="2323490" y="2550196"/>
            <a:ext cx="54407" cy="55191"/>
          </a:xfrm>
          <a:prstGeom prst="rect">
            <a:avLst/>
          </a:prstGeom>
          <a:solidFill>
            <a:srgbClr val="1B0C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4" name="Input frame mosaic cell"/>
          <p:cNvSpPr/>
          <p:nvPr/>
        </p:nvSpPr>
        <p:spPr>
          <a:xfrm>
            <a:off x="2373325" y="2550196"/>
            <a:ext cx="54407" cy="55191"/>
          </a:xfrm>
          <a:prstGeom prst="rect">
            <a:avLst/>
          </a:prstGeom>
          <a:solidFill>
            <a:srgbClr val="1F10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5" name="Input frame mosaic cell"/>
          <p:cNvSpPr/>
          <p:nvPr/>
        </p:nvSpPr>
        <p:spPr>
          <a:xfrm>
            <a:off x="429768" y="2600815"/>
            <a:ext cx="54407" cy="55191"/>
          </a:xfrm>
          <a:prstGeom prst="rect">
            <a:avLst/>
          </a:prstGeom>
          <a:solidFill>
            <a:srgbClr val="3A1E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6" name="Input frame mosaic cell"/>
          <p:cNvSpPr/>
          <p:nvPr/>
        </p:nvSpPr>
        <p:spPr>
          <a:xfrm>
            <a:off x="479603" y="2600815"/>
            <a:ext cx="54407" cy="55191"/>
          </a:xfrm>
          <a:prstGeom prst="rect">
            <a:avLst/>
          </a:prstGeom>
          <a:solidFill>
            <a:srgbClr val="4B2A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7" name="Input frame mosaic cell"/>
          <p:cNvSpPr/>
          <p:nvPr/>
        </p:nvSpPr>
        <p:spPr>
          <a:xfrm>
            <a:off x="529438" y="2600815"/>
            <a:ext cx="54407" cy="55191"/>
          </a:xfrm>
          <a:prstGeom prst="rect">
            <a:avLst/>
          </a:prstGeom>
          <a:solidFill>
            <a:srgbClr val="512D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8" name="Input frame mosaic cell"/>
          <p:cNvSpPr/>
          <p:nvPr/>
        </p:nvSpPr>
        <p:spPr>
          <a:xfrm>
            <a:off x="579272" y="2600815"/>
            <a:ext cx="54407" cy="55191"/>
          </a:xfrm>
          <a:prstGeom prst="rect">
            <a:avLst/>
          </a:prstGeom>
          <a:solidFill>
            <a:srgbClr val="5F2F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9" name="Input frame mosaic cell"/>
          <p:cNvSpPr/>
          <p:nvPr/>
        </p:nvSpPr>
        <p:spPr>
          <a:xfrm>
            <a:off x="629107" y="2600815"/>
            <a:ext cx="54407" cy="55191"/>
          </a:xfrm>
          <a:prstGeom prst="rect">
            <a:avLst/>
          </a:prstGeom>
          <a:solidFill>
            <a:srgbClr val="6E32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0" name="Input frame mosaic cell"/>
          <p:cNvSpPr/>
          <p:nvPr/>
        </p:nvSpPr>
        <p:spPr>
          <a:xfrm>
            <a:off x="678942" y="2600815"/>
            <a:ext cx="54407" cy="55191"/>
          </a:xfrm>
          <a:prstGeom prst="rect">
            <a:avLst/>
          </a:prstGeom>
          <a:solidFill>
            <a:srgbClr val="8341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1" name="Input frame mosaic cell"/>
          <p:cNvSpPr/>
          <p:nvPr/>
        </p:nvSpPr>
        <p:spPr>
          <a:xfrm>
            <a:off x="728777" y="2600815"/>
            <a:ext cx="54407" cy="55191"/>
          </a:xfrm>
          <a:prstGeom prst="rect">
            <a:avLst/>
          </a:prstGeom>
          <a:solidFill>
            <a:srgbClr val="9551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2" name="Input frame mosaic cell"/>
          <p:cNvSpPr/>
          <p:nvPr/>
        </p:nvSpPr>
        <p:spPr>
          <a:xfrm>
            <a:off x="778612" y="2600815"/>
            <a:ext cx="54407" cy="55191"/>
          </a:xfrm>
          <a:prstGeom prst="rect">
            <a:avLst/>
          </a:prstGeom>
          <a:solidFill>
            <a:srgbClr val="A760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3" name="Input frame mosaic cell"/>
          <p:cNvSpPr/>
          <p:nvPr/>
        </p:nvSpPr>
        <p:spPr>
          <a:xfrm>
            <a:off x="828446" y="2600815"/>
            <a:ext cx="54407" cy="55191"/>
          </a:xfrm>
          <a:prstGeom prst="rect">
            <a:avLst/>
          </a:prstGeom>
          <a:solidFill>
            <a:srgbClr val="B96F6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4" name="Input frame mosaic cell"/>
          <p:cNvSpPr/>
          <p:nvPr/>
        </p:nvSpPr>
        <p:spPr>
          <a:xfrm>
            <a:off x="878281" y="2600815"/>
            <a:ext cx="54407" cy="55191"/>
          </a:xfrm>
          <a:prstGeom prst="rect">
            <a:avLst/>
          </a:prstGeom>
          <a:solidFill>
            <a:srgbClr val="C57B7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5" name="Input frame mosaic cell"/>
          <p:cNvSpPr/>
          <p:nvPr/>
        </p:nvSpPr>
        <p:spPr>
          <a:xfrm>
            <a:off x="928116" y="2600815"/>
            <a:ext cx="54407" cy="55191"/>
          </a:xfrm>
          <a:prstGeom prst="rect">
            <a:avLst/>
          </a:prstGeom>
          <a:solidFill>
            <a:srgbClr val="D1827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6" name="Input frame mosaic cell"/>
          <p:cNvSpPr/>
          <p:nvPr/>
        </p:nvSpPr>
        <p:spPr>
          <a:xfrm>
            <a:off x="977951" y="2600815"/>
            <a:ext cx="54407" cy="55191"/>
          </a:xfrm>
          <a:prstGeom prst="rect">
            <a:avLst/>
          </a:prstGeom>
          <a:solidFill>
            <a:srgbClr val="DB887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7" name="Input frame mosaic cell"/>
          <p:cNvSpPr/>
          <p:nvPr/>
        </p:nvSpPr>
        <p:spPr>
          <a:xfrm>
            <a:off x="1027786" y="2600815"/>
            <a:ext cx="54407" cy="55191"/>
          </a:xfrm>
          <a:prstGeom prst="rect">
            <a:avLst/>
          </a:prstGeom>
          <a:solidFill>
            <a:srgbClr val="E4918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8" name="Input frame mosaic cell"/>
          <p:cNvSpPr/>
          <p:nvPr/>
        </p:nvSpPr>
        <p:spPr>
          <a:xfrm>
            <a:off x="1077620" y="2600815"/>
            <a:ext cx="54407" cy="55191"/>
          </a:xfrm>
          <a:prstGeom prst="rect">
            <a:avLst/>
          </a:prstGeom>
          <a:solidFill>
            <a:srgbClr val="D79D9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9" name="Input frame mosaic cell"/>
          <p:cNvSpPr/>
          <p:nvPr/>
        </p:nvSpPr>
        <p:spPr>
          <a:xfrm>
            <a:off x="1127455" y="2600815"/>
            <a:ext cx="54407" cy="55191"/>
          </a:xfrm>
          <a:prstGeom prst="rect">
            <a:avLst/>
          </a:prstGeom>
          <a:solidFill>
            <a:srgbClr val="906D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0" name="Input frame mosaic cell"/>
          <p:cNvSpPr/>
          <p:nvPr/>
        </p:nvSpPr>
        <p:spPr>
          <a:xfrm>
            <a:off x="1177290" y="2600815"/>
            <a:ext cx="54407" cy="55191"/>
          </a:xfrm>
          <a:prstGeom prst="rect">
            <a:avLst/>
          </a:prstGeom>
          <a:solidFill>
            <a:srgbClr val="5C38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1" name="Input frame mosaic cell"/>
          <p:cNvSpPr/>
          <p:nvPr/>
        </p:nvSpPr>
        <p:spPr>
          <a:xfrm>
            <a:off x="1227125" y="2600815"/>
            <a:ext cx="54407" cy="55191"/>
          </a:xfrm>
          <a:prstGeom prst="rect">
            <a:avLst/>
          </a:prstGeom>
          <a:solidFill>
            <a:srgbClr val="4623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2" name="Input frame mosaic cell"/>
          <p:cNvSpPr/>
          <p:nvPr/>
        </p:nvSpPr>
        <p:spPr>
          <a:xfrm>
            <a:off x="1276960" y="2600815"/>
            <a:ext cx="54407" cy="55191"/>
          </a:xfrm>
          <a:prstGeom prst="rect">
            <a:avLst/>
          </a:prstGeom>
          <a:solidFill>
            <a:srgbClr val="46241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3" name="Input frame mosaic cell"/>
          <p:cNvSpPr/>
          <p:nvPr/>
        </p:nvSpPr>
        <p:spPr>
          <a:xfrm>
            <a:off x="1326794" y="2600815"/>
            <a:ext cx="54407" cy="55191"/>
          </a:xfrm>
          <a:prstGeom prst="rect">
            <a:avLst/>
          </a:prstGeom>
          <a:solidFill>
            <a:srgbClr val="4826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4" name="Input frame mosaic cell"/>
          <p:cNvSpPr/>
          <p:nvPr/>
        </p:nvSpPr>
        <p:spPr>
          <a:xfrm>
            <a:off x="1376629" y="2600815"/>
            <a:ext cx="54407" cy="55191"/>
          </a:xfrm>
          <a:prstGeom prst="rect">
            <a:avLst/>
          </a:prstGeom>
          <a:solidFill>
            <a:srgbClr val="4925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5" name="Input frame mosaic cell"/>
          <p:cNvSpPr/>
          <p:nvPr/>
        </p:nvSpPr>
        <p:spPr>
          <a:xfrm>
            <a:off x="1426464" y="2600815"/>
            <a:ext cx="54407" cy="55191"/>
          </a:xfrm>
          <a:prstGeom prst="rect">
            <a:avLst/>
          </a:prstGeom>
          <a:solidFill>
            <a:srgbClr val="4A28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6" name="Input frame mosaic cell"/>
          <p:cNvSpPr/>
          <p:nvPr/>
        </p:nvSpPr>
        <p:spPr>
          <a:xfrm>
            <a:off x="1476299" y="2600815"/>
            <a:ext cx="54407" cy="55191"/>
          </a:xfrm>
          <a:prstGeom prst="rect">
            <a:avLst/>
          </a:prstGeom>
          <a:solidFill>
            <a:srgbClr val="4E2D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7" name="Input frame mosaic cell"/>
          <p:cNvSpPr/>
          <p:nvPr/>
        </p:nvSpPr>
        <p:spPr>
          <a:xfrm>
            <a:off x="1526134" y="2600815"/>
            <a:ext cx="54407" cy="55191"/>
          </a:xfrm>
          <a:prstGeom prst="rect">
            <a:avLst/>
          </a:prstGeom>
          <a:solidFill>
            <a:srgbClr val="4D2B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8" name="Input frame mosaic cell"/>
          <p:cNvSpPr/>
          <p:nvPr/>
        </p:nvSpPr>
        <p:spPr>
          <a:xfrm>
            <a:off x="1575968" y="2600815"/>
            <a:ext cx="54407" cy="55191"/>
          </a:xfrm>
          <a:prstGeom prst="rect">
            <a:avLst/>
          </a:prstGeom>
          <a:solidFill>
            <a:srgbClr val="4327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9" name="Input frame mosaic cell"/>
          <p:cNvSpPr/>
          <p:nvPr/>
        </p:nvSpPr>
        <p:spPr>
          <a:xfrm>
            <a:off x="1625803" y="2600815"/>
            <a:ext cx="54407" cy="55191"/>
          </a:xfrm>
          <a:prstGeom prst="rect">
            <a:avLst/>
          </a:prstGeom>
          <a:solidFill>
            <a:srgbClr val="5535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0" name="Input frame mosaic cell"/>
          <p:cNvSpPr/>
          <p:nvPr/>
        </p:nvSpPr>
        <p:spPr>
          <a:xfrm>
            <a:off x="1675638" y="2600815"/>
            <a:ext cx="54407" cy="55191"/>
          </a:xfrm>
          <a:prstGeom prst="rect">
            <a:avLst/>
          </a:prstGeom>
          <a:solidFill>
            <a:srgbClr val="764A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1" name="Input frame mosaic cell"/>
          <p:cNvSpPr/>
          <p:nvPr/>
        </p:nvSpPr>
        <p:spPr>
          <a:xfrm>
            <a:off x="1725473" y="2600815"/>
            <a:ext cx="54407" cy="55191"/>
          </a:xfrm>
          <a:prstGeom prst="rect">
            <a:avLst/>
          </a:prstGeom>
          <a:solidFill>
            <a:srgbClr val="7651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2" name="Input frame mosaic cell"/>
          <p:cNvSpPr/>
          <p:nvPr/>
        </p:nvSpPr>
        <p:spPr>
          <a:xfrm>
            <a:off x="1775308" y="2600815"/>
            <a:ext cx="54407" cy="55191"/>
          </a:xfrm>
          <a:prstGeom prst="rect">
            <a:avLst/>
          </a:prstGeom>
          <a:solidFill>
            <a:srgbClr val="6046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3" name="Input frame mosaic cell"/>
          <p:cNvSpPr/>
          <p:nvPr/>
        </p:nvSpPr>
        <p:spPr>
          <a:xfrm>
            <a:off x="1825142" y="2600815"/>
            <a:ext cx="54407" cy="55191"/>
          </a:xfrm>
          <a:prstGeom prst="rect">
            <a:avLst/>
          </a:prstGeom>
          <a:solidFill>
            <a:srgbClr val="7E6F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4" name="Input frame mosaic cell"/>
          <p:cNvSpPr/>
          <p:nvPr/>
        </p:nvSpPr>
        <p:spPr>
          <a:xfrm>
            <a:off x="1874977" y="2600815"/>
            <a:ext cx="54407" cy="55191"/>
          </a:xfrm>
          <a:prstGeom prst="rect">
            <a:avLst/>
          </a:prstGeom>
          <a:solidFill>
            <a:srgbClr val="7167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5" name="Input frame mosaic cell"/>
          <p:cNvSpPr/>
          <p:nvPr/>
        </p:nvSpPr>
        <p:spPr>
          <a:xfrm>
            <a:off x="1924812" y="2600815"/>
            <a:ext cx="54407" cy="55191"/>
          </a:xfrm>
          <a:prstGeom prst="rect">
            <a:avLst/>
          </a:prstGeom>
          <a:solidFill>
            <a:srgbClr val="82757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6" name="Input frame mosaic cell"/>
          <p:cNvSpPr/>
          <p:nvPr/>
        </p:nvSpPr>
        <p:spPr>
          <a:xfrm>
            <a:off x="1974647" y="2600815"/>
            <a:ext cx="54407" cy="55191"/>
          </a:xfrm>
          <a:prstGeom prst="rect">
            <a:avLst/>
          </a:prstGeom>
          <a:solidFill>
            <a:srgbClr val="A99E9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7" name="Input frame mosaic cell"/>
          <p:cNvSpPr/>
          <p:nvPr/>
        </p:nvSpPr>
        <p:spPr>
          <a:xfrm>
            <a:off x="2024482" y="2600815"/>
            <a:ext cx="54407" cy="55191"/>
          </a:xfrm>
          <a:prstGeom prst="rect">
            <a:avLst/>
          </a:prstGeom>
          <a:solidFill>
            <a:srgbClr val="9E959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8" name="Input frame mosaic cell"/>
          <p:cNvSpPr/>
          <p:nvPr/>
        </p:nvSpPr>
        <p:spPr>
          <a:xfrm>
            <a:off x="2074316" y="2600815"/>
            <a:ext cx="54407" cy="55191"/>
          </a:xfrm>
          <a:prstGeom prst="rect">
            <a:avLst/>
          </a:prstGeom>
          <a:solidFill>
            <a:srgbClr val="90888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9" name="Input frame mosaic cell"/>
          <p:cNvSpPr/>
          <p:nvPr/>
        </p:nvSpPr>
        <p:spPr>
          <a:xfrm>
            <a:off x="2124151" y="2600815"/>
            <a:ext cx="54407" cy="55191"/>
          </a:xfrm>
          <a:prstGeom prst="rect">
            <a:avLst/>
          </a:prstGeom>
          <a:solidFill>
            <a:srgbClr val="7F7A7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0" name="Input frame mosaic cell"/>
          <p:cNvSpPr/>
          <p:nvPr/>
        </p:nvSpPr>
        <p:spPr>
          <a:xfrm>
            <a:off x="2173986" y="2600815"/>
            <a:ext cx="54407" cy="55191"/>
          </a:xfrm>
          <a:prstGeom prst="rect">
            <a:avLst/>
          </a:prstGeom>
          <a:solidFill>
            <a:srgbClr val="6A66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1" name="Input frame mosaic cell"/>
          <p:cNvSpPr/>
          <p:nvPr/>
        </p:nvSpPr>
        <p:spPr>
          <a:xfrm>
            <a:off x="2223821" y="2600815"/>
            <a:ext cx="54407" cy="55191"/>
          </a:xfrm>
          <a:prstGeom prst="rect">
            <a:avLst/>
          </a:prstGeom>
          <a:solidFill>
            <a:srgbClr val="4F4C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2" name="Input frame mosaic cell"/>
          <p:cNvSpPr/>
          <p:nvPr/>
        </p:nvSpPr>
        <p:spPr>
          <a:xfrm>
            <a:off x="2273656" y="2600815"/>
            <a:ext cx="54407" cy="55191"/>
          </a:xfrm>
          <a:prstGeom prst="rect">
            <a:avLst/>
          </a:prstGeom>
          <a:solidFill>
            <a:srgbClr val="3731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3" name="Input frame mosaic cell"/>
          <p:cNvSpPr/>
          <p:nvPr/>
        </p:nvSpPr>
        <p:spPr>
          <a:xfrm>
            <a:off x="2323490" y="2600815"/>
            <a:ext cx="54407" cy="55191"/>
          </a:xfrm>
          <a:prstGeom prst="rect">
            <a:avLst/>
          </a:prstGeom>
          <a:solidFill>
            <a:srgbClr val="261C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4" name="Input frame mosaic cell"/>
          <p:cNvSpPr/>
          <p:nvPr/>
        </p:nvSpPr>
        <p:spPr>
          <a:xfrm>
            <a:off x="2373325" y="2600815"/>
            <a:ext cx="54407" cy="55191"/>
          </a:xfrm>
          <a:prstGeom prst="rect">
            <a:avLst/>
          </a:prstGeom>
          <a:solidFill>
            <a:srgbClr val="2014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5" name="Input frame mosaic cell"/>
          <p:cNvSpPr/>
          <p:nvPr/>
        </p:nvSpPr>
        <p:spPr>
          <a:xfrm>
            <a:off x="429768" y="2651433"/>
            <a:ext cx="54407" cy="55191"/>
          </a:xfrm>
          <a:prstGeom prst="rect">
            <a:avLst/>
          </a:prstGeom>
          <a:solidFill>
            <a:srgbClr val="4126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6" name="Input frame mosaic cell"/>
          <p:cNvSpPr/>
          <p:nvPr/>
        </p:nvSpPr>
        <p:spPr>
          <a:xfrm>
            <a:off x="479603" y="2651433"/>
            <a:ext cx="54407" cy="55191"/>
          </a:xfrm>
          <a:prstGeom prst="rect">
            <a:avLst/>
          </a:prstGeom>
          <a:solidFill>
            <a:srgbClr val="5B38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7" name="Input frame mosaic cell"/>
          <p:cNvSpPr/>
          <p:nvPr/>
        </p:nvSpPr>
        <p:spPr>
          <a:xfrm>
            <a:off x="529438" y="2651433"/>
            <a:ext cx="54407" cy="55191"/>
          </a:xfrm>
          <a:prstGeom prst="rect">
            <a:avLst/>
          </a:prstGeom>
          <a:solidFill>
            <a:srgbClr val="7150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8" name="Input frame mosaic cell"/>
          <p:cNvSpPr/>
          <p:nvPr/>
        </p:nvSpPr>
        <p:spPr>
          <a:xfrm>
            <a:off x="579272" y="2651433"/>
            <a:ext cx="54407" cy="55191"/>
          </a:xfrm>
          <a:prstGeom prst="rect">
            <a:avLst/>
          </a:prstGeom>
          <a:solidFill>
            <a:srgbClr val="6940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9" name="Input frame mosaic cell"/>
          <p:cNvSpPr/>
          <p:nvPr/>
        </p:nvSpPr>
        <p:spPr>
          <a:xfrm>
            <a:off x="629107" y="2651433"/>
            <a:ext cx="54407" cy="55191"/>
          </a:xfrm>
          <a:prstGeom prst="rect">
            <a:avLst/>
          </a:prstGeom>
          <a:solidFill>
            <a:srgbClr val="6E34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0" name="Input frame mosaic cell"/>
          <p:cNvSpPr/>
          <p:nvPr/>
        </p:nvSpPr>
        <p:spPr>
          <a:xfrm>
            <a:off x="678942" y="2651433"/>
            <a:ext cx="54407" cy="55191"/>
          </a:xfrm>
          <a:prstGeom prst="rect">
            <a:avLst/>
          </a:prstGeom>
          <a:solidFill>
            <a:srgbClr val="8A45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1" name="Input frame mosaic cell"/>
          <p:cNvSpPr/>
          <p:nvPr/>
        </p:nvSpPr>
        <p:spPr>
          <a:xfrm>
            <a:off x="728777" y="2651433"/>
            <a:ext cx="54407" cy="55191"/>
          </a:xfrm>
          <a:prstGeom prst="rect">
            <a:avLst/>
          </a:prstGeom>
          <a:solidFill>
            <a:srgbClr val="9851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2" name="Input frame mosaic cell"/>
          <p:cNvSpPr/>
          <p:nvPr/>
        </p:nvSpPr>
        <p:spPr>
          <a:xfrm>
            <a:off x="778612" y="2651433"/>
            <a:ext cx="54407" cy="55191"/>
          </a:xfrm>
          <a:prstGeom prst="rect">
            <a:avLst/>
          </a:prstGeom>
          <a:solidFill>
            <a:srgbClr val="A65F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3" name="Input frame mosaic cell"/>
          <p:cNvSpPr/>
          <p:nvPr/>
        </p:nvSpPr>
        <p:spPr>
          <a:xfrm>
            <a:off x="828446" y="2651433"/>
            <a:ext cx="54407" cy="55191"/>
          </a:xfrm>
          <a:prstGeom prst="rect">
            <a:avLst/>
          </a:prstGeom>
          <a:solidFill>
            <a:srgbClr val="AF64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4" name="Input frame mosaic cell"/>
          <p:cNvSpPr/>
          <p:nvPr/>
        </p:nvSpPr>
        <p:spPr>
          <a:xfrm>
            <a:off x="878281" y="2651433"/>
            <a:ext cx="54407" cy="55191"/>
          </a:xfrm>
          <a:prstGeom prst="rect">
            <a:avLst/>
          </a:prstGeom>
          <a:solidFill>
            <a:srgbClr val="B96D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5" name="Input frame mosaic cell"/>
          <p:cNvSpPr/>
          <p:nvPr/>
        </p:nvSpPr>
        <p:spPr>
          <a:xfrm>
            <a:off x="928116" y="2651433"/>
            <a:ext cx="54407" cy="55191"/>
          </a:xfrm>
          <a:prstGeom prst="rect">
            <a:avLst/>
          </a:prstGeom>
          <a:solidFill>
            <a:srgbClr val="CC796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6" name="Input frame mosaic cell"/>
          <p:cNvSpPr/>
          <p:nvPr/>
        </p:nvSpPr>
        <p:spPr>
          <a:xfrm>
            <a:off x="977951" y="2651433"/>
            <a:ext cx="54407" cy="55191"/>
          </a:xfrm>
          <a:prstGeom prst="rect">
            <a:avLst/>
          </a:prstGeom>
          <a:solidFill>
            <a:srgbClr val="DA817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7" name="Input frame mosaic cell"/>
          <p:cNvSpPr/>
          <p:nvPr/>
        </p:nvSpPr>
        <p:spPr>
          <a:xfrm>
            <a:off x="1027786" y="2651433"/>
            <a:ext cx="54407" cy="55191"/>
          </a:xfrm>
          <a:prstGeom prst="rect">
            <a:avLst/>
          </a:prstGeom>
          <a:solidFill>
            <a:srgbClr val="DC89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8" name="Input frame mosaic cell"/>
          <p:cNvSpPr/>
          <p:nvPr/>
        </p:nvSpPr>
        <p:spPr>
          <a:xfrm>
            <a:off x="1077620" y="2651433"/>
            <a:ext cx="54407" cy="55191"/>
          </a:xfrm>
          <a:prstGeom prst="rect">
            <a:avLst/>
          </a:prstGeom>
          <a:solidFill>
            <a:srgbClr val="8758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9" name="Input frame mosaic cell"/>
          <p:cNvSpPr/>
          <p:nvPr/>
        </p:nvSpPr>
        <p:spPr>
          <a:xfrm>
            <a:off x="1127455" y="2651433"/>
            <a:ext cx="54407" cy="55191"/>
          </a:xfrm>
          <a:prstGeom prst="rect">
            <a:avLst/>
          </a:prstGeom>
          <a:solidFill>
            <a:srgbClr val="492D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0" name="Input frame mosaic cell"/>
          <p:cNvSpPr/>
          <p:nvPr/>
        </p:nvSpPr>
        <p:spPr>
          <a:xfrm>
            <a:off x="1177290" y="2651433"/>
            <a:ext cx="54407" cy="55191"/>
          </a:xfrm>
          <a:prstGeom prst="rect">
            <a:avLst/>
          </a:prstGeom>
          <a:solidFill>
            <a:srgbClr val="492F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1" name="Input frame mosaic cell"/>
          <p:cNvSpPr/>
          <p:nvPr/>
        </p:nvSpPr>
        <p:spPr>
          <a:xfrm>
            <a:off x="1227125" y="2651433"/>
            <a:ext cx="54407" cy="55191"/>
          </a:xfrm>
          <a:prstGeom prst="rect">
            <a:avLst/>
          </a:prstGeom>
          <a:solidFill>
            <a:srgbClr val="4227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2" name="Input frame mosaic cell"/>
          <p:cNvSpPr/>
          <p:nvPr/>
        </p:nvSpPr>
        <p:spPr>
          <a:xfrm>
            <a:off x="1276960" y="2651433"/>
            <a:ext cx="54407" cy="55191"/>
          </a:xfrm>
          <a:prstGeom prst="rect">
            <a:avLst/>
          </a:prstGeom>
          <a:solidFill>
            <a:srgbClr val="4027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3" name="Input frame mosaic cell"/>
          <p:cNvSpPr/>
          <p:nvPr/>
        </p:nvSpPr>
        <p:spPr>
          <a:xfrm>
            <a:off x="1326794" y="2651433"/>
            <a:ext cx="54407" cy="55191"/>
          </a:xfrm>
          <a:prstGeom prst="rect">
            <a:avLst/>
          </a:prstGeom>
          <a:solidFill>
            <a:srgbClr val="422C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4" name="Input frame mosaic cell"/>
          <p:cNvSpPr/>
          <p:nvPr/>
        </p:nvSpPr>
        <p:spPr>
          <a:xfrm>
            <a:off x="1376629" y="2651433"/>
            <a:ext cx="54407" cy="55191"/>
          </a:xfrm>
          <a:prstGeom prst="rect">
            <a:avLst/>
          </a:prstGeom>
          <a:solidFill>
            <a:srgbClr val="4930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5" name="Input frame mosaic cell"/>
          <p:cNvSpPr/>
          <p:nvPr/>
        </p:nvSpPr>
        <p:spPr>
          <a:xfrm>
            <a:off x="1426464" y="2651433"/>
            <a:ext cx="54407" cy="55191"/>
          </a:xfrm>
          <a:prstGeom prst="rect">
            <a:avLst/>
          </a:prstGeom>
          <a:solidFill>
            <a:srgbClr val="4F30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6" name="Input frame mosaic cell"/>
          <p:cNvSpPr/>
          <p:nvPr/>
        </p:nvSpPr>
        <p:spPr>
          <a:xfrm>
            <a:off x="1476299" y="2651433"/>
            <a:ext cx="54407" cy="55191"/>
          </a:xfrm>
          <a:prstGeom prst="rect">
            <a:avLst/>
          </a:prstGeom>
          <a:solidFill>
            <a:srgbClr val="5A35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7" name="Input frame mosaic cell"/>
          <p:cNvSpPr/>
          <p:nvPr/>
        </p:nvSpPr>
        <p:spPr>
          <a:xfrm>
            <a:off x="1526134" y="2651433"/>
            <a:ext cx="54407" cy="55191"/>
          </a:xfrm>
          <a:prstGeom prst="rect">
            <a:avLst/>
          </a:prstGeom>
          <a:solidFill>
            <a:srgbClr val="4F2F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8" name="Input frame mosaic cell"/>
          <p:cNvSpPr/>
          <p:nvPr/>
        </p:nvSpPr>
        <p:spPr>
          <a:xfrm>
            <a:off x="1575968" y="2651433"/>
            <a:ext cx="54407" cy="55191"/>
          </a:xfrm>
          <a:prstGeom prst="rect">
            <a:avLst/>
          </a:prstGeom>
          <a:solidFill>
            <a:srgbClr val="4931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9" name="Input frame mosaic cell"/>
          <p:cNvSpPr/>
          <p:nvPr/>
        </p:nvSpPr>
        <p:spPr>
          <a:xfrm>
            <a:off x="1625803" y="2651433"/>
            <a:ext cx="54407" cy="55191"/>
          </a:xfrm>
          <a:prstGeom prst="rect">
            <a:avLst/>
          </a:prstGeom>
          <a:solidFill>
            <a:srgbClr val="563A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0" name="Input frame mosaic cell"/>
          <p:cNvSpPr/>
          <p:nvPr/>
        </p:nvSpPr>
        <p:spPr>
          <a:xfrm>
            <a:off x="1675638" y="2651433"/>
            <a:ext cx="54407" cy="55191"/>
          </a:xfrm>
          <a:prstGeom prst="rect">
            <a:avLst/>
          </a:prstGeom>
          <a:solidFill>
            <a:srgbClr val="673E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1" name="Input frame mosaic cell"/>
          <p:cNvSpPr/>
          <p:nvPr/>
        </p:nvSpPr>
        <p:spPr>
          <a:xfrm>
            <a:off x="1725473" y="2651433"/>
            <a:ext cx="54407" cy="55191"/>
          </a:xfrm>
          <a:prstGeom prst="rect">
            <a:avLst/>
          </a:prstGeom>
          <a:solidFill>
            <a:srgbClr val="8858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2" name="Input frame mosaic cell"/>
          <p:cNvSpPr/>
          <p:nvPr/>
        </p:nvSpPr>
        <p:spPr>
          <a:xfrm>
            <a:off x="1775308" y="2651433"/>
            <a:ext cx="54407" cy="55191"/>
          </a:xfrm>
          <a:prstGeom prst="rect">
            <a:avLst/>
          </a:prstGeom>
          <a:solidFill>
            <a:srgbClr val="7147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3" name="Input frame mosaic cell"/>
          <p:cNvSpPr/>
          <p:nvPr/>
        </p:nvSpPr>
        <p:spPr>
          <a:xfrm>
            <a:off x="1825142" y="2651433"/>
            <a:ext cx="54407" cy="55191"/>
          </a:xfrm>
          <a:prstGeom prst="rect">
            <a:avLst/>
          </a:prstGeom>
          <a:solidFill>
            <a:srgbClr val="745C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4" name="Input frame mosaic cell"/>
          <p:cNvSpPr/>
          <p:nvPr/>
        </p:nvSpPr>
        <p:spPr>
          <a:xfrm>
            <a:off x="1874977" y="2651433"/>
            <a:ext cx="54407" cy="55191"/>
          </a:xfrm>
          <a:prstGeom prst="rect">
            <a:avLst/>
          </a:prstGeom>
          <a:solidFill>
            <a:srgbClr val="7464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5" name="Input frame mosaic cell"/>
          <p:cNvSpPr/>
          <p:nvPr/>
        </p:nvSpPr>
        <p:spPr>
          <a:xfrm>
            <a:off x="1924812" y="2651433"/>
            <a:ext cx="54407" cy="55191"/>
          </a:xfrm>
          <a:prstGeom prst="rect">
            <a:avLst/>
          </a:prstGeom>
          <a:solidFill>
            <a:srgbClr val="7968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6" name="Input frame mosaic cell"/>
          <p:cNvSpPr/>
          <p:nvPr/>
        </p:nvSpPr>
        <p:spPr>
          <a:xfrm>
            <a:off x="1974647" y="2651433"/>
            <a:ext cx="54407" cy="55191"/>
          </a:xfrm>
          <a:prstGeom prst="rect">
            <a:avLst/>
          </a:prstGeom>
          <a:solidFill>
            <a:srgbClr val="AEA2A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7" name="Input frame mosaic cell"/>
          <p:cNvSpPr/>
          <p:nvPr/>
        </p:nvSpPr>
        <p:spPr>
          <a:xfrm>
            <a:off x="2024482" y="2651433"/>
            <a:ext cx="54407" cy="55191"/>
          </a:xfrm>
          <a:prstGeom prst="rect">
            <a:avLst/>
          </a:prstGeom>
          <a:solidFill>
            <a:srgbClr val="AEA3A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8" name="Input frame mosaic cell"/>
          <p:cNvSpPr/>
          <p:nvPr/>
        </p:nvSpPr>
        <p:spPr>
          <a:xfrm>
            <a:off x="2074316" y="2651433"/>
            <a:ext cx="54407" cy="55191"/>
          </a:xfrm>
          <a:prstGeom prst="rect">
            <a:avLst/>
          </a:prstGeom>
          <a:solidFill>
            <a:srgbClr val="A49D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9" name="Input frame mosaic cell"/>
          <p:cNvSpPr/>
          <p:nvPr/>
        </p:nvSpPr>
        <p:spPr>
          <a:xfrm>
            <a:off x="2124151" y="2651433"/>
            <a:ext cx="54407" cy="55191"/>
          </a:xfrm>
          <a:prstGeom prst="rect">
            <a:avLst/>
          </a:prstGeom>
          <a:solidFill>
            <a:srgbClr val="9A959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0" name="Input frame mosaic cell"/>
          <p:cNvSpPr/>
          <p:nvPr/>
        </p:nvSpPr>
        <p:spPr>
          <a:xfrm>
            <a:off x="2173986" y="2651433"/>
            <a:ext cx="54407" cy="55191"/>
          </a:xfrm>
          <a:prstGeom prst="rect">
            <a:avLst/>
          </a:prstGeom>
          <a:solidFill>
            <a:srgbClr val="8E8B8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1" name="Input frame mosaic cell"/>
          <p:cNvSpPr/>
          <p:nvPr/>
        </p:nvSpPr>
        <p:spPr>
          <a:xfrm>
            <a:off x="2223821" y="2651433"/>
            <a:ext cx="54407" cy="55191"/>
          </a:xfrm>
          <a:prstGeom prst="rect">
            <a:avLst/>
          </a:prstGeom>
          <a:solidFill>
            <a:srgbClr val="7F7E7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2" name="Input frame mosaic cell"/>
          <p:cNvSpPr/>
          <p:nvPr/>
        </p:nvSpPr>
        <p:spPr>
          <a:xfrm>
            <a:off x="2273656" y="2651433"/>
            <a:ext cx="54407" cy="55191"/>
          </a:xfrm>
          <a:prstGeom prst="rect">
            <a:avLst/>
          </a:prstGeom>
          <a:solidFill>
            <a:srgbClr val="6968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3" name="Input frame mosaic cell"/>
          <p:cNvSpPr/>
          <p:nvPr/>
        </p:nvSpPr>
        <p:spPr>
          <a:xfrm>
            <a:off x="2323490" y="2651433"/>
            <a:ext cx="54407" cy="55191"/>
          </a:xfrm>
          <a:prstGeom prst="rect">
            <a:avLst/>
          </a:prstGeom>
          <a:solidFill>
            <a:srgbClr val="5150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4" name="Input frame mosaic cell"/>
          <p:cNvSpPr/>
          <p:nvPr/>
        </p:nvSpPr>
        <p:spPr>
          <a:xfrm>
            <a:off x="2373325" y="2651433"/>
            <a:ext cx="54407" cy="55191"/>
          </a:xfrm>
          <a:prstGeom prst="rect">
            <a:avLst/>
          </a:prstGeom>
          <a:solidFill>
            <a:srgbClr val="3B37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5" name="Input frame mosaic cell"/>
          <p:cNvSpPr/>
          <p:nvPr/>
        </p:nvSpPr>
        <p:spPr>
          <a:xfrm>
            <a:off x="429768" y="2702052"/>
            <a:ext cx="54407" cy="55191"/>
          </a:xfrm>
          <a:prstGeom prst="rect">
            <a:avLst/>
          </a:prstGeom>
          <a:solidFill>
            <a:srgbClr val="482B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6" name="Input frame mosaic cell"/>
          <p:cNvSpPr/>
          <p:nvPr/>
        </p:nvSpPr>
        <p:spPr>
          <a:xfrm>
            <a:off x="479603" y="2702052"/>
            <a:ext cx="54407" cy="55191"/>
          </a:xfrm>
          <a:prstGeom prst="rect">
            <a:avLst/>
          </a:prstGeom>
          <a:solidFill>
            <a:srgbClr val="6F43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7" name="Input frame mosaic cell"/>
          <p:cNvSpPr/>
          <p:nvPr/>
        </p:nvSpPr>
        <p:spPr>
          <a:xfrm>
            <a:off x="529438" y="2702052"/>
            <a:ext cx="54407" cy="55191"/>
          </a:xfrm>
          <a:prstGeom prst="rect">
            <a:avLst/>
          </a:prstGeom>
          <a:solidFill>
            <a:srgbClr val="7E4E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8" name="Input frame mosaic cell"/>
          <p:cNvSpPr/>
          <p:nvPr/>
        </p:nvSpPr>
        <p:spPr>
          <a:xfrm>
            <a:off x="579272" y="2702052"/>
            <a:ext cx="54407" cy="55191"/>
          </a:xfrm>
          <a:prstGeom prst="rect">
            <a:avLst/>
          </a:prstGeom>
          <a:solidFill>
            <a:srgbClr val="804A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9" name="Input frame mosaic cell"/>
          <p:cNvSpPr/>
          <p:nvPr/>
        </p:nvSpPr>
        <p:spPr>
          <a:xfrm>
            <a:off x="629107" y="2702052"/>
            <a:ext cx="54407" cy="55191"/>
          </a:xfrm>
          <a:prstGeom prst="rect">
            <a:avLst/>
          </a:prstGeom>
          <a:solidFill>
            <a:srgbClr val="8041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0" name="Input frame mosaic cell"/>
          <p:cNvSpPr/>
          <p:nvPr/>
        </p:nvSpPr>
        <p:spPr>
          <a:xfrm>
            <a:off x="678942" y="2702052"/>
            <a:ext cx="54407" cy="55191"/>
          </a:xfrm>
          <a:prstGeom prst="rect">
            <a:avLst/>
          </a:prstGeom>
          <a:solidFill>
            <a:srgbClr val="924C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1" name="Input frame mosaic cell"/>
          <p:cNvSpPr/>
          <p:nvPr/>
        </p:nvSpPr>
        <p:spPr>
          <a:xfrm>
            <a:off x="728777" y="2702052"/>
            <a:ext cx="54407" cy="55191"/>
          </a:xfrm>
          <a:prstGeom prst="rect">
            <a:avLst/>
          </a:prstGeom>
          <a:solidFill>
            <a:srgbClr val="9A4E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2" name="Input frame mosaic cell"/>
          <p:cNvSpPr/>
          <p:nvPr/>
        </p:nvSpPr>
        <p:spPr>
          <a:xfrm>
            <a:off x="778612" y="2702052"/>
            <a:ext cx="54407" cy="55191"/>
          </a:xfrm>
          <a:prstGeom prst="rect">
            <a:avLst/>
          </a:prstGeom>
          <a:solidFill>
            <a:srgbClr val="A055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3" name="Input frame mosaic cell"/>
          <p:cNvSpPr/>
          <p:nvPr/>
        </p:nvSpPr>
        <p:spPr>
          <a:xfrm>
            <a:off x="828446" y="2702052"/>
            <a:ext cx="54407" cy="55191"/>
          </a:xfrm>
          <a:prstGeom prst="rect">
            <a:avLst/>
          </a:prstGeom>
          <a:solidFill>
            <a:srgbClr val="A95B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4" name="Input frame mosaic cell"/>
          <p:cNvSpPr/>
          <p:nvPr/>
        </p:nvSpPr>
        <p:spPr>
          <a:xfrm>
            <a:off x="878281" y="2702052"/>
            <a:ext cx="54407" cy="55191"/>
          </a:xfrm>
          <a:prstGeom prst="rect">
            <a:avLst/>
          </a:prstGeom>
          <a:solidFill>
            <a:srgbClr val="C16B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5" name="Input frame mosaic cell"/>
          <p:cNvSpPr/>
          <p:nvPr/>
        </p:nvSpPr>
        <p:spPr>
          <a:xfrm>
            <a:off x="928116" y="2702052"/>
            <a:ext cx="54407" cy="55191"/>
          </a:xfrm>
          <a:prstGeom prst="rect">
            <a:avLst/>
          </a:prstGeom>
          <a:solidFill>
            <a:srgbClr val="E189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6" name="Input frame mosaic cell"/>
          <p:cNvSpPr/>
          <p:nvPr/>
        </p:nvSpPr>
        <p:spPr>
          <a:xfrm>
            <a:off x="977951" y="2702052"/>
            <a:ext cx="54407" cy="55191"/>
          </a:xfrm>
          <a:prstGeom prst="rect">
            <a:avLst/>
          </a:prstGeom>
          <a:solidFill>
            <a:srgbClr val="EA998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7" name="Input frame mosaic cell"/>
          <p:cNvSpPr/>
          <p:nvPr/>
        </p:nvSpPr>
        <p:spPr>
          <a:xfrm>
            <a:off x="1027786" y="2702052"/>
            <a:ext cx="54407" cy="55191"/>
          </a:xfrm>
          <a:prstGeom prst="rect">
            <a:avLst/>
          </a:prstGeom>
          <a:solidFill>
            <a:srgbClr val="AA68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8" name="Input frame mosaic cell"/>
          <p:cNvSpPr/>
          <p:nvPr/>
        </p:nvSpPr>
        <p:spPr>
          <a:xfrm>
            <a:off x="1077620" y="2702052"/>
            <a:ext cx="54407" cy="55191"/>
          </a:xfrm>
          <a:prstGeom prst="rect">
            <a:avLst/>
          </a:prstGeom>
          <a:solidFill>
            <a:srgbClr val="4A29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9" name="Input frame mosaic cell"/>
          <p:cNvSpPr/>
          <p:nvPr/>
        </p:nvSpPr>
        <p:spPr>
          <a:xfrm>
            <a:off x="1127455" y="2702052"/>
            <a:ext cx="54407" cy="55191"/>
          </a:xfrm>
          <a:prstGeom prst="rect">
            <a:avLst/>
          </a:prstGeom>
          <a:solidFill>
            <a:srgbClr val="482D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0" name="Input frame mosaic cell"/>
          <p:cNvSpPr/>
          <p:nvPr/>
        </p:nvSpPr>
        <p:spPr>
          <a:xfrm>
            <a:off x="1177290" y="2702052"/>
            <a:ext cx="54407" cy="55191"/>
          </a:xfrm>
          <a:prstGeom prst="rect">
            <a:avLst/>
          </a:prstGeom>
          <a:solidFill>
            <a:srgbClr val="5134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1" name="Input frame mosaic cell"/>
          <p:cNvSpPr/>
          <p:nvPr/>
        </p:nvSpPr>
        <p:spPr>
          <a:xfrm>
            <a:off x="1227125" y="2702052"/>
            <a:ext cx="54407" cy="55191"/>
          </a:xfrm>
          <a:prstGeom prst="rect">
            <a:avLst/>
          </a:prstGeom>
          <a:solidFill>
            <a:srgbClr val="5638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2" name="Input frame mosaic cell"/>
          <p:cNvSpPr/>
          <p:nvPr/>
        </p:nvSpPr>
        <p:spPr>
          <a:xfrm>
            <a:off x="1276960" y="2702052"/>
            <a:ext cx="54407" cy="55191"/>
          </a:xfrm>
          <a:prstGeom prst="rect">
            <a:avLst/>
          </a:prstGeom>
          <a:solidFill>
            <a:srgbClr val="5A3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3" name="Input frame mosaic cell"/>
          <p:cNvSpPr/>
          <p:nvPr/>
        </p:nvSpPr>
        <p:spPr>
          <a:xfrm>
            <a:off x="1326794" y="2702052"/>
            <a:ext cx="54407" cy="55191"/>
          </a:xfrm>
          <a:prstGeom prst="rect">
            <a:avLst/>
          </a:prstGeom>
          <a:solidFill>
            <a:srgbClr val="5738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4" name="Input frame mosaic cell"/>
          <p:cNvSpPr/>
          <p:nvPr/>
        </p:nvSpPr>
        <p:spPr>
          <a:xfrm>
            <a:off x="1376629" y="2702052"/>
            <a:ext cx="54407" cy="55191"/>
          </a:xfrm>
          <a:prstGeom prst="rect">
            <a:avLst/>
          </a:prstGeom>
          <a:solidFill>
            <a:srgbClr val="593B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5" name="Input frame mosaic cell"/>
          <p:cNvSpPr/>
          <p:nvPr/>
        </p:nvSpPr>
        <p:spPr>
          <a:xfrm>
            <a:off x="1426464" y="2702052"/>
            <a:ext cx="54407" cy="55191"/>
          </a:xfrm>
          <a:prstGeom prst="rect">
            <a:avLst/>
          </a:prstGeom>
          <a:solidFill>
            <a:srgbClr val="643B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6" name="Input frame mosaic cell"/>
          <p:cNvSpPr/>
          <p:nvPr/>
        </p:nvSpPr>
        <p:spPr>
          <a:xfrm>
            <a:off x="1476299" y="2702052"/>
            <a:ext cx="54407" cy="55191"/>
          </a:xfrm>
          <a:prstGeom prst="rect">
            <a:avLst/>
          </a:prstGeom>
          <a:solidFill>
            <a:srgbClr val="7041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7" name="Input frame mosaic cell"/>
          <p:cNvSpPr/>
          <p:nvPr/>
        </p:nvSpPr>
        <p:spPr>
          <a:xfrm>
            <a:off x="1526134" y="2702052"/>
            <a:ext cx="54407" cy="55191"/>
          </a:xfrm>
          <a:prstGeom prst="rect">
            <a:avLst/>
          </a:prstGeom>
          <a:solidFill>
            <a:srgbClr val="5D36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8" name="Input frame mosaic cell"/>
          <p:cNvSpPr/>
          <p:nvPr/>
        </p:nvSpPr>
        <p:spPr>
          <a:xfrm>
            <a:off x="1575968" y="2702052"/>
            <a:ext cx="54407" cy="55191"/>
          </a:xfrm>
          <a:prstGeom prst="rect">
            <a:avLst/>
          </a:prstGeom>
          <a:solidFill>
            <a:srgbClr val="5C3A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9" name="Input frame mosaic cell"/>
          <p:cNvSpPr/>
          <p:nvPr/>
        </p:nvSpPr>
        <p:spPr>
          <a:xfrm>
            <a:off x="1625803" y="2702052"/>
            <a:ext cx="54407" cy="55191"/>
          </a:xfrm>
          <a:prstGeom prst="rect">
            <a:avLst/>
          </a:prstGeom>
          <a:solidFill>
            <a:srgbClr val="6340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0" name="Input frame mosaic cell"/>
          <p:cNvSpPr/>
          <p:nvPr/>
        </p:nvSpPr>
        <p:spPr>
          <a:xfrm>
            <a:off x="1675638" y="2702052"/>
            <a:ext cx="54407" cy="55191"/>
          </a:xfrm>
          <a:prstGeom prst="rect">
            <a:avLst/>
          </a:prstGeom>
          <a:solidFill>
            <a:srgbClr val="5531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1" name="Input frame mosaic cell"/>
          <p:cNvSpPr/>
          <p:nvPr/>
        </p:nvSpPr>
        <p:spPr>
          <a:xfrm>
            <a:off x="1725473" y="2702052"/>
            <a:ext cx="54407" cy="55191"/>
          </a:xfrm>
          <a:prstGeom prst="rect">
            <a:avLst/>
          </a:prstGeom>
          <a:solidFill>
            <a:srgbClr val="613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2" name="Input frame mosaic cell"/>
          <p:cNvSpPr/>
          <p:nvPr/>
        </p:nvSpPr>
        <p:spPr>
          <a:xfrm>
            <a:off x="1775308" y="2702052"/>
            <a:ext cx="54407" cy="55191"/>
          </a:xfrm>
          <a:prstGeom prst="rect">
            <a:avLst/>
          </a:prstGeom>
          <a:solidFill>
            <a:srgbClr val="7542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3" name="Input frame mosaic cell"/>
          <p:cNvSpPr/>
          <p:nvPr/>
        </p:nvSpPr>
        <p:spPr>
          <a:xfrm>
            <a:off x="1825142" y="2702052"/>
            <a:ext cx="54407" cy="55191"/>
          </a:xfrm>
          <a:prstGeom prst="rect">
            <a:avLst/>
          </a:prstGeom>
          <a:solidFill>
            <a:srgbClr val="7041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4" name="Input frame mosaic cell"/>
          <p:cNvSpPr/>
          <p:nvPr/>
        </p:nvSpPr>
        <p:spPr>
          <a:xfrm>
            <a:off x="1874977" y="2702052"/>
            <a:ext cx="54407" cy="55191"/>
          </a:xfrm>
          <a:prstGeom prst="rect">
            <a:avLst/>
          </a:prstGeom>
          <a:solidFill>
            <a:srgbClr val="6E42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5" name="Input frame mosaic cell"/>
          <p:cNvSpPr/>
          <p:nvPr/>
        </p:nvSpPr>
        <p:spPr>
          <a:xfrm>
            <a:off x="1924812" y="2702052"/>
            <a:ext cx="54407" cy="55191"/>
          </a:xfrm>
          <a:prstGeom prst="rect">
            <a:avLst/>
          </a:prstGeom>
          <a:solidFill>
            <a:srgbClr val="6F52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6" name="Input frame mosaic cell"/>
          <p:cNvSpPr/>
          <p:nvPr/>
        </p:nvSpPr>
        <p:spPr>
          <a:xfrm>
            <a:off x="1974647" y="2702052"/>
            <a:ext cx="54407" cy="55191"/>
          </a:xfrm>
          <a:prstGeom prst="rect">
            <a:avLst/>
          </a:prstGeom>
          <a:solidFill>
            <a:srgbClr val="988C8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7" name="Input frame mosaic cell"/>
          <p:cNvSpPr/>
          <p:nvPr/>
        </p:nvSpPr>
        <p:spPr>
          <a:xfrm>
            <a:off x="2024482" y="2702052"/>
            <a:ext cx="54407" cy="55191"/>
          </a:xfrm>
          <a:prstGeom prst="rect">
            <a:avLst/>
          </a:prstGeom>
          <a:solidFill>
            <a:srgbClr val="9D949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8" name="Input frame mosaic cell"/>
          <p:cNvSpPr/>
          <p:nvPr/>
        </p:nvSpPr>
        <p:spPr>
          <a:xfrm>
            <a:off x="2074316" y="2702052"/>
            <a:ext cx="54407" cy="55191"/>
          </a:xfrm>
          <a:prstGeom prst="rect">
            <a:avLst/>
          </a:prstGeom>
          <a:solidFill>
            <a:srgbClr val="90898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9" name="Input frame mosaic cell"/>
          <p:cNvSpPr/>
          <p:nvPr/>
        </p:nvSpPr>
        <p:spPr>
          <a:xfrm>
            <a:off x="2124151" y="2702052"/>
            <a:ext cx="54407" cy="55191"/>
          </a:xfrm>
          <a:prstGeom prst="rect">
            <a:avLst/>
          </a:prstGeom>
          <a:solidFill>
            <a:srgbClr val="A19DA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0" name="Input frame mosaic cell"/>
          <p:cNvSpPr/>
          <p:nvPr/>
        </p:nvSpPr>
        <p:spPr>
          <a:xfrm>
            <a:off x="2173986" y="2702052"/>
            <a:ext cx="54407" cy="55191"/>
          </a:xfrm>
          <a:prstGeom prst="rect">
            <a:avLst/>
          </a:prstGeom>
          <a:solidFill>
            <a:srgbClr val="A9A7A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1" name="Input frame mosaic cell"/>
          <p:cNvSpPr/>
          <p:nvPr/>
        </p:nvSpPr>
        <p:spPr>
          <a:xfrm>
            <a:off x="2223821" y="2702052"/>
            <a:ext cx="54407" cy="55191"/>
          </a:xfrm>
          <a:prstGeom prst="rect">
            <a:avLst/>
          </a:prstGeom>
          <a:solidFill>
            <a:srgbClr val="9D9B9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2" name="Input frame mosaic cell"/>
          <p:cNvSpPr/>
          <p:nvPr/>
        </p:nvSpPr>
        <p:spPr>
          <a:xfrm>
            <a:off x="2273656" y="2702052"/>
            <a:ext cx="54407" cy="55191"/>
          </a:xfrm>
          <a:prstGeom prst="rect">
            <a:avLst/>
          </a:prstGeom>
          <a:solidFill>
            <a:srgbClr val="89858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3" name="Input frame mosaic cell"/>
          <p:cNvSpPr/>
          <p:nvPr/>
        </p:nvSpPr>
        <p:spPr>
          <a:xfrm>
            <a:off x="2323490" y="2702052"/>
            <a:ext cx="54407" cy="55191"/>
          </a:xfrm>
          <a:prstGeom prst="rect">
            <a:avLst/>
          </a:prstGeom>
          <a:solidFill>
            <a:srgbClr val="74717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4" name="Input frame mosaic cell"/>
          <p:cNvSpPr/>
          <p:nvPr/>
        </p:nvSpPr>
        <p:spPr>
          <a:xfrm>
            <a:off x="2373325" y="2702052"/>
            <a:ext cx="54407" cy="55191"/>
          </a:xfrm>
          <a:prstGeom prst="rect">
            <a:avLst/>
          </a:prstGeom>
          <a:solidFill>
            <a:srgbClr val="5955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5" name="Input frame mosaic cell"/>
          <p:cNvSpPr/>
          <p:nvPr/>
        </p:nvSpPr>
        <p:spPr>
          <a:xfrm>
            <a:off x="429768" y="2752671"/>
            <a:ext cx="54407" cy="55191"/>
          </a:xfrm>
          <a:prstGeom prst="rect">
            <a:avLst/>
          </a:prstGeom>
          <a:solidFill>
            <a:srgbClr val="502F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6" name="Input frame mosaic cell"/>
          <p:cNvSpPr/>
          <p:nvPr/>
        </p:nvSpPr>
        <p:spPr>
          <a:xfrm>
            <a:off x="479603" y="2752671"/>
            <a:ext cx="54407" cy="55191"/>
          </a:xfrm>
          <a:prstGeom prst="rect">
            <a:avLst/>
          </a:prstGeom>
          <a:solidFill>
            <a:srgbClr val="834E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7" name="Input frame mosaic cell"/>
          <p:cNvSpPr/>
          <p:nvPr/>
        </p:nvSpPr>
        <p:spPr>
          <a:xfrm>
            <a:off x="529438" y="2752671"/>
            <a:ext cx="54407" cy="55191"/>
          </a:xfrm>
          <a:prstGeom prst="rect">
            <a:avLst/>
          </a:prstGeom>
          <a:solidFill>
            <a:srgbClr val="8E57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8" name="Input frame mosaic cell"/>
          <p:cNvSpPr/>
          <p:nvPr/>
        </p:nvSpPr>
        <p:spPr>
          <a:xfrm>
            <a:off x="579272" y="2752671"/>
            <a:ext cx="54407" cy="55191"/>
          </a:xfrm>
          <a:prstGeom prst="rect">
            <a:avLst/>
          </a:prstGeom>
          <a:solidFill>
            <a:srgbClr val="8F54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9" name="Input frame mosaic cell"/>
          <p:cNvSpPr/>
          <p:nvPr/>
        </p:nvSpPr>
        <p:spPr>
          <a:xfrm>
            <a:off x="629107" y="2752671"/>
            <a:ext cx="54407" cy="55191"/>
          </a:xfrm>
          <a:prstGeom prst="rect">
            <a:avLst/>
          </a:prstGeom>
          <a:solidFill>
            <a:srgbClr val="8F50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0" name="Input frame mosaic cell"/>
          <p:cNvSpPr/>
          <p:nvPr/>
        </p:nvSpPr>
        <p:spPr>
          <a:xfrm>
            <a:off x="678942" y="2752671"/>
            <a:ext cx="54407" cy="55191"/>
          </a:xfrm>
          <a:prstGeom prst="rect">
            <a:avLst/>
          </a:prstGeom>
          <a:solidFill>
            <a:srgbClr val="934E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1" name="Input frame mosaic cell"/>
          <p:cNvSpPr/>
          <p:nvPr/>
        </p:nvSpPr>
        <p:spPr>
          <a:xfrm>
            <a:off x="728777" y="2752671"/>
            <a:ext cx="54407" cy="55191"/>
          </a:xfrm>
          <a:prstGeom prst="rect">
            <a:avLst/>
          </a:prstGeom>
          <a:solidFill>
            <a:srgbClr val="9949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2" name="Input frame mosaic cell"/>
          <p:cNvSpPr/>
          <p:nvPr/>
        </p:nvSpPr>
        <p:spPr>
          <a:xfrm>
            <a:off x="778612" y="2752671"/>
            <a:ext cx="54407" cy="55191"/>
          </a:xfrm>
          <a:prstGeom prst="rect">
            <a:avLst/>
          </a:prstGeom>
          <a:solidFill>
            <a:srgbClr val="9E4C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3" name="Input frame mosaic cell"/>
          <p:cNvSpPr/>
          <p:nvPr/>
        </p:nvSpPr>
        <p:spPr>
          <a:xfrm>
            <a:off x="828446" y="2752671"/>
            <a:ext cx="54407" cy="55191"/>
          </a:xfrm>
          <a:prstGeom prst="rect">
            <a:avLst/>
          </a:prstGeom>
          <a:solidFill>
            <a:srgbClr val="CC78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4" name="Input frame mosaic cell"/>
          <p:cNvSpPr/>
          <p:nvPr/>
        </p:nvSpPr>
        <p:spPr>
          <a:xfrm>
            <a:off x="878281" y="2752671"/>
            <a:ext cx="54407" cy="55191"/>
          </a:xfrm>
          <a:prstGeom prst="rect">
            <a:avLst/>
          </a:prstGeom>
          <a:solidFill>
            <a:srgbClr val="DF83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5" name="Input frame mosaic cell"/>
          <p:cNvSpPr/>
          <p:nvPr/>
        </p:nvSpPr>
        <p:spPr>
          <a:xfrm>
            <a:off x="928116" y="2752671"/>
            <a:ext cx="54407" cy="55191"/>
          </a:xfrm>
          <a:prstGeom prst="rect">
            <a:avLst/>
          </a:prstGeom>
          <a:solidFill>
            <a:srgbClr val="E2866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6" name="Input frame mosaic cell"/>
          <p:cNvSpPr/>
          <p:nvPr/>
        </p:nvSpPr>
        <p:spPr>
          <a:xfrm>
            <a:off x="977951" y="2752671"/>
            <a:ext cx="54407" cy="55191"/>
          </a:xfrm>
          <a:prstGeom prst="rect">
            <a:avLst/>
          </a:prstGeom>
          <a:solidFill>
            <a:srgbClr val="D1806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7" name="Input frame mosaic cell"/>
          <p:cNvSpPr/>
          <p:nvPr/>
        </p:nvSpPr>
        <p:spPr>
          <a:xfrm>
            <a:off x="1027786" y="2752671"/>
            <a:ext cx="54407" cy="55191"/>
          </a:xfrm>
          <a:prstGeom prst="rect">
            <a:avLst/>
          </a:prstGeom>
          <a:solidFill>
            <a:srgbClr val="5F33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8" name="Input frame mosaic cell"/>
          <p:cNvSpPr/>
          <p:nvPr/>
        </p:nvSpPr>
        <p:spPr>
          <a:xfrm>
            <a:off x="1077620" y="2752671"/>
            <a:ext cx="54407" cy="55191"/>
          </a:xfrm>
          <a:prstGeom prst="rect">
            <a:avLst/>
          </a:prstGeom>
          <a:solidFill>
            <a:srgbClr val="4325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9" name="Input frame mosaic cell"/>
          <p:cNvSpPr/>
          <p:nvPr/>
        </p:nvSpPr>
        <p:spPr>
          <a:xfrm>
            <a:off x="1127455" y="2752671"/>
            <a:ext cx="54407" cy="55191"/>
          </a:xfrm>
          <a:prstGeom prst="rect">
            <a:avLst/>
          </a:prstGeom>
          <a:solidFill>
            <a:srgbClr val="5537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0" name="Input frame mosaic cell"/>
          <p:cNvSpPr/>
          <p:nvPr/>
        </p:nvSpPr>
        <p:spPr>
          <a:xfrm>
            <a:off x="1177290" y="2752671"/>
            <a:ext cx="54407" cy="55191"/>
          </a:xfrm>
          <a:prstGeom prst="rect">
            <a:avLst/>
          </a:prstGeom>
          <a:solidFill>
            <a:srgbClr val="5E3E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1" name="Input frame mosaic cell"/>
          <p:cNvSpPr/>
          <p:nvPr/>
        </p:nvSpPr>
        <p:spPr>
          <a:xfrm>
            <a:off x="1227125" y="2752671"/>
            <a:ext cx="54407" cy="55191"/>
          </a:xfrm>
          <a:prstGeom prst="rect">
            <a:avLst/>
          </a:prstGeom>
          <a:solidFill>
            <a:srgbClr val="5C3C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2" name="Input frame mosaic cell"/>
          <p:cNvSpPr/>
          <p:nvPr/>
        </p:nvSpPr>
        <p:spPr>
          <a:xfrm>
            <a:off x="1276960" y="2752671"/>
            <a:ext cx="54407" cy="55191"/>
          </a:xfrm>
          <a:prstGeom prst="rect">
            <a:avLst/>
          </a:prstGeom>
          <a:solidFill>
            <a:srgbClr val="623D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3" name="Input frame mosaic cell"/>
          <p:cNvSpPr/>
          <p:nvPr/>
        </p:nvSpPr>
        <p:spPr>
          <a:xfrm>
            <a:off x="1326794" y="2752671"/>
            <a:ext cx="54407" cy="55191"/>
          </a:xfrm>
          <a:prstGeom prst="rect">
            <a:avLst/>
          </a:prstGeom>
          <a:solidFill>
            <a:srgbClr val="673E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4" name="Input frame mosaic cell"/>
          <p:cNvSpPr/>
          <p:nvPr/>
        </p:nvSpPr>
        <p:spPr>
          <a:xfrm>
            <a:off x="1376629" y="2752671"/>
            <a:ext cx="54407" cy="55191"/>
          </a:xfrm>
          <a:prstGeom prst="rect">
            <a:avLst/>
          </a:prstGeom>
          <a:solidFill>
            <a:srgbClr val="6A42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5" name="Input frame mosaic cell"/>
          <p:cNvSpPr/>
          <p:nvPr/>
        </p:nvSpPr>
        <p:spPr>
          <a:xfrm>
            <a:off x="1426464" y="2752671"/>
            <a:ext cx="54407" cy="55191"/>
          </a:xfrm>
          <a:prstGeom prst="rect">
            <a:avLst/>
          </a:prstGeom>
          <a:solidFill>
            <a:srgbClr val="6E41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6" name="Input frame mosaic cell"/>
          <p:cNvSpPr/>
          <p:nvPr/>
        </p:nvSpPr>
        <p:spPr>
          <a:xfrm>
            <a:off x="1476299" y="2752671"/>
            <a:ext cx="54407" cy="55191"/>
          </a:xfrm>
          <a:prstGeom prst="rect">
            <a:avLst/>
          </a:prstGeom>
          <a:solidFill>
            <a:srgbClr val="6A3B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7" name="Input frame mosaic cell"/>
          <p:cNvSpPr/>
          <p:nvPr/>
        </p:nvSpPr>
        <p:spPr>
          <a:xfrm>
            <a:off x="1526134" y="2752671"/>
            <a:ext cx="54407" cy="55191"/>
          </a:xfrm>
          <a:prstGeom prst="rect">
            <a:avLst/>
          </a:prstGeom>
          <a:solidFill>
            <a:srgbClr val="623A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8" name="Input frame mosaic cell"/>
          <p:cNvSpPr/>
          <p:nvPr/>
        </p:nvSpPr>
        <p:spPr>
          <a:xfrm>
            <a:off x="1575968" y="2752671"/>
            <a:ext cx="54407" cy="55191"/>
          </a:xfrm>
          <a:prstGeom prst="rect">
            <a:avLst/>
          </a:prstGeom>
          <a:solidFill>
            <a:srgbClr val="6E46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9" name="Input frame mosaic cell"/>
          <p:cNvSpPr/>
          <p:nvPr/>
        </p:nvSpPr>
        <p:spPr>
          <a:xfrm>
            <a:off x="1625803" y="2752671"/>
            <a:ext cx="54407" cy="55191"/>
          </a:xfrm>
          <a:prstGeom prst="rect">
            <a:avLst/>
          </a:prstGeom>
          <a:solidFill>
            <a:srgbClr val="6A46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0" name="Input frame mosaic cell"/>
          <p:cNvSpPr/>
          <p:nvPr/>
        </p:nvSpPr>
        <p:spPr>
          <a:xfrm>
            <a:off x="1675638" y="2752671"/>
            <a:ext cx="54407" cy="55191"/>
          </a:xfrm>
          <a:prstGeom prst="rect">
            <a:avLst/>
          </a:prstGeom>
          <a:solidFill>
            <a:srgbClr val="5A35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1" name="Input frame mosaic cell"/>
          <p:cNvSpPr/>
          <p:nvPr/>
        </p:nvSpPr>
        <p:spPr>
          <a:xfrm>
            <a:off x="1725473" y="2752671"/>
            <a:ext cx="54407" cy="55191"/>
          </a:xfrm>
          <a:prstGeom prst="rect">
            <a:avLst/>
          </a:prstGeom>
          <a:solidFill>
            <a:srgbClr val="4A2A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2" name="Input frame mosaic cell"/>
          <p:cNvSpPr/>
          <p:nvPr/>
        </p:nvSpPr>
        <p:spPr>
          <a:xfrm>
            <a:off x="1775308" y="2752671"/>
            <a:ext cx="54407" cy="55191"/>
          </a:xfrm>
          <a:prstGeom prst="rect">
            <a:avLst/>
          </a:prstGeom>
          <a:solidFill>
            <a:srgbClr val="5931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3" name="Input frame mosaic cell"/>
          <p:cNvSpPr/>
          <p:nvPr/>
        </p:nvSpPr>
        <p:spPr>
          <a:xfrm>
            <a:off x="1825142" y="2752671"/>
            <a:ext cx="54407" cy="55191"/>
          </a:xfrm>
          <a:prstGeom prst="rect">
            <a:avLst/>
          </a:prstGeom>
          <a:solidFill>
            <a:srgbClr val="8C4B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4" name="Input frame mosaic cell"/>
          <p:cNvSpPr/>
          <p:nvPr/>
        </p:nvSpPr>
        <p:spPr>
          <a:xfrm>
            <a:off x="1874977" y="2752671"/>
            <a:ext cx="54407" cy="55191"/>
          </a:xfrm>
          <a:prstGeom prst="rect">
            <a:avLst/>
          </a:prstGeom>
          <a:solidFill>
            <a:srgbClr val="A14F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5" name="Input frame mosaic cell"/>
          <p:cNvSpPr/>
          <p:nvPr/>
        </p:nvSpPr>
        <p:spPr>
          <a:xfrm>
            <a:off x="1924812" y="2752671"/>
            <a:ext cx="54407" cy="55191"/>
          </a:xfrm>
          <a:prstGeom prst="rect">
            <a:avLst/>
          </a:prstGeom>
          <a:solidFill>
            <a:srgbClr val="8146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6" name="Input frame mosaic cell"/>
          <p:cNvSpPr/>
          <p:nvPr/>
        </p:nvSpPr>
        <p:spPr>
          <a:xfrm>
            <a:off x="1974647" y="2752671"/>
            <a:ext cx="54407" cy="55191"/>
          </a:xfrm>
          <a:prstGeom prst="rect">
            <a:avLst/>
          </a:prstGeom>
          <a:solidFill>
            <a:srgbClr val="816A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7" name="Input frame mosaic cell"/>
          <p:cNvSpPr/>
          <p:nvPr/>
        </p:nvSpPr>
        <p:spPr>
          <a:xfrm>
            <a:off x="2024482" y="2752671"/>
            <a:ext cx="54407" cy="55191"/>
          </a:xfrm>
          <a:prstGeom prst="rect">
            <a:avLst/>
          </a:prstGeom>
          <a:solidFill>
            <a:srgbClr val="877B7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8" name="Input frame mosaic cell"/>
          <p:cNvSpPr/>
          <p:nvPr/>
        </p:nvSpPr>
        <p:spPr>
          <a:xfrm>
            <a:off x="2074316" y="2752671"/>
            <a:ext cx="54407" cy="55191"/>
          </a:xfrm>
          <a:prstGeom prst="rect">
            <a:avLst/>
          </a:prstGeom>
          <a:solidFill>
            <a:srgbClr val="786D6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9" name="Input frame mosaic cell"/>
          <p:cNvSpPr/>
          <p:nvPr/>
        </p:nvSpPr>
        <p:spPr>
          <a:xfrm>
            <a:off x="2124151" y="2752671"/>
            <a:ext cx="54407" cy="55191"/>
          </a:xfrm>
          <a:prstGeom prst="rect">
            <a:avLst/>
          </a:prstGeom>
          <a:solidFill>
            <a:srgbClr val="827C7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0" name="Input frame mosaic cell"/>
          <p:cNvSpPr/>
          <p:nvPr/>
        </p:nvSpPr>
        <p:spPr>
          <a:xfrm>
            <a:off x="2173986" y="2752671"/>
            <a:ext cx="54407" cy="55191"/>
          </a:xfrm>
          <a:prstGeom prst="rect">
            <a:avLst/>
          </a:prstGeom>
          <a:solidFill>
            <a:srgbClr val="99969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1" name="Input frame mosaic cell"/>
          <p:cNvSpPr/>
          <p:nvPr/>
        </p:nvSpPr>
        <p:spPr>
          <a:xfrm>
            <a:off x="2223821" y="2752671"/>
            <a:ext cx="54407" cy="55191"/>
          </a:xfrm>
          <a:prstGeom prst="rect">
            <a:avLst/>
          </a:prstGeom>
          <a:solidFill>
            <a:srgbClr val="AAA8A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2" name="Input frame mosaic cell"/>
          <p:cNvSpPr/>
          <p:nvPr/>
        </p:nvSpPr>
        <p:spPr>
          <a:xfrm>
            <a:off x="2273656" y="2752671"/>
            <a:ext cx="54407" cy="55191"/>
          </a:xfrm>
          <a:prstGeom prst="rect">
            <a:avLst/>
          </a:prstGeom>
          <a:solidFill>
            <a:srgbClr val="A4A0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3" name="Input frame mosaic cell"/>
          <p:cNvSpPr/>
          <p:nvPr/>
        </p:nvSpPr>
        <p:spPr>
          <a:xfrm>
            <a:off x="2323490" y="2752671"/>
            <a:ext cx="54407" cy="55191"/>
          </a:xfrm>
          <a:prstGeom prst="rect">
            <a:avLst/>
          </a:prstGeom>
          <a:solidFill>
            <a:srgbClr val="8F8C9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4" name="Input frame mosaic cell"/>
          <p:cNvSpPr/>
          <p:nvPr/>
        </p:nvSpPr>
        <p:spPr>
          <a:xfrm>
            <a:off x="2373325" y="2752671"/>
            <a:ext cx="54407" cy="55191"/>
          </a:xfrm>
          <a:prstGeom prst="rect">
            <a:avLst/>
          </a:prstGeom>
          <a:solidFill>
            <a:srgbClr val="726D7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5" name="Input frame mosaic cell"/>
          <p:cNvSpPr/>
          <p:nvPr/>
        </p:nvSpPr>
        <p:spPr>
          <a:xfrm>
            <a:off x="429768" y="2803289"/>
            <a:ext cx="54407" cy="55191"/>
          </a:xfrm>
          <a:prstGeom prst="rect">
            <a:avLst/>
          </a:prstGeom>
          <a:solidFill>
            <a:srgbClr val="4F2D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6" name="Input frame mosaic cell"/>
          <p:cNvSpPr/>
          <p:nvPr/>
        </p:nvSpPr>
        <p:spPr>
          <a:xfrm>
            <a:off x="479603" y="2803289"/>
            <a:ext cx="54407" cy="55191"/>
          </a:xfrm>
          <a:prstGeom prst="rect">
            <a:avLst/>
          </a:prstGeom>
          <a:solidFill>
            <a:srgbClr val="9156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7" name="Input frame mosaic cell"/>
          <p:cNvSpPr/>
          <p:nvPr/>
        </p:nvSpPr>
        <p:spPr>
          <a:xfrm>
            <a:off x="529438" y="2803289"/>
            <a:ext cx="54407" cy="55191"/>
          </a:xfrm>
          <a:prstGeom prst="rect">
            <a:avLst/>
          </a:prstGeom>
          <a:solidFill>
            <a:srgbClr val="A469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8" name="Input frame mosaic cell"/>
          <p:cNvSpPr/>
          <p:nvPr/>
        </p:nvSpPr>
        <p:spPr>
          <a:xfrm>
            <a:off x="579272" y="2803289"/>
            <a:ext cx="54407" cy="55191"/>
          </a:xfrm>
          <a:prstGeom prst="rect">
            <a:avLst/>
          </a:prstGeom>
          <a:solidFill>
            <a:srgbClr val="AD726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9" name="Input frame mosaic cell"/>
          <p:cNvSpPr/>
          <p:nvPr/>
        </p:nvSpPr>
        <p:spPr>
          <a:xfrm>
            <a:off x="629107" y="2803289"/>
            <a:ext cx="54407" cy="55191"/>
          </a:xfrm>
          <a:prstGeom prst="rect">
            <a:avLst/>
          </a:prstGeom>
          <a:solidFill>
            <a:srgbClr val="B77B7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0" name="Input frame mosaic cell"/>
          <p:cNvSpPr/>
          <p:nvPr/>
        </p:nvSpPr>
        <p:spPr>
          <a:xfrm>
            <a:off x="678942" y="2803289"/>
            <a:ext cx="54407" cy="55191"/>
          </a:xfrm>
          <a:prstGeom prst="rect">
            <a:avLst/>
          </a:prstGeom>
          <a:solidFill>
            <a:srgbClr val="BB79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1" name="Input frame mosaic cell"/>
          <p:cNvSpPr/>
          <p:nvPr/>
        </p:nvSpPr>
        <p:spPr>
          <a:xfrm>
            <a:off x="728777" y="2803289"/>
            <a:ext cx="54407" cy="55191"/>
          </a:xfrm>
          <a:prstGeom prst="rect">
            <a:avLst/>
          </a:prstGeom>
          <a:solidFill>
            <a:srgbClr val="AD5D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2" name="Input frame mosaic cell"/>
          <p:cNvSpPr/>
          <p:nvPr/>
        </p:nvSpPr>
        <p:spPr>
          <a:xfrm>
            <a:off x="778612" y="2803289"/>
            <a:ext cx="54407" cy="55191"/>
          </a:xfrm>
          <a:prstGeom prst="rect">
            <a:avLst/>
          </a:prstGeom>
          <a:solidFill>
            <a:srgbClr val="B55C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3" name="Input frame mosaic cell"/>
          <p:cNvSpPr/>
          <p:nvPr/>
        </p:nvSpPr>
        <p:spPr>
          <a:xfrm>
            <a:off x="828446" y="2803289"/>
            <a:ext cx="54407" cy="55191"/>
          </a:xfrm>
          <a:prstGeom prst="rect">
            <a:avLst/>
          </a:prstGeom>
          <a:solidFill>
            <a:srgbClr val="E1886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4" name="Input frame mosaic cell"/>
          <p:cNvSpPr/>
          <p:nvPr/>
        </p:nvSpPr>
        <p:spPr>
          <a:xfrm>
            <a:off x="878281" y="2803289"/>
            <a:ext cx="54407" cy="55191"/>
          </a:xfrm>
          <a:prstGeom prst="rect">
            <a:avLst/>
          </a:prstGeom>
          <a:solidFill>
            <a:srgbClr val="E78C6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5" name="Input frame mosaic cell"/>
          <p:cNvSpPr/>
          <p:nvPr/>
        </p:nvSpPr>
        <p:spPr>
          <a:xfrm>
            <a:off x="928116" y="2803289"/>
            <a:ext cx="54407" cy="55191"/>
          </a:xfrm>
          <a:prstGeom prst="rect">
            <a:avLst/>
          </a:prstGeom>
          <a:solidFill>
            <a:srgbClr val="DB816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6" name="Input frame mosaic cell"/>
          <p:cNvSpPr/>
          <p:nvPr/>
        </p:nvSpPr>
        <p:spPr>
          <a:xfrm>
            <a:off x="977951" y="2803289"/>
            <a:ext cx="54407" cy="55191"/>
          </a:xfrm>
          <a:prstGeom prst="rect">
            <a:avLst/>
          </a:prstGeom>
          <a:solidFill>
            <a:srgbClr val="9751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7" name="Input frame mosaic cell"/>
          <p:cNvSpPr/>
          <p:nvPr/>
        </p:nvSpPr>
        <p:spPr>
          <a:xfrm>
            <a:off x="1027786" y="2803289"/>
            <a:ext cx="54407" cy="55191"/>
          </a:xfrm>
          <a:prstGeom prst="rect">
            <a:avLst/>
          </a:prstGeom>
          <a:solidFill>
            <a:srgbClr val="4925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8" name="Input frame mosaic cell"/>
          <p:cNvSpPr/>
          <p:nvPr/>
        </p:nvSpPr>
        <p:spPr>
          <a:xfrm>
            <a:off x="1077620" y="2803289"/>
            <a:ext cx="54407" cy="55191"/>
          </a:xfrm>
          <a:prstGeom prst="rect">
            <a:avLst/>
          </a:prstGeom>
          <a:solidFill>
            <a:srgbClr val="4928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9" name="Input frame mosaic cell"/>
          <p:cNvSpPr/>
          <p:nvPr/>
        </p:nvSpPr>
        <p:spPr>
          <a:xfrm>
            <a:off x="1127455" y="2803289"/>
            <a:ext cx="54407" cy="55191"/>
          </a:xfrm>
          <a:prstGeom prst="rect">
            <a:avLst/>
          </a:prstGeom>
          <a:solidFill>
            <a:srgbClr val="5B3A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0" name="Input frame mosaic cell"/>
          <p:cNvSpPr/>
          <p:nvPr/>
        </p:nvSpPr>
        <p:spPr>
          <a:xfrm>
            <a:off x="1177290" y="2803289"/>
            <a:ext cx="54407" cy="55191"/>
          </a:xfrm>
          <a:prstGeom prst="rect">
            <a:avLst/>
          </a:prstGeom>
          <a:solidFill>
            <a:srgbClr val="6642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1" name="Input frame mosaic cell"/>
          <p:cNvSpPr/>
          <p:nvPr/>
        </p:nvSpPr>
        <p:spPr>
          <a:xfrm>
            <a:off x="1227125" y="2803289"/>
            <a:ext cx="54407" cy="55191"/>
          </a:xfrm>
          <a:prstGeom prst="rect">
            <a:avLst/>
          </a:prstGeom>
          <a:solidFill>
            <a:srgbClr val="653E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2" name="Input frame mosaic cell"/>
          <p:cNvSpPr/>
          <p:nvPr/>
        </p:nvSpPr>
        <p:spPr>
          <a:xfrm>
            <a:off x="1276960" y="2803289"/>
            <a:ext cx="54407" cy="55191"/>
          </a:xfrm>
          <a:prstGeom prst="rect">
            <a:avLst/>
          </a:prstGeom>
          <a:solidFill>
            <a:srgbClr val="764A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3" name="Input frame mosaic cell"/>
          <p:cNvSpPr/>
          <p:nvPr/>
        </p:nvSpPr>
        <p:spPr>
          <a:xfrm>
            <a:off x="1326794" y="2803289"/>
            <a:ext cx="54407" cy="55191"/>
          </a:xfrm>
          <a:prstGeom prst="rect">
            <a:avLst/>
          </a:prstGeom>
          <a:solidFill>
            <a:srgbClr val="6E43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4" name="Input frame mosaic cell"/>
          <p:cNvSpPr/>
          <p:nvPr/>
        </p:nvSpPr>
        <p:spPr>
          <a:xfrm>
            <a:off x="1376629" y="2803289"/>
            <a:ext cx="54407" cy="55191"/>
          </a:xfrm>
          <a:prstGeom prst="rect">
            <a:avLst/>
          </a:prstGeom>
          <a:solidFill>
            <a:srgbClr val="6A41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5" name="Input frame mosaic cell"/>
          <p:cNvSpPr/>
          <p:nvPr/>
        </p:nvSpPr>
        <p:spPr>
          <a:xfrm>
            <a:off x="1426464" y="2803289"/>
            <a:ext cx="54407" cy="55191"/>
          </a:xfrm>
          <a:prstGeom prst="rect">
            <a:avLst/>
          </a:prstGeom>
          <a:solidFill>
            <a:srgbClr val="6339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6" name="Input frame mosaic cell"/>
          <p:cNvSpPr/>
          <p:nvPr/>
        </p:nvSpPr>
        <p:spPr>
          <a:xfrm>
            <a:off x="1476299" y="2803289"/>
            <a:ext cx="54407" cy="55191"/>
          </a:xfrm>
          <a:prstGeom prst="rect">
            <a:avLst/>
          </a:prstGeom>
          <a:solidFill>
            <a:srgbClr val="6439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7" name="Input frame mosaic cell"/>
          <p:cNvSpPr/>
          <p:nvPr/>
        </p:nvSpPr>
        <p:spPr>
          <a:xfrm>
            <a:off x="1526134" y="2803289"/>
            <a:ext cx="54407" cy="55191"/>
          </a:xfrm>
          <a:prstGeom prst="rect">
            <a:avLst/>
          </a:prstGeom>
          <a:solidFill>
            <a:srgbClr val="653D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8" name="Input frame mosaic cell"/>
          <p:cNvSpPr/>
          <p:nvPr/>
        </p:nvSpPr>
        <p:spPr>
          <a:xfrm>
            <a:off x="1575968" y="2803289"/>
            <a:ext cx="54407" cy="55191"/>
          </a:xfrm>
          <a:prstGeom prst="rect">
            <a:avLst/>
          </a:prstGeom>
          <a:solidFill>
            <a:srgbClr val="7449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9" name="Input frame mosaic cell"/>
          <p:cNvSpPr/>
          <p:nvPr/>
        </p:nvSpPr>
        <p:spPr>
          <a:xfrm>
            <a:off x="1625803" y="2803289"/>
            <a:ext cx="54407" cy="55191"/>
          </a:xfrm>
          <a:prstGeom prst="rect">
            <a:avLst/>
          </a:prstGeom>
          <a:solidFill>
            <a:srgbClr val="764B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0" name="Input frame mosaic cell"/>
          <p:cNvSpPr/>
          <p:nvPr/>
        </p:nvSpPr>
        <p:spPr>
          <a:xfrm>
            <a:off x="1675638" y="2803289"/>
            <a:ext cx="54407" cy="55191"/>
          </a:xfrm>
          <a:prstGeom prst="rect">
            <a:avLst/>
          </a:prstGeom>
          <a:solidFill>
            <a:srgbClr val="5E34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1" name="Input frame mosaic cell"/>
          <p:cNvSpPr/>
          <p:nvPr/>
        </p:nvSpPr>
        <p:spPr>
          <a:xfrm>
            <a:off x="1725473" y="2803289"/>
            <a:ext cx="54407" cy="55191"/>
          </a:xfrm>
          <a:prstGeom prst="rect">
            <a:avLst/>
          </a:prstGeom>
          <a:solidFill>
            <a:srgbClr val="4F27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2" name="Input frame mosaic cell"/>
          <p:cNvSpPr/>
          <p:nvPr/>
        </p:nvSpPr>
        <p:spPr>
          <a:xfrm>
            <a:off x="1775308" y="2803289"/>
            <a:ext cx="54407" cy="55191"/>
          </a:xfrm>
          <a:prstGeom prst="rect">
            <a:avLst/>
          </a:prstGeom>
          <a:solidFill>
            <a:srgbClr val="5229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3" name="Input frame mosaic cell"/>
          <p:cNvSpPr/>
          <p:nvPr/>
        </p:nvSpPr>
        <p:spPr>
          <a:xfrm>
            <a:off x="1825142" y="2803289"/>
            <a:ext cx="54407" cy="55191"/>
          </a:xfrm>
          <a:prstGeom prst="rect">
            <a:avLst/>
          </a:prstGeom>
          <a:solidFill>
            <a:srgbClr val="9E50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4" name="Input frame mosaic cell"/>
          <p:cNvSpPr/>
          <p:nvPr/>
        </p:nvSpPr>
        <p:spPr>
          <a:xfrm>
            <a:off x="1874977" y="2803289"/>
            <a:ext cx="54407" cy="55191"/>
          </a:xfrm>
          <a:prstGeom prst="rect">
            <a:avLst/>
          </a:prstGeom>
          <a:solidFill>
            <a:srgbClr val="C3747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5" name="Input frame mosaic cell"/>
          <p:cNvSpPr/>
          <p:nvPr/>
        </p:nvSpPr>
        <p:spPr>
          <a:xfrm>
            <a:off x="1924812" y="2803289"/>
            <a:ext cx="54407" cy="55191"/>
          </a:xfrm>
          <a:prstGeom prst="rect">
            <a:avLst/>
          </a:prstGeom>
          <a:solidFill>
            <a:srgbClr val="AF60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6" name="Input frame mosaic cell"/>
          <p:cNvSpPr/>
          <p:nvPr/>
        </p:nvSpPr>
        <p:spPr>
          <a:xfrm>
            <a:off x="1974647" y="2803289"/>
            <a:ext cx="54407" cy="55191"/>
          </a:xfrm>
          <a:prstGeom prst="rect">
            <a:avLst/>
          </a:prstGeom>
          <a:solidFill>
            <a:srgbClr val="9356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7" name="Input frame mosaic cell"/>
          <p:cNvSpPr/>
          <p:nvPr/>
        </p:nvSpPr>
        <p:spPr>
          <a:xfrm>
            <a:off x="2024482" y="2803289"/>
            <a:ext cx="54407" cy="55191"/>
          </a:xfrm>
          <a:prstGeom prst="rect">
            <a:avLst/>
          </a:prstGeom>
          <a:solidFill>
            <a:srgbClr val="795A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8" name="Input frame mosaic cell"/>
          <p:cNvSpPr/>
          <p:nvPr/>
        </p:nvSpPr>
        <p:spPr>
          <a:xfrm>
            <a:off x="2074316" y="2803289"/>
            <a:ext cx="54407" cy="55191"/>
          </a:xfrm>
          <a:prstGeom prst="rect">
            <a:avLst/>
          </a:prstGeom>
          <a:solidFill>
            <a:srgbClr val="7669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9" name="Input frame mosaic cell"/>
          <p:cNvSpPr/>
          <p:nvPr/>
        </p:nvSpPr>
        <p:spPr>
          <a:xfrm>
            <a:off x="2124151" y="2803289"/>
            <a:ext cx="54407" cy="55191"/>
          </a:xfrm>
          <a:prstGeom prst="rect">
            <a:avLst/>
          </a:prstGeom>
          <a:solidFill>
            <a:srgbClr val="655E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0" name="Input frame mosaic cell"/>
          <p:cNvSpPr/>
          <p:nvPr/>
        </p:nvSpPr>
        <p:spPr>
          <a:xfrm>
            <a:off x="2173986" y="2803289"/>
            <a:ext cx="54407" cy="55191"/>
          </a:xfrm>
          <a:prstGeom prst="rect">
            <a:avLst/>
          </a:prstGeom>
          <a:solidFill>
            <a:srgbClr val="6761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1" name="Input frame mosaic cell"/>
          <p:cNvSpPr/>
          <p:nvPr/>
        </p:nvSpPr>
        <p:spPr>
          <a:xfrm>
            <a:off x="2223821" y="2803289"/>
            <a:ext cx="54407" cy="55191"/>
          </a:xfrm>
          <a:prstGeom prst="rect">
            <a:avLst/>
          </a:prstGeom>
          <a:solidFill>
            <a:srgbClr val="79767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2" name="Input frame mosaic cell"/>
          <p:cNvSpPr/>
          <p:nvPr/>
        </p:nvSpPr>
        <p:spPr>
          <a:xfrm>
            <a:off x="2273656" y="2803289"/>
            <a:ext cx="54407" cy="55191"/>
          </a:xfrm>
          <a:prstGeom prst="rect">
            <a:avLst/>
          </a:prstGeom>
          <a:solidFill>
            <a:srgbClr val="8E8C9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3" name="Input frame mosaic cell"/>
          <p:cNvSpPr/>
          <p:nvPr/>
        </p:nvSpPr>
        <p:spPr>
          <a:xfrm>
            <a:off x="2323490" y="2803289"/>
            <a:ext cx="54407" cy="55191"/>
          </a:xfrm>
          <a:prstGeom prst="rect">
            <a:avLst/>
          </a:prstGeom>
          <a:solidFill>
            <a:srgbClr val="9999A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4" name="Input frame mosaic cell"/>
          <p:cNvSpPr/>
          <p:nvPr/>
        </p:nvSpPr>
        <p:spPr>
          <a:xfrm>
            <a:off x="2373325" y="2803289"/>
            <a:ext cx="54407" cy="55191"/>
          </a:xfrm>
          <a:prstGeom prst="rect">
            <a:avLst/>
          </a:prstGeom>
          <a:solidFill>
            <a:srgbClr val="8685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5" name="Input frame mosaic cell"/>
          <p:cNvSpPr/>
          <p:nvPr/>
        </p:nvSpPr>
        <p:spPr>
          <a:xfrm>
            <a:off x="429768" y="2853908"/>
            <a:ext cx="54407" cy="55191"/>
          </a:xfrm>
          <a:prstGeom prst="rect">
            <a:avLst/>
          </a:prstGeom>
          <a:solidFill>
            <a:srgbClr val="4425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6" name="Input frame mosaic cell"/>
          <p:cNvSpPr/>
          <p:nvPr/>
        </p:nvSpPr>
        <p:spPr>
          <a:xfrm>
            <a:off x="479603" y="2853908"/>
            <a:ext cx="54407" cy="55191"/>
          </a:xfrm>
          <a:prstGeom prst="rect">
            <a:avLst/>
          </a:prstGeom>
          <a:solidFill>
            <a:srgbClr val="965B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7" name="Input frame mosaic cell"/>
          <p:cNvSpPr/>
          <p:nvPr/>
        </p:nvSpPr>
        <p:spPr>
          <a:xfrm>
            <a:off x="529438" y="2853908"/>
            <a:ext cx="54407" cy="55191"/>
          </a:xfrm>
          <a:prstGeom prst="rect">
            <a:avLst/>
          </a:prstGeom>
          <a:solidFill>
            <a:srgbClr val="C0909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8" name="Input frame mosaic cell"/>
          <p:cNvSpPr/>
          <p:nvPr/>
        </p:nvSpPr>
        <p:spPr>
          <a:xfrm>
            <a:off x="579272" y="2853908"/>
            <a:ext cx="54407" cy="55191"/>
          </a:xfrm>
          <a:prstGeom prst="rect">
            <a:avLst/>
          </a:prstGeom>
          <a:solidFill>
            <a:srgbClr val="DBBBB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9" name="Input frame mosaic cell"/>
          <p:cNvSpPr/>
          <p:nvPr/>
        </p:nvSpPr>
        <p:spPr>
          <a:xfrm>
            <a:off x="629107" y="2853908"/>
            <a:ext cx="54407" cy="55191"/>
          </a:xfrm>
          <a:prstGeom prst="rect">
            <a:avLst/>
          </a:prstGeom>
          <a:solidFill>
            <a:srgbClr val="EBD2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0" name="Input frame mosaic cell"/>
          <p:cNvSpPr/>
          <p:nvPr/>
        </p:nvSpPr>
        <p:spPr>
          <a:xfrm>
            <a:off x="678942" y="2853908"/>
            <a:ext cx="54407" cy="55191"/>
          </a:xfrm>
          <a:prstGeom prst="rect">
            <a:avLst/>
          </a:prstGeom>
          <a:solidFill>
            <a:srgbClr val="E8CAC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1" name="Input frame mosaic cell"/>
          <p:cNvSpPr/>
          <p:nvPr/>
        </p:nvSpPr>
        <p:spPr>
          <a:xfrm>
            <a:off x="728777" y="2853908"/>
            <a:ext cx="54407" cy="55191"/>
          </a:xfrm>
          <a:prstGeom prst="rect">
            <a:avLst/>
          </a:prstGeom>
          <a:solidFill>
            <a:srgbClr val="CC87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2" name="Input frame mosaic cell"/>
          <p:cNvSpPr/>
          <p:nvPr/>
        </p:nvSpPr>
        <p:spPr>
          <a:xfrm>
            <a:off x="778612" y="2853908"/>
            <a:ext cx="54407" cy="55191"/>
          </a:xfrm>
          <a:prstGeom prst="rect">
            <a:avLst/>
          </a:prstGeom>
          <a:solidFill>
            <a:srgbClr val="BF62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3" name="Input frame mosaic cell"/>
          <p:cNvSpPr/>
          <p:nvPr/>
        </p:nvSpPr>
        <p:spPr>
          <a:xfrm>
            <a:off x="828446" y="2853908"/>
            <a:ext cx="54407" cy="55191"/>
          </a:xfrm>
          <a:prstGeom prst="rect">
            <a:avLst/>
          </a:prstGeom>
          <a:solidFill>
            <a:srgbClr val="DA7E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4" name="Input frame mosaic cell"/>
          <p:cNvSpPr/>
          <p:nvPr/>
        </p:nvSpPr>
        <p:spPr>
          <a:xfrm>
            <a:off x="878281" y="2853908"/>
            <a:ext cx="54407" cy="55191"/>
          </a:xfrm>
          <a:prstGeom prst="rect">
            <a:avLst/>
          </a:prstGeom>
          <a:solidFill>
            <a:srgbClr val="E085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5" name="Input frame mosaic cell"/>
          <p:cNvSpPr/>
          <p:nvPr/>
        </p:nvSpPr>
        <p:spPr>
          <a:xfrm>
            <a:off x="928116" y="2853908"/>
            <a:ext cx="54407" cy="55191"/>
          </a:xfrm>
          <a:prstGeom prst="rect">
            <a:avLst/>
          </a:prstGeom>
          <a:solidFill>
            <a:srgbClr val="C874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6" name="Input frame mosaic cell"/>
          <p:cNvSpPr/>
          <p:nvPr/>
        </p:nvSpPr>
        <p:spPr>
          <a:xfrm>
            <a:off x="977951" y="2853908"/>
            <a:ext cx="54407" cy="55191"/>
          </a:xfrm>
          <a:prstGeom prst="rect">
            <a:avLst/>
          </a:prstGeom>
          <a:solidFill>
            <a:srgbClr val="9651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7" name="Input frame mosaic cell"/>
          <p:cNvSpPr/>
          <p:nvPr/>
        </p:nvSpPr>
        <p:spPr>
          <a:xfrm>
            <a:off x="1027786" y="2853908"/>
            <a:ext cx="54407" cy="55191"/>
          </a:xfrm>
          <a:prstGeom prst="rect">
            <a:avLst/>
          </a:prstGeom>
          <a:solidFill>
            <a:srgbClr val="7443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8" name="Input frame mosaic cell"/>
          <p:cNvSpPr/>
          <p:nvPr/>
        </p:nvSpPr>
        <p:spPr>
          <a:xfrm>
            <a:off x="1077620" y="2853908"/>
            <a:ext cx="54407" cy="55191"/>
          </a:xfrm>
          <a:prstGeom prst="rect">
            <a:avLst/>
          </a:prstGeom>
          <a:solidFill>
            <a:srgbClr val="4D29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9" name="Input frame mosaic cell"/>
          <p:cNvSpPr/>
          <p:nvPr/>
        </p:nvSpPr>
        <p:spPr>
          <a:xfrm>
            <a:off x="1127455" y="2853908"/>
            <a:ext cx="54407" cy="55191"/>
          </a:xfrm>
          <a:prstGeom prst="rect">
            <a:avLst/>
          </a:prstGeom>
          <a:solidFill>
            <a:srgbClr val="5B38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0" name="Input frame mosaic cell"/>
          <p:cNvSpPr/>
          <p:nvPr/>
        </p:nvSpPr>
        <p:spPr>
          <a:xfrm>
            <a:off x="1177290" y="2853908"/>
            <a:ext cx="54407" cy="55191"/>
          </a:xfrm>
          <a:prstGeom prst="rect">
            <a:avLst/>
          </a:prstGeom>
          <a:solidFill>
            <a:srgbClr val="6E47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1" name="Input frame mosaic cell"/>
          <p:cNvSpPr/>
          <p:nvPr/>
        </p:nvSpPr>
        <p:spPr>
          <a:xfrm>
            <a:off x="1227125" y="2853908"/>
            <a:ext cx="54407" cy="55191"/>
          </a:xfrm>
          <a:prstGeom prst="rect">
            <a:avLst/>
          </a:prstGeom>
          <a:solidFill>
            <a:srgbClr val="754A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2" name="Input frame mosaic cell"/>
          <p:cNvSpPr/>
          <p:nvPr/>
        </p:nvSpPr>
        <p:spPr>
          <a:xfrm>
            <a:off x="1276960" y="2853908"/>
            <a:ext cx="54407" cy="55191"/>
          </a:xfrm>
          <a:prstGeom prst="rect">
            <a:avLst/>
          </a:prstGeom>
          <a:solidFill>
            <a:srgbClr val="7D4E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3" name="Input frame mosaic cell"/>
          <p:cNvSpPr/>
          <p:nvPr/>
        </p:nvSpPr>
        <p:spPr>
          <a:xfrm>
            <a:off x="1326794" y="2853908"/>
            <a:ext cx="54407" cy="55191"/>
          </a:xfrm>
          <a:prstGeom prst="rect">
            <a:avLst/>
          </a:prstGeom>
          <a:solidFill>
            <a:srgbClr val="683E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4" name="Input frame mosaic cell"/>
          <p:cNvSpPr/>
          <p:nvPr/>
        </p:nvSpPr>
        <p:spPr>
          <a:xfrm>
            <a:off x="1376629" y="2853908"/>
            <a:ext cx="54407" cy="55191"/>
          </a:xfrm>
          <a:prstGeom prst="rect">
            <a:avLst/>
          </a:prstGeom>
          <a:solidFill>
            <a:srgbClr val="6840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5" name="Input frame mosaic cell"/>
          <p:cNvSpPr/>
          <p:nvPr/>
        </p:nvSpPr>
        <p:spPr>
          <a:xfrm>
            <a:off x="1426464" y="2853908"/>
            <a:ext cx="54407" cy="55191"/>
          </a:xfrm>
          <a:prstGeom prst="rect">
            <a:avLst/>
          </a:prstGeom>
          <a:solidFill>
            <a:srgbClr val="6D43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6" name="Input frame mosaic cell"/>
          <p:cNvSpPr/>
          <p:nvPr/>
        </p:nvSpPr>
        <p:spPr>
          <a:xfrm>
            <a:off x="1476299" y="2853908"/>
            <a:ext cx="54407" cy="55191"/>
          </a:xfrm>
          <a:prstGeom prst="rect">
            <a:avLst/>
          </a:prstGeom>
          <a:solidFill>
            <a:srgbClr val="774C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7" name="Input frame mosaic cell"/>
          <p:cNvSpPr/>
          <p:nvPr/>
        </p:nvSpPr>
        <p:spPr>
          <a:xfrm>
            <a:off x="1526134" y="2853908"/>
            <a:ext cx="54407" cy="55191"/>
          </a:xfrm>
          <a:prstGeom prst="rect">
            <a:avLst/>
          </a:prstGeom>
          <a:solidFill>
            <a:srgbClr val="714A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8" name="Input frame mosaic cell"/>
          <p:cNvSpPr/>
          <p:nvPr/>
        </p:nvSpPr>
        <p:spPr>
          <a:xfrm>
            <a:off x="1575968" y="2853908"/>
            <a:ext cx="54407" cy="55191"/>
          </a:xfrm>
          <a:prstGeom prst="rect">
            <a:avLst/>
          </a:prstGeom>
          <a:solidFill>
            <a:srgbClr val="6C42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9" name="Input frame mosaic cell"/>
          <p:cNvSpPr/>
          <p:nvPr/>
        </p:nvSpPr>
        <p:spPr>
          <a:xfrm>
            <a:off x="1625803" y="2853908"/>
            <a:ext cx="54407" cy="55191"/>
          </a:xfrm>
          <a:prstGeom prst="rect">
            <a:avLst/>
          </a:prstGeom>
          <a:solidFill>
            <a:srgbClr val="6533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0" name="Input frame mosaic cell"/>
          <p:cNvSpPr/>
          <p:nvPr/>
        </p:nvSpPr>
        <p:spPr>
          <a:xfrm>
            <a:off x="1675638" y="2853908"/>
            <a:ext cx="54407" cy="55191"/>
          </a:xfrm>
          <a:prstGeom prst="rect">
            <a:avLst/>
          </a:prstGeom>
          <a:solidFill>
            <a:srgbClr val="6732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1" name="Input frame mosaic cell"/>
          <p:cNvSpPr/>
          <p:nvPr/>
        </p:nvSpPr>
        <p:spPr>
          <a:xfrm>
            <a:off x="1725473" y="2853908"/>
            <a:ext cx="54407" cy="55191"/>
          </a:xfrm>
          <a:prstGeom prst="rect">
            <a:avLst/>
          </a:prstGeom>
          <a:solidFill>
            <a:srgbClr val="6D34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2" name="Input frame mosaic cell"/>
          <p:cNvSpPr/>
          <p:nvPr/>
        </p:nvSpPr>
        <p:spPr>
          <a:xfrm>
            <a:off x="1775308" y="2853908"/>
            <a:ext cx="54407" cy="55191"/>
          </a:xfrm>
          <a:prstGeom prst="rect">
            <a:avLst/>
          </a:prstGeom>
          <a:solidFill>
            <a:srgbClr val="6D34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3" name="Input frame mosaic cell"/>
          <p:cNvSpPr/>
          <p:nvPr/>
        </p:nvSpPr>
        <p:spPr>
          <a:xfrm>
            <a:off x="1825142" y="2853908"/>
            <a:ext cx="54407" cy="55191"/>
          </a:xfrm>
          <a:prstGeom prst="rect">
            <a:avLst/>
          </a:prstGeom>
          <a:solidFill>
            <a:srgbClr val="AF5C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4" name="Input frame mosaic cell"/>
          <p:cNvSpPr/>
          <p:nvPr/>
        </p:nvSpPr>
        <p:spPr>
          <a:xfrm>
            <a:off x="1874977" y="2853908"/>
            <a:ext cx="54407" cy="55191"/>
          </a:xfrm>
          <a:prstGeom prst="rect">
            <a:avLst/>
          </a:prstGeom>
          <a:solidFill>
            <a:srgbClr val="D079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5" name="Input frame mosaic cell"/>
          <p:cNvSpPr/>
          <p:nvPr/>
        </p:nvSpPr>
        <p:spPr>
          <a:xfrm>
            <a:off x="1924812" y="2853908"/>
            <a:ext cx="54407" cy="55191"/>
          </a:xfrm>
          <a:prstGeom prst="rect">
            <a:avLst/>
          </a:prstGeom>
          <a:solidFill>
            <a:srgbClr val="C36F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6" name="Input frame mosaic cell"/>
          <p:cNvSpPr/>
          <p:nvPr/>
        </p:nvSpPr>
        <p:spPr>
          <a:xfrm>
            <a:off x="1974647" y="2853908"/>
            <a:ext cx="54407" cy="55191"/>
          </a:xfrm>
          <a:prstGeom prst="rect">
            <a:avLst/>
          </a:prstGeom>
          <a:solidFill>
            <a:srgbClr val="AA5F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7" name="Input frame mosaic cell"/>
          <p:cNvSpPr/>
          <p:nvPr/>
        </p:nvSpPr>
        <p:spPr>
          <a:xfrm>
            <a:off x="2024482" y="2853908"/>
            <a:ext cx="54407" cy="55191"/>
          </a:xfrm>
          <a:prstGeom prst="rect">
            <a:avLst/>
          </a:prstGeom>
          <a:solidFill>
            <a:srgbClr val="8447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8" name="Input frame mosaic cell"/>
          <p:cNvSpPr/>
          <p:nvPr/>
        </p:nvSpPr>
        <p:spPr>
          <a:xfrm>
            <a:off x="2074316" y="2853908"/>
            <a:ext cx="54407" cy="55191"/>
          </a:xfrm>
          <a:prstGeom prst="rect">
            <a:avLst/>
          </a:prstGeom>
          <a:solidFill>
            <a:srgbClr val="6742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9" name="Input frame mosaic cell"/>
          <p:cNvSpPr/>
          <p:nvPr/>
        </p:nvSpPr>
        <p:spPr>
          <a:xfrm>
            <a:off x="2124151" y="2853908"/>
            <a:ext cx="54407" cy="55191"/>
          </a:xfrm>
          <a:prstGeom prst="rect">
            <a:avLst/>
          </a:prstGeom>
          <a:solidFill>
            <a:srgbClr val="6554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0" name="Input frame mosaic cell"/>
          <p:cNvSpPr/>
          <p:nvPr/>
        </p:nvSpPr>
        <p:spPr>
          <a:xfrm>
            <a:off x="2173986" y="2853908"/>
            <a:ext cx="54407" cy="55191"/>
          </a:xfrm>
          <a:prstGeom prst="rect">
            <a:avLst/>
          </a:prstGeom>
          <a:solidFill>
            <a:srgbClr val="635C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1" name="Input frame mosaic cell"/>
          <p:cNvSpPr/>
          <p:nvPr/>
        </p:nvSpPr>
        <p:spPr>
          <a:xfrm>
            <a:off x="2223821" y="2853908"/>
            <a:ext cx="54407" cy="55191"/>
          </a:xfrm>
          <a:prstGeom prst="rect">
            <a:avLst/>
          </a:prstGeom>
          <a:solidFill>
            <a:srgbClr val="6662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2" name="Input frame mosaic cell"/>
          <p:cNvSpPr/>
          <p:nvPr/>
        </p:nvSpPr>
        <p:spPr>
          <a:xfrm>
            <a:off x="2273656" y="2853908"/>
            <a:ext cx="54407" cy="55191"/>
          </a:xfrm>
          <a:prstGeom prst="rect">
            <a:avLst/>
          </a:prstGeom>
          <a:solidFill>
            <a:srgbClr val="5D55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3" name="Input frame mosaic cell"/>
          <p:cNvSpPr/>
          <p:nvPr/>
        </p:nvSpPr>
        <p:spPr>
          <a:xfrm>
            <a:off x="2323490" y="2853908"/>
            <a:ext cx="54407" cy="55191"/>
          </a:xfrm>
          <a:prstGeom prst="rect">
            <a:avLst/>
          </a:prstGeom>
          <a:solidFill>
            <a:srgbClr val="6259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4" name="Input frame mosaic cell"/>
          <p:cNvSpPr/>
          <p:nvPr/>
        </p:nvSpPr>
        <p:spPr>
          <a:xfrm>
            <a:off x="2373325" y="2853908"/>
            <a:ext cx="54407" cy="55191"/>
          </a:xfrm>
          <a:prstGeom prst="rect">
            <a:avLst/>
          </a:prstGeom>
          <a:solidFill>
            <a:srgbClr val="726F7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5" name="Input frame mosaic cell"/>
          <p:cNvSpPr/>
          <p:nvPr/>
        </p:nvSpPr>
        <p:spPr>
          <a:xfrm>
            <a:off x="429768" y="2904526"/>
            <a:ext cx="54407" cy="55191"/>
          </a:xfrm>
          <a:prstGeom prst="rect">
            <a:avLst/>
          </a:prstGeom>
          <a:solidFill>
            <a:srgbClr val="341D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6" name="Input frame mosaic cell"/>
          <p:cNvSpPr/>
          <p:nvPr/>
        </p:nvSpPr>
        <p:spPr>
          <a:xfrm>
            <a:off x="479603" y="2904526"/>
            <a:ext cx="54407" cy="55191"/>
          </a:xfrm>
          <a:prstGeom prst="rect">
            <a:avLst/>
          </a:prstGeom>
          <a:solidFill>
            <a:srgbClr val="9458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7" name="Input frame mosaic cell"/>
          <p:cNvSpPr/>
          <p:nvPr/>
        </p:nvSpPr>
        <p:spPr>
          <a:xfrm>
            <a:off x="529438" y="2904526"/>
            <a:ext cx="54407" cy="55191"/>
          </a:xfrm>
          <a:prstGeom prst="rect">
            <a:avLst/>
          </a:prstGeom>
          <a:solidFill>
            <a:srgbClr val="B9878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8" name="Input frame mosaic cell"/>
          <p:cNvSpPr/>
          <p:nvPr/>
        </p:nvSpPr>
        <p:spPr>
          <a:xfrm>
            <a:off x="579272" y="2904526"/>
            <a:ext cx="54407" cy="55191"/>
          </a:xfrm>
          <a:prstGeom prst="rect">
            <a:avLst/>
          </a:prstGeom>
          <a:solidFill>
            <a:srgbClr val="DAB1B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9" name="Input frame mosaic cell"/>
          <p:cNvSpPr/>
          <p:nvPr/>
        </p:nvSpPr>
        <p:spPr>
          <a:xfrm>
            <a:off x="629107" y="2904526"/>
            <a:ext cx="54407" cy="55191"/>
          </a:xfrm>
          <a:prstGeom prst="rect">
            <a:avLst/>
          </a:prstGeom>
          <a:solidFill>
            <a:srgbClr val="F1DBD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0" name="Input frame mosaic cell"/>
          <p:cNvSpPr/>
          <p:nvPr/>
        </p:nvSpPr>
        <p:spPr>
          <a:xfrm>
            <a:off x="678942" y="2904526"/>
            <a:ext cx="54407" cy="55191"/>
          </a:xfrm>
          <a:prstGeom prst="rect">
            <a:avLst/>
          </a:prstGeom>
          <a:solidFill>
            <a:srgbClr val="EED0C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1" name="Input frame mosaic cell"/>
          <p:cNvSpPr/>
          <p:nvPr/>
        </p:nvSpPr>
        <p:spPr>
          <a:xfrm>
            <a:off x="728777" y="2904526"/>
            <a:ext cx="54407" cy="55191"/>
          </a:xfrm>
          <a:prstGeom prst="rect">
            <a:avLst/>
          </a:prstGeom>
          <a:solidFill>
            <a:srgbClr val="D188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2" name="Input frame mosaic cell"/>
          <p:cNvSpPr/>
          <p:nvPr/>
        </p:nvSpPr>
        <p:spPr>
          <a:xfrm>
            <a:off x="778612" y="2904526"/>
            <a:ext cx="54407" cy="55191"/>
          </a:xfrm>
          <a:prstGeom prst="rect">
            <a:avLst/>
          </a:prstGeom>
          <a:solidFill>
            <a:srgbClr val="C769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3" name="Input frame mosaic cell"/>
          <p:cNvSpPr/>
          <p:nvPr/>
        </p:nvSpPr>
        <p:spPr>
          <a:xfrm>
            <a:off x="828446" y="2904526"/>
            <a:ext cx="54407" cy="55191"/>
          </a:xfrm>
          <a:prstGeom prst="rect">
            <a:avLst/>
          </a:prstGeom>
          <a:solidFill>
            <a:srgbClr val="DE886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4" name="Input frame mosaic cell"/>
          <p:cNvSpPr/>
          <p:nvPr/>
        </p:nvSpPr>
        <p:spPr>
          <a:xfrm>
            <a:off x="878281" y="2904526"/>
            <a:ext cx="54407" cy="55191"/>
          </a:xfrm>
          <a:prstGeom prst="rect">
            <a:avLst/>
          </a:prstGeom>
          <a:solidFill>
            <a:srgbClr val="DE8A6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5" name="Input frame mosaic cell"/>
          <p:cNvSpPr/>
          <p:nvPr/>
        </p:nvSpPr>
        <p:spPr>
          <a:xfrm>
            <a:off x="928116" y="2904526"/>
            <a:ext cx="54407" cy="55191"/>
          </a:xfrm>
          <a:prstGeom prst="rect">
            <a:avLst/>
          </a:prstGeom>
          <a:solidFill>
            <a:srgbClr val="AD62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6" name="Input frame mosaic cell"/>
          <p:cNvSpPr/>
          <p:nvPr/>
        </p:nvSpPr>
        <p:spPr>
          <a:xfrm>
            <a:off x="977951" y="2904526"/>
            <a:ext cx="54407" cy="55191"/>
          </a:xfrm>
          <a:prstGeom prst="rect">
            <a:avLst/>
          </a:prstGeom>
          <a:solidFill>
            <a:srgbClr val="9A4C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7" name="Input frame mosaic cell"/>
          <p:cNvSpPr/>
          <p:nvPr/>
        </p:nvSpPr>
        <p:spPr>
          <a:xfrm>
            <a:off x="1027786" y="2904526"/>
            <a:ext cx="54407" cy="55191"/>
          </a:xfrm>
          <a:prstGeom prst="rect">
            <a:avLst/>
          </a:prstGeom>
          <a:solidFill>
            <a:srgbClr val="9B55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8" name="Input frame mosaic cell"/>
          <p:cNvSpPr/>
          <p:nvPr/>
        </p:nvSpPr>
        <p:spPr>
          <a:xfrm>
            <a:off x="1077620" y="2904526"/>
            <a:ext cx="54407" cy="55191"/>
          </a:xfrm>
          <a:prstGeom prst="rect">
            <a:avLst/>
          </a:prstGeom>
          <a:solidFill>
            <a:srgbClr val="5A2D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9" name="Input frame mosaic cell"/>
          <p:cNvSpPr/>
          <p:nvPr/>
        </p:nvSpPr>
        <p:spPr>
          <a:xfrm>
            <a:off x="1127455" y="2904526"/>
            <a:ext cx="54407" cy="55191"/>
          </a:xfrm>
          <a:prstGeom prst="rect">
            <a:avLst/>
          </a:prstGeom>
          <a:solidFill>
            <a:srgbClr val="5632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0" name="Input frame mosaic cell"/>
          <p:cNvSpPr/>
          <p:nvPr/>
        </p:nvSpPr>
        <p:spPr>
          <a:xfrm>
            <a:off x="1177290" y="2904526"/>
            <a:ext cx="54407" cy="55191"/>
          </a:xfrm>
          <a:prstGeom prst="rect">
            <a:avLst/>
          </a:prstGeom>
          <a:solidFill>
            <a:srgbClr val="623F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1" name="Input frame mosaic cell"/>
          <p:cNvSpPr/>
          <p:nvPr/>
        </p:nvSpPr>
        <p:spPr>
          <a:xfrm>
            <a:off x="1227125" y="2904526"/>
            <a:ext cx="54407" cy="55191"/>
          </a:xfrm>
          <a:prstGeom prst="rect">
            <a:avLst/>
          </a:prstGeom>
          <a:solidFill>
            <a:srgbClr val="6740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2" name="Input frame mosaic cell"/>
          <p:cNvSpPr/>
          <p:nvPr/>
        </p:nvSpPr>
        <p:spPr>
          <a:xfrm>
            <a:off x="1276960" y="2904526"/>
            <a:ext cx="54407" cy="55191"/>
          </a:xfrm>
          <a:prstGeom prst="rect">
            <a:avLst/>
          </a:prstGeom>
          <a:solidFill>
            <a:srgbClr val="6B40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3" name="Input frame mosaic cell"/>
          <p:cNvSpPr/>
          <p:nvPr/>
        </p:nvSpPr>
        <p:spPr>
          <a:xfrm>
            <a:off x="1326794" y="2904526"/>
            <a:ext cx="54407" cy="55191"/>
          </a:xfrm>
          <a:prstGeom prst="rect">
            <a:avLst/>
          </a:prstGeom>
          <a:solidFill>
            <a:srgbClr val="6940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4" name="Input frame mosaic cell"/>
          <p:cNvSpPr/>
          <p:nvPr/>
        </p:nvSpPr>
        <p:spPr>
          <a:xfrm>
            <a:off x="1376629" y="2904526"/>
            <a:ext cx="54407" cy="55191"/>
          </a:xfrm>
          <a:prstGeom prst="rect">
            <a:avLst/>
          </a:prstGeom>
          <a:solidFill>
            <a:srgbClr val="8052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5" name="Input frame mosaic cell"/>
          <p:cNvSpPr/>
          <p:nvPr/>
        </p:nvSpPr>
        <p:spPr>
          <a:xfrm>
            <a:off x="1426464" y="2904526"/>
            <a:ext cx="54407" cy="55191"/>
          </a:xfrm>
          <a:prstGeom prst="rect">
            <a:avLst/>
          </a:prstGeom>
          <a:solidFill>
            <a:srgbClr val="8954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6" name="Input frame mosaic cell"/>
          <p:cNvSpPr/>
          <p:nvPr/>
        </p:nvSpPr>
        <p:spPr>
          <a:xfrm>
            <a:off x="1476299" y="2904526"/>
            <a:ext cx="54407" cy="55191"/>
          </a:xfrm>
          <a:prstGeom prst="rect">
            <a:avLst/>
          </a:prstGeom>
          <a:solidFill>
            <a:srgbClr val="8251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7" name="Input frame mosaic cell"/>
          <p:cNvSpPr/>
          <p:nvPr/>
        </p:nvSpPr>
        <p:spPr>
          <a:xfrm>
            <a:off x="1526134" y="2904526"/>
            <a:ext cx="54407" cy="55191"/>
          </a:xfrm>
          <a:prstGeom prst="rect">
            <a:avLst/>
          </a:prstGeom>
          <a:solidFill>
            <a:srgbClr val="6E46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8" name="Input frame mosaic cell"/>
          <p:cNvSpPr/>
          <p:nvPr/>
        </p:nvSpPr>
        <p:spPr>
          <a:xfrm>
            <a:off x="1575968" y="2904526"/>
            <a:ext cx="54407" cy="55191"/>
          </a:xfrm>
          <a:prstGeom prst="rect">
            <a:avLst/>
          </a:prstGeom>
          <a:solidFill>
            <a:srgbClr val="6F3D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9" name="Input frame mosaic cell"/>
          <p:cNvSpPr/>
          <p:nvPr/>
        </p:nvSpPr>
        <p:spPr>
          <a:xfrm>
            <a:off x="1625803" y="2904526"/>
            <a:ext cx="54407" cy="55191"/>
          </a:xfrm>
          <a:prstGeom prst="rect">
            <a:avLst/>
          </a:prstGeom>
          <a:solidFill>
            <a:srgbClr val="7839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0" name="Input frame mosaic cell"/>
          <p:cNvSpPr/>
          <p:nvPr/>
        </p:nvSpPr>
        <p:spPr>
          <a:xfrm>
            <a:off x="1675638" y="2904526"/>
            <a:ext cx="54407" cy="55191"/>
          </a:xfrm>
          <a:prstGeom prst="rect">
            <a:avLst/>
          </a:prstGeom>
          <a:solidFill>
            <a:srgbClr val="8241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1" name="Input frame mosaic cell"/>
          <p:cNvSpPr/>
          <p:nvPr/>
        </p:nvSpPr>
        <p:spPr>
          <a:xfrm>
            <a:off x="1725473" y="2904526"/>
            <a:ext cx="54407" cy="55191"/>
          </a:xfrm>
          <a:prstGeom prst="rect">
            <a:avLst/>
          </a:prstGeom>
          <a:solidFill>
            <a:srgbClr val="8140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2" name="Input frame mosaic cell"/>
          <p:cNvSpPr/>
          <p:nvPr/>
        </p:nvSpPr>
        <p:spPr>
          <a:xfrm>
            <a:off x="1775308" y="2904526"/>
            <a:ext cx="54407" cy="55191"/>
          </a:xfrm>
          <a:prstGeom prst="rect">
            <a:avLst/>
          </a:prstGeom>
          <a:solidFill>
            <a:srgbClr val="8340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3" name="Input frame mosaic cell"/>
          <p:cNvSpPr/>
          <p:nvPr/>
        </p:nvSpPr>
        <p:spPr>
          <a:xfrm>
            <a:off x="1825142" y="2904526"/>
            <a:ext cx="54407" cy="55191"/>
          </a:xfrm>
          <a:prstGeom prst="rect">
            <a:avLst/>
          </a:prstGeom>
          <a:solidFill>
            <a:srgbClr val="C36D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4" name="Input frame mosaic cell"/>
          <p:cNvSpPr/>
          <p:nvPr/>
        </p:nvSpPr>
        <p:spPr>
          <a:xfrm>
            <a:off x="1874977" y="2904526"/>
            <a:ext cx="54407" cy="55191"/>
          </a:xfrm>
          <a:prstGeom prst="rect">
            <a:avLst/>
          </a:prstGeom>
          <a:solidFill>
            <a:srgbClr val="D171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5" name="Input frame mosaic cell"/>
          <p:cNvSpPr/>
          <p:nvPr/>
        </p:nvSpPr>
        <p:spPr>
          <a:xfrm>
            <a:off x="1924812" y="2904526"/>
            <a:ext cx="54407" cy="55191"/>
          </a:xfrm>
          <a:prstGeom prst="rect">
            <a:avLst/>
          </a:prstGeom>
          <a:solidFill>
            <a:srgbClr val="BC58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6" name="Input frame mosaic cell"/>
          <p:cNvSpPr/>
          <p:nvPr/>
        </p:nvSpPr>
        <p:spPr>
          <a:xfrm>
            <a:off x="1974647" y="2904526"/>
            <a:ext cx="54407" cy="55191"/>
          </a:xfrm>
          <a:prstGeom prst="rect">
            <a:avLst/>
          </a:prstGeom>
          <a:solidFill>
            <a:srgbClr val="C076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7" name="Input frame mosaic cell"/>
          <p:cNvSpPr/>
          <p:nvPr/>
        </p:nvSpPr>
        <p:spPr>
          <a:xfrm>
            <a:off x="2024482" y="2904526"/>
            <a:ext cx="54407" cy="55191"/>
          </a:xfrm>
          <a:prstGeom prst="rect">
            <a:avLst/>
          </a:prstGeom>
          <a:solidFill>
            <a:srgbClr val="A25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8" name="Input frame mosaic cell"/>
          <p:cNvSpPr/>
          <p:nvPr/>
        </p:nvSpPr>
        <p:spPr>
          <a:xfrm>
            <a:off x="2074316" y="2904526"/>
            <a:ext cx="54407" cy="55191"/>
          </a:xfrm>
          <a:prstGeom prst="rect">
            <a:avLst/>
          </a:prstGeom>
          <a:solidFill>
            <a:srgbClr val="763C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9" name="Input frame mosaic cell"/>
          <p:cNvSpPr/>
          <p:nvPr/>
        </p:nvSpPr>
        <p:spPr>
          <a:xfrm>
            <a:off x="2124151" y="2904526"/>
            <a:ext cx="54407" cy="55191"/>
          </a:xfrm>
          <a:prstGeom prst="rect">
            <a:avLst/>
          </a:prstGeom>
          <a:solidFill>
            <a:srgbClr val="6E41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0" name="Input frame mosaic cell"/>
          <p:cNvSpPr/>
          <p:nvPr/>
        </p:nvSpPr>
        <p:spPr>
          <a:xfrm>
            <a:off x="2173986" y="2904526"/>
            <a:ext cx="54407" cy="55191"/>
          </a:xfrm>
          <a:prstGeom prst="rect">
            <a:avLst/>
          </a:prstGeom>
          <a:solidFill>
            <a:srgbClr val="674C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1" name="Input frame mosaic cell"/>
          <p:cNvSpPr/>
          <p:nvPr/>
        </p:nvSpPr>
        <p:spPr>
          <a:xfrm>
            <a:off x="2223821" y="2904526"/>
            <a:ext cx="54407" cy="55191"/>
          </a:xfrm>
          <a:prstGeom prst="rect">
            <a:avLst/>
          </a:prstGeom>
          <a:solidFill>
            <a:srgbClr val="5F54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2" name="Input frame mosaic cell"/>
          <p:cNvSpPr/>
          <p:nvPr/>
        </p:nvSpPr>
        <p:spPr>
          <a:xfrm>
            <a:off x="2273656" y="2904526"/>
            <a:ext cx="54407" cy="55191"/>
          </a:xfrm>
          <a:prstGeom prst="rect">
            <a:avLst/>
          </a:prstGeom>
          <a:solidFill>
            <a:srgbClr val="594D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3" name="Input frame mosaic cell"/>
          <p:cNvSpPr/>
          <p:nvPr/>
        </p:nvSpPr>
        <p:spPr>
          <a:xfrm>
            <a:off x="2323490" y="2904526"/>
            <a:ext cx="54407" cy="55191"/>
          </a:xfrm>
          <a:prstGeom prst="rect">
            <a:avLst/>
          </a:prstGeom>
          <a:solidFill>
            <a:srgbClr val="4737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4" name="Input frame mosaic cell"/>
          <p:cNvSpPr/>
          <p:nvPr/>
        </p:nvSpPr>
        <p:spPr>
          <a:xfrm>
            <a:off x="2373325" y="2904526"/>
            <a:ext cx="54407" cy="55191"/>
          </a:xfrm>
          <a:prstGeom prst="rect">
            <a:avLst/>
          </a:prstGeom>
          <a:solidFill>
            <a:srgbClr val="3A32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5" name="Input frame mosaic cell"/>
          <p:cNvSpPr/>
          <p:nvPr/>
        </p:nvSpPr>
        <p:spPr>
          <a:xfrm>
            <a:off x="429768" y="2955145"/>
            <a:ext cx="54407" cy="55191"/>
          </a:xfrm>
          <a:prstGeom prst="rect">
            <a:avLst/>
          </a:prstGeom>
          <a:solidFill>
            <a:srgbClr val="2313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6" name="Input frame mosaic cell"/>
          <p:cNvSpPr/>
          <p:nvPr/>
        </p:nvSpPr>
        <p:spPr>
          <a:xfrm>
            <a:off x="479603" y="2955145"/>
            <a:ext cx="54407" cy="55191"/>
          </a:xfrm>
          <a:prstGeom prst="rect">
            <a:avLst/>
          </a:prstGeom>
          <a:solidFill>
            <a:srgbClr val="884B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7" name="Input frame mosaic cell"/>
          <p:cNvSpPr/>
          <p:nvPr/>
        </p:nvSpPr>
        <p:spPr>
          <a:xfrm>
            <a:off x="529438" y="2955145"/>
            <a:ext cx="54407" cy="55191"/>
          </a:xfrm>
          <a:prstGeom prst="rect">
            <a:avLst/>
          </a:prstGeom>
          <a:solidFill>
            <a:srgbClr val="A463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8" name="Input frame mosaic cell"/>
          <p:cNvSpPr/>
          <p:nvPr/>
        </p:nvSpPr>
        <p:spPr>
          <a:xfrm>
            <a:off x="579272" y="2955145"/>
            <a:ext cx="54407" cy="55191"/>
          </a:xfrm>
          <a:prstGeom prst="rect">
            <a:avLst/>
          </a:prstGeom>
          <a:solidFill>
            <a:srgbClr val="C58A8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9" name="Input frame mosaic cell"/>
          <p:cNvSpPr/>
          <p:nvPr/>
        </p:nvSpPr>
        <p:spPr>
          <a:xfrm>
            <a:off x="629107" y="2955145"/>
            <a:ext cx="54407" cy="55191"/>
          </a:xfrm>
          <a:prstGeom prst="rect">
            <a:avLst/>
          </a:prstGeom>
          <a:solidFill>
            <a:srgbClr val="D69F9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0" name="Input frame mosaic cell"/>
          <p:cNvSpPr/>
          <p:nvPr/>
        </p:nvSpPr>
        <p:spPr>
          <a:xfrm>
            <a:off x="678942" y="2955145"/>
            <a:ext cx="54407" cy="55191"/>
          </a:xfrm>
          <a:prstGeom prst="rect">
            <a:avLst/>
          </a:prstGeom>
          <a:solidFill>
            <a:srgbClr val="CE888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1" name="Input frame mosaic cell"/>
          <p:cNvSpPr/>
          <p:nvPr/>
        </p:nvSpPr>
        <p:spPr>
          <a:xfrm>
            <a:off x="728777" y="2955145"/>
            <a:ext cx="54407" cy="55191"/>
          </a:xfrm>
          <a:prstGeom prst="rect">
            <a:avLst/>
          </a:prstGeom>
          <a:solidFill>
            <a:srgbClr val="C570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2" name="Input frame mosaic cell"/>
          <p:cNvSpPr/>
          <p:nvPr/>
        </p:nvSpPr>
        <p:spPr>
          <a:xfrm>
            <a:off x="778612" y="2955145"/>
            <a:ext cx="54407" cy="55191"/>
          </a:xfrm>
          <a:prstGeom prst="rect">
            <a:avLst/>
          </a:prstGeom>
          <a:solidFill>
            <a:srgbClr val="D278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3" name="Input frame mosaic cell"/>
          <p:cNvSpPr/>
          <p:nvPr/>
        </p:nvSpPr>
        <p:spPr>
          <a:xfrm>
            <a:off x="828446" y="2955145"/>
            <a:ext cx="54407" cy="55191"/>
          </a:xfrm>
          <a:prstGeom prst="rect">
            <a:avLst/>
          </a:prstGeom>
          <a:solidFill>
            <a:srgbClr val="E99A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4" name="Input frame mosaic cell"/>
          <p:cNvSpPr/>
          <p:nvPr/>
        </p:nvSpPr>
        <p:spPr>
          <a:xfrm>
            <a:off x="878281" y="2955145"/>
            <a:ext cx="54407" cy="55191"/>
          </a:xfrm>
          <a:prstGeom prst="rect">
            <a:avLst/>
          </a:prstGeom>
          <a:solidFill>
            <a:srgbClr val="E1937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5" name="Input frame mosaic cell"/>
          <p:cNvSpPr/>
          <p:nvPr/>
        </p:nvSpPr>
        <p:spPr>
          <a:xfrm>
            <a:off x="928116" y="2955145"/>
            <a:ext cx="54407" cy="55191"/>
          </a:xfrm>
          <a:prstGeom prst="rect">
            <a:avLst/>
          </a:prstGeom>
          <a:solidFill>
            <a:srgbClr val="B869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6" name="Input frame mosaic cell"/>
          <p:cNvSpPr/>
          <p:nvPr/>
        </p:nvSpPr>
        <p:spPr>
          <a:xfrm>
            <a:off x="977951" y="2955145"/>
            <a:ext cx="54407" cy="55191"/>
          </a:xfrm>
          <a:prstGeom prst="rect">
            <a:avLst/>
          </a:prstGeom>
          <a:solidFill>
            <a:srgbClr val="A74D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7" name="Input frame mosaic cell"/>
          <p:cNvSpPr/>
          <p:nvPr/>
        </p:nvSpPr>
        <p:spPr>
          <a:xfrm>
            <a:off x="1027786" y="2955145"/>
            <a:ext cx="54407" cy="55191"/>
          </a:xfrm>
          <a:prstGeom prst="rect">
            <a:avLst/>
          </a:prstGeom>
          <a:solidFill>
            <a:srgbClr val="A44D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8" name="Input frame mosaic cell"/>
          <p:cNvSpPr/>
          <p:nvPr/>
        </p:nvSpPr>
        <p:spPr>
          <a:xfrm>
            <a:off x="1077620" y="2955145"/>
            <a:ext cx="54407" cy="55191"/>
          </a:xfrm>
          <a:prstGeom prst="rect">
            <a:avLst/>
          </a:prstGeom>
          <a:solidFill>
            <a:srgbClr val="6731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9" name="Input frame mosaic cell"/>
          <p:cNvSpPr/>
          <p:nvPr/>
        </p:nvSpPr>
        <p:spPr>
          <a:xfrm>
            <a:off x="1127455" y="2955145"/>
            <a:ext cx="54407" cy="55191"/>
          </a:xfrm>
          <a:prstGeom prst="rect">
            <a:avLst/>
          </a:prstGeom>
          <a:solidFill>
            <a:srgbClr val="4E2C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0" name="Input frame mosaic cell"/>
          <p:cNvSpPr/>
          <p:nvPr/>
        </p:nvSpPr>
        <p:spPr>
          <a:xfrm>
            <a:off x="1177290" y="2955145"/>
            <a:ext cx="54407" cy="55191"/>
          </a:xfrm>
          <a:prstGeom prst="rect">
            <a:avLst/>
          </a:prstGeom>
          <a:solidFill>
            <a:srgbClr val="5332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1" name="Input frame mosaic cell"/>
          <p:cNvSpPr/>
          <p:nvPr/>
        </p:nvSpPr>
        <p:spPr>
          <a:xfrm>
            <a:off x="1227125" y="2955145"/>
            <a:ext cx="54407" cy="55191"/>
          </a:xfrm>
          <a:prstGeom prst="rect">
            <a:avLst/>
          </a:prstGeom>
          <a:solidFill>
            <a:srgbClr val="5E3B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2" name="Input frame mosaic cell"/>
          <p:cNvSpPr/>
          <p:nvPr/>
        </p:nvSpPr>
        <p:spPr>
          <a:xfrm>
            <a:off x="1276960" y="2955145"/>
            <a:ext cx="54407" cy="55191"/>
          </a:xfrm>
          <a:prstGeom prst="rect">
            <a:avLst/>
          </a:prstGeom>
          <a:solidFill>
            <a:srgbClr val="5E38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3" name="Input frame mosaic cell"/>
          <p:cNvSpPr/>
          <p:nvPr/>
        </p:nvSpPr>
        <p:spPr>
          <a:xfrm>
            <a:off x="1326794" y="2955145"/>
            <a:ext cx="54407" cy="55191"/>
          </a:xfrm>
          <a:prstGeom prst="rect">
            <a:avLst/>
          </a:prstGeom>
          <a:solidFill>
            <a:srgbClr val="6E42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4" name="Input frame mosaic cell"/>
          <p:cNvSpPr/>
          <p:nvPr/>
        </p:nvSpPr>
        <p:spPr>
          <a:xfrm>
            <a:off x="1376629" y="2955145"/>
            <a:ext cx="54407" cy="55191"/>
          </a:xfrm>
          <a:prstGeom prst="rect">
            <a:avLst/>
          </a:prstGeom>
          <a:solidFill>
            <a:srgbClr val="7E4F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5" name="Input frame mosaic cell"/>
          <p:cNvSpPr/>
          <p:nvPr/>
        </p:nvSpPr>
        <p:spPr>
          <a:xfrm>
            <a:off x="1426464" y="2955145"/>
            <a:ext cx="54407" cy="55191"/>
          </a:xfrm>
          <a:prstGeom prst="rect">
            <a:avLst/>
          </a:prstGeom>
          <a:solidFill>
            <a:srgbClr val="6C39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6" name="Input frame mosaic cell"/>
          <p:cNvSpPr/>
          <p:nvPr/>
        </p:nvSpPr>
        <p:spPr>
          <a:xfrm>
            <a:off x="1476299" y="2955145"/>
            <a:ext cx="54407" cy="55191"/>
          </a:xfrm>
          <a:prstGeom prst="rect">
            <a:avLst/>
          </a:prstGeom>
          <a:solidFill>
            <a:srgbClr val="6433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7" name="Input frame mosaic cell"/>
          <p:cNvSpPr/>
          <p:nvPr/>
        </p:nvSpPr>
        <p:spPr>
          <a:xfrm>
            <a:off x="1526134" y="2955145"/>
            <a:ext cx="54407" cy="55191"/>
          </a:xfrm>
          <a:prstGeom prst="rect">
            <a:avLst/>
          </a:prstGeom>
          <a:solidFill>
            <a:srgbClr val="6831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8" name="Input frame mosaic cell"/>
          <p:cNvSpPr/>
          <p:nvPr/>
        </p:nvSpPr>
        <p:spPr>
          <a:xfrm>
            <a:off x="1575968" y="2955145"/>
            <a:ext cx="54407" cy="55191"/>
          </a:xfrm>
          <a:prstGeom prst="rect">
            <a:avLst/>
          </a:prstGeom>
          <a:solidFill>
            <a:srgbClr val="813B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9" name="Input frame mosaic cell"/>
          <p:cNvSpPr/>
          <p:nvPr/>
        </p:nvSpPr>
        <p:spPr>
          <a:xfrm>
            <a:off x="1625803" y="2955145"/>
            <a:ext cx="54407" cy="55191"/>
          </a:xfrm>
          <a:prstGeom prst="rect">
            <a:avLst/>
          </a:prstGeom>
          <a:solidFill>
            <a:srgbClr val="9044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0" name="Input frame mosaic cell"/>
          <p:cNvSpPr/>
          <p:nvPr/>
        </p:nvSpPr>
        <p:spPr>
          <a:xfrm>
            <a:off x="1675638" y="2955145"/>
            <a:ext cx="54407" cy="55191"/>
          </a:xfrm>
          <a:prstGeom prst="rect">
            <a:avLst/>
          </a:prstGeom>
          <a:solidFill>
            <a:srgbClr val="9449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1" name="Input frame mosaic cell"/>
          <p:cNvSpPr/>
          <p:nvPr/>
        </p:nvSpPr>
        <p:spPr>
          <a:xfrm>
            <a:off x="1725473" y="2955145"/>
            <a:ext cx="54407" cy="55191"/>
          </a:xfrm>
          <a:prstGeom prst="rect">
            <a:avLst/>
          </a:prstGeom>
          <a:solidFill>
            <a:srgbClr val="8843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2" name="Input frame mosaic cell"/>
          <p:cNvSpPr/>
          <p:nvPr/>
        </p:nvSpPr>
        <p:spPr>
          <a:xfrm>
            <a:off x="1775308" y="2955145"/>
            <a:ext cx="54407" cy="55191"/>
          </a:xfrm>
          <a:prstGeom prst="rect">
            <a:avLst/>
          </a:prstGeom>
          <a:solidFill>
            <a:srgbClr val="974E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3" name="Input frame mosaic cell"/>
          <p:cNvSpPr/>
          <p:nvPr/>
        </p:nvSpPr>
        <p:spPr>
          <a:xfrm>
            <a:off x="1825142" y="2955145"/>
            <a:ext cx="54407" cy="55191"/>
          </a:xfrm>
          <a:prstGeom prst="rect">
            <a:avLst/>
          </a:prstGeom>
          <a:solidFill>
            <a:srgbClr val="D079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4" name="Input frame mosaic cell"/>
          <p:cNvSpPr/>
          <p:nvPr/>
        </p:nvSpPr>
        <p:spPr>
          <a:xfrm>
            <a:off x="1874977" y="2955145"/>
            <a:ext cx="54407" cy="55191"/>
          </a:xfrm>
          <a:prstGeom prst="rect">
            <a:avLst/>
          </a:prstGeom>
          <a:solidFill>
            <a:srgbClr val="D573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5" name="Input frame mosaic cell"/>
          <p:cNvSpPr/>
          <p:nvPr/>
        </p:nvSpPr>
        <p:spPr>
          <a:xfrm>
            <a:off x="1924812" y="2955145"/>
            <a:ext cx="54407" cy="55191"/>
          </a:xfrm>
          <a:prstGeom prst="rect">
            <a:avLst/>
          </a:prstGeom>
          <a:solidFill>
            <a:srgbClr val="C052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6" name="Input frame mosaic cell"/>
          <p:cNvSpPr/>
          <p:nvPr/>
        </p:nvSpPr>
        <p:spPr>
          <a:xfrm>
            <a:off x="1974647" y="2955145"/>
            <a:ext cx="54407" cy="55191"/>
          </a:xfrm>
          <a:prstGeom prst="rect">
            <a:avLst/>
          </a:prstGeom>
          <a:solidFill>
            <a:srgbClr val="C5757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7" name="Input frame mosaic cell"/>
          <p:cNvSpPr/>
          <p:nvPr/>
        </p:nvSpPr>
        <p:spPr>
          <a:xfrm>
            <a:off x="2024482" y="2955145"/>
            <a:ext cx="54407" cy="55191"/>
          </a:xfrm>
          <a:prstGeom prst="rect">
            <a:avLst/>
          </a:prstGeom>
          <a:solidFill>
            <a:srgbClr val="B7716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8" name="Input frame mosaic cell"/>
          <p:cNvSpPr/>
          <p:nvPr/>
        </p:nvSpPr>
        <p:spPr>
          <a:xfrm>
            <a:off x="2074316" y="2955145"/>
            <a:ext cx="54407" cy="55191"/>
          </a:xfrm>
          <a:prstGeom prst="rect">
            <a:avLst/>
          </a:prstGeom>
          <a:solidFill>
            <a:srgbClr val="985A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9" name="Input frame mosaic cell"/>
          <p:cNvSpPr/>
          <p:nvPr/>
        </p:nvSpPr>
        <p:spPr>
          <a:xfrm>
            <a:off x="2124151" y="2955145"/>
            <a:ext cx="54407" cy="55191"/>
          </a:xfrm>
          <a:prstGeom prst="rect">
            <a:avLst/>
          </a:prstGeom>
          <a:solidFill>
            <a:srgbClr val="8048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0" name="Input frame mosaic cell"/>
          <p:cNvSpPr/>
          <p:nvPr/>
        </p:nvSpPr>
        <p:spPr>
          <a:xfrm>
            <a:off x="2173986" y="2955145"/>
            <a:ext cx="54407" cy="55191"/>
          </a:xfrm>
          <a:prstGeom prst="rect">
            <a:avLst/>
          </a:prstGeom>
          <a:solidFill>
            <a:srgbClr val="875D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1" name="Input frame mosaic cell"/>
          <p:cNvSpPr/>
          <p:nvPr/>
        </p:nvSpPr>
        <p:spPr>
          <a:xfrm>
            <a:off x="2223821" y="2955145"/>
            <a:ext cx="54407" cy="55191"/>
          </a:xfrm>
          <a:prstGeom prst="rect">
            <a:avLst/>
          </a:prstGeom>
          <a:solidFill>
            <a:srgbClr val="603B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2" name="Input frame mosaic cell"/>
          <p:cNvSpPr/>
          <p:nvPr/>
        </p:nvSpPr>
        <p:spPr>
          <a:xfrm>
            <a:off x="2273656" y="2955145"/>
            <a:ext cx="54407" cy="55191"/>
          </a:xfrm>
          <a:prstGeom prst="rect">
            <a:avLst/>
          </a:prstGeom>
          <a:solidFill>
            <a:srgbClr val="5841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3" name="Input frame mosaic cell"/>
          <p:cNvSpPr/>
          <p:nvPr/>
        </p:nvSpPr>
        <p:spPr>
          <a:xfrm>
            <a:off x="2323490" y="2955145"/>
            <a:ext cx="54407" cy="55191"/>
          </a:xfrm>
          <a:prstGeom prst="rect">
            <a:avLst/>
          </a:prstGeom>
          <a:solidFill>
            <a:srgbClr val="4433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4" name="Input frame mosaic cell"/>
          <p:cNvSpPr/>
          <p:nvPr/>
        </p:nvSpPr>
        <p:spPr>
          <a:xfrm>
            <a:off x="2373325" y="2955145"/>
            <a:ext cx="54407" cy="55191"/>
          </a:xfrm>
          <a:prstGeom prst="rect">
            <a:avLst/>
          </a:prstGeom>
          <a:solidFill>
            <a:srgbClr val="2921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5" name="Input frame mosaic cell"/>
          <p:cNvSpPr/>
          <p:nvPr/>
        </p:nvSpPr>
        <p:spPr>
          <a:xfrm>
            <a:off x="429768" y="3005763"/>
            <a:ext cx="54407" cy="55191"/>
          </a:xfrm>
          <a:prstGeom prst="rect">
            <a:avLst/>
          </a:prstGeom>
          <a:solidFill>
            <a:srgbClr val="130A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6" name="Input frame mosaic cell"/>
          <p:cNvSpPr/>
          <p:nvPr/>
        </p:nvSpPr>
        <p:spPr>
          <a:xfrm>
            <a:off x="479603" y="3005763"/>
            <a:ext cx="54407" cy="55191"/>
          </a:xfrm>
          <a:prstGeom prst="rect">
            <a:avLst/>
          </a:prstGeom>
          <a:solidFill>
            <a:srgbClr val="773D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7" name="Input frame mosaic cell"/>
          <p:cNvSpPr/>
          <p:nvPr/>
        </p:nvSpPr>
        <p:spPr>
          <a:xfrm>
            <a:off x="529438" y="3005763"/>
            <a:ext cx="54407" cy="55191"/>
          </a:xfrm>
          <a:prstGeom prst="rect">
            <a:avLst/>
          </a:prstGeom>
          <a:solidFill>
            <a:srgbClr val="A25E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8" name="Input frame mosaic cell"/>
          <p:cNvSpPr/>
          <p:nvPr/>
        </p:nvSpPr>
        <p:spPr>
          <a:xfrm>
            <a:off x="579272" y="3005763"/>
            <a:ext cx="54407" cy="55191"/>
          </a:xfrm>
          <a:prstGeom prst="rect">
            <a:avLst/>
          </a:prstGeom>
          <a:solidFill>
            <a:srgbClr val="B572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9" name="Input frame mosaic cell"/>
          <p:cNvSpPr/>
          <p:nvPr/>
        </p:nvSpPr>
        <p:spPr>
          <a:xfrm>
            <a:off x="629107" y="3005763"/>
            <a:ext cx="54407" cy="55191"/>
          </a:xfrm>
          <a:prstGeom prst="rect">
            <a:avLst/>
          </a:prstGeom>
          <a:solidFill>
            <a:srgbClr val="BF78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0" name="Input frame mosaic cell"/>
          <p:cNvSpPr/>
          <p:nvPr/>
        </p:nvSpPr>
        <p:spPr>
          <a:xfrm>
            <a:off x="678942" y="3005763"/>
            <a:ext cx="54407" cy="55191"/>
          </a:xfrm>
          <a:prstGeom prst="rect">
            <a:avLst/>
          </a:prstGeom>
          <a:solidFill>
            <a:srgbClr val="BF73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1" name="Input frame mosaic cell"/>
          <p:cNvSpPr/>
          <p:nvPr/>
        </p:nvSpPr>
        <p:spPr>
          <a:xfrm>
            <a:off x="728777" y="3005763"/>
            <a:ext cx="54407" cy="55191"/>
          </a:xfrm>
          <a:prstGeom prst="rect">
            <a:avLst/>
          </a:prstGeom>
          <a:solidFill>
            <a:srgbClr val="BB69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2" name="Input frame mosaic cell"/>
          <p:cNvSpPr/>
          <p:nvPr/>
        </p:nvSpPr>
        <p:spPr>
          <a:xfrm>
            <a:off x="778612" y="3005763"/>
            <a:ext cx="54407" cy="55191"/>
          </a:xfrm>
          <a:prstGeom prst="rect">
            <a:avLst/>
          </a:prstGeom>
          <a:solidFill>
            <a:srgbClr val="CC71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3" name="Input frame mosaic cell"/>
          <p:cNvSpPr/>
          <p:nvPr/>
        </p:nvSpPr>
        <p:spPr>
          <a:xfrm>
            <a:off x="828446" y="3005763"/>
            <a:ext cx="54407" cy="55191"/>
          </a:xfrm>
          <a:prstGeom prst="rect">
            <a:avLst/>
          </a:prstGeom>
          <a:solidFill>
            <a:srgbClr val="E08D7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4" name="Input frame mosaic cell"/>
          <p:cNvSpPr/>
          <p:nvPr/>
        </p:nvSpPr>
        <p:spPr>
          <a:xfrm>
            <a:off x="878281" y="3005763"/>
            <a:ext cx="54407" cy="55191"/>
          </a:xfrm>
          <a:prstGeom prst="rect">
            <a:avLst/>
          </a:prstGeom>
          <a:solidFill>
            <a:srgbClr val="E59F8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5" name="Input frame mosaic cell"/>
          <p:cNvSpPr/>
          <p:nvPr/>
        </p:nvSpPr>
        <p:spPr>
          <a:xfrm>
            <a:off x="928116" y="3005763"/>
            <a:ext cx="54407" cy="55191"/>
          </a:xfrm>
          <a:prstGeom prst="rect">
            <a:avLst/>
          </a:prstGeom>
          <a:solidFill>
            <a:srgbClr val="CD7E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6" name="Input frame mosaic cell"/>
          <p:cNvSpPr/>
          <p:nvPr/>
        </p:nvSpPr>
        <p:spPr>
          <a:xfrm>
            <a:off x="977951" y="3005763"/>
            <a:ext cx="54407" cy="55191"/>
          </a:xfrm>
          <a:prstGeom prst="rect">
            <a:avLst/>
          </a:prstGeom>
          <a:solidFill>
            <a:srgbClr val="B558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7" name="Input frame mosaic cell"/>
          <p:cNvSpPr/>
          <p:nvPr/>
        </p:nvSpPr>
        <p:spPr>
          <a:xfrm>
            <a:off x="1027786" y="3005763"/>
            <a:ext cx="54407" cy="55191"/>
          </a:xfrm>
          <a:prstGeom prst="rect">
            <a:avLst/>
          </a:prstGeom>
          <a:solidFill>
            <a:srgbClr val="AB4A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8" name="Input frame mosaic cell"/>
          <p:cNvSpPr/>
          <p:nvPr/>
        </p:nvSpPr>
        <p:spPr>
          <a:xfrm>
            <a:off x="1077620" y="3005763"/>
            <a:ext cx="54407" cy="55191"/>
          </a:xfrm>
          <a:prstGeom prst="rect">
            <a:avLst/>
          </a:prstGeom>
          <a:solidFill>
            <a:srgbClr val="793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9" name="Input frame mosaic cell"/>
          <p:cNvSpPr/>
          <p:nvPr/>
        </p:nvSpPr>
        <p:spPr>
          <a:xfrm>
            <a:off x="1127455" y="3005763"/>
            <a:ext cx="54407" cy="55191"/>
          </a:xfrm>
          <a:prstGeom prst="rect">
            <a:avLst/>
          </a:prstGeom>
          <a:solidFill>
            <a:srgbClr val="4926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0" name="Input frame mosaic cell"/>
          <p:cNvSpPr/>
          <p:nvPr/>
        </p:nvSpPr>
        <p:spPr>
          <a:xfrm>
            <a:off x="1177290" y="3005763"/>
            <a:ext cx="54407" cy="55191"/>
          </a:xfrm>
          <a:prstGeom prst="rect">
            <a:avLst/>
          </a:prstGeom>
          <a:solidFill>
            <a:srgbClr val="4E2F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1" name="Input frame mosaic cell"/>
          <p:cNvSpPr/>
          <p:nvPr/>
        </p:nvSpPr>
        <p:spPr>
          <a:xfrm>
            <a:off x="1227125" y="3005763"/>
            <a:ext cx="54407" cy="55191"/>
          </a:xfrm>
          <a:prstGeom prst="rect">
            <a:avLst/>
          </a:prstGeom>
          <a:solidFill>
            <a:srgbClr val="5A37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2" name="Input frame mosaic cell"/>
          <p:cNvSpPr/>
          <p:nvPr/>
        </p:nvSpPr>
        <p:spPr>
          <a:xfrm>
            <a:off x="1276960" y="3005763"/>
            <a:ext cx="54407" cy="55191"/>
          </a:xfrm>
          <a:prstGeom prst="rect">
            <a:avLst/>
          </a:prstGeom>
          <a:solidFill>
            <a:srgbClr val="5A33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3" name="Input frame mosaic cell"/>
          <p:cNvSpPr/>
          <p:nvPr/>
        </p:nvSpPr>
        <p:spPr>
          <a:xfrm>
            <a:off x="1326794" y="3005763"/>
            <a:ext cx="54407" cy="55191"/>
          </a:xfrm>
          <a:prstGeom prst="rect">
            <a:avLst/>
          </a:prstGeom>
          <a:solidFill>
            <a:srgbClr val="582C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4" name="Input frame mosaic cell"/>
          <p:cNvSpPr/>
          <p:nvPr/>
        </p:nvSpPr>
        <p:spPr>
          <a:xfrm>
            <a:off x="1376629" y="3005763"/>
            <a:ext cx="54407" cy="55191"/>
          </a:xfrm>
          <a:prstGeom prst="rect">
            <a:avLst/>
          </a:prstGeom>
          <a:solidFill>
            <a:srgbClr val="5F2E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5" name="Input frame mosaic cell"/>
          <p:cNvSpPr/>
          <p:nvPr/>
        </p:nvSpPr>
        <p:spPr>
          <a:xfrm>
            <a:off x="1426464" y="3005763"/>
            <a:ext cx="54407" cy="55191"/>
          </a:xfrm>
          <a:prstGeom prst="rect">
            <a:avLst/>
          </a:prstGeom>
          <a:solidFill>
            <a:srgbClr val="652D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6" name="Input frame mosaic cell"/>
          <p:cNvSpPr/>
          <p:nvPr/>
        </p:nvSpPr>
        <p:spPr>
          <a:xfrm>
            <a:off x="1476299" y="3005763"/>
            <a:ext cx="54407" cy="55191"/>
          </a:xfrm>
          <a:prstGeom prst="rect">
            <a:avLst/>
          </a:prstGeom>
          <a:solidFill>
            <a:srgbClr val="7838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7" name="Input frame mosaic cell"/>
          <p:cNvSpPr/>
          <p:nvPr/>
        </p:nvSpPr>
        <p:spPr>
          <a:xfrm>
            <a:off x="1526134" y="3005763"/>
            <a:ext cx="54407" cy="55191"/>
          </a:xfrm>
          <a:prstGeom prst="rect">
            <a:avLst/>
          </a:prstGeom>
          <a:solidFill>
            <a:srgbClr val="8638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8" name="Input frame mosaic cell"/>
          <p:cNvSpPr/>
          <p:nvPr/>
        </p:nvSpPr>
        <p:spPr>
          <a:xfrm>
            <a:off x="1575968" y="3005763"/>
            <a:ext cx="54407" cy="55191"/>
          </a:xfrm>
          <a:prstGeom prst="rect">
            <a:avLst/>
          </a:prstGeom>
          <a:solidFill>
            <a:srgbClr val="8E3B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9" name="Input frame mosaic cell"/>
          <p:cNvSpPr/>
          <p:nvPr/>
        </p:nvSpPr>
        <p:spPr>
          <a:xfrm>
            <a:off x="1625803" y="3005763"/>
            <a:ext cx="54407" cy="55191"/>
          </a:xfrm>
          <a:prstGeom prst="rect">
            <a:avLst/>
          </a:prstGeom>
          <a:solidFill>
            <a:srgbClr val="9440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0" name="Input frame mosaic cell"/>
          <p:cNvSpPr/>
          <p:nvPr/>
        </p:nvSpPr>
        <p:spPr>
          <a:xfrm>
            <a:off x="1675638" y="3005763"/>
            <a:ext cx="54407" cy="55191"/>
          </a:xfrm>
          <a:prstGeom prst="rect">
            <a:avLst/>
          </a:prstGeom>
          <a:solidFill>
            <a:srgbClr val="933F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1" name="Input frame mosaic cell"/>
          <p:cNvSpPr/>
          <p:nvPr/>
        </p:nvSpPr>
        <p:spPr>
          <a:xfrm>
            <a:off x="1725473" y="3005763"/>
            <a:ext cx="54407" cy="55191"/>
          </a:xfrm>
          <a:prstGeom prst="rect">
            <a:avLst/>
          </a:prstGeom>
          <a:solidFill>
            <a:srgbClr val="8A3E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2" name="Input frame mosaic cell"/>
          <p:cNvSpPr/>
          <p:nvPr/>
        </p:nvSpPr>
        <p:spPr>
          <a:xfrm>
            <a:off x="1775308" y="3005763"/>
            <a:ext cx="54407" cy="55191"/>
          </a:xfrm>
          <a:prstGeom prst="rect">
            <a:avLst/>
          </a:prstGeom>
          <a:solidFill>
            <a:srgbClr val="AD61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3" name="Input frame mosaic cell"/>
          <p:cNvSpPr/>
          <p:nvPr/>
        </p:nvSpPr>
        <p:spPr>
          <a:xfrm>
            <a:off x="1825142" y="3005763"/>
            <a:ext cx="54407" cy="55191"/>
          </a:xfrm>
          <a:prstGeom prst="rect">
            <a:avLst/>
          </a:prstGeom>
          <a:solidFill>
            <a:srgbClr val="D177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4" name="Input frame mosaic cell"/>
          <p:cNvSpPr/>
          <p:nvPr/>
        </p:nvSpPr>
        <p:spPr>
          <a:xfrm>
            <a:off x="1874977" y="3005763"/>
            <a:ext cx="54407" cy="55191"/>
          </a:xfrm>
          <a:prstGeom prst="rect">
            <a:avLst/>
          </a:prstGeom>
          <a:solidFill>
            <a:srgbClr val="DA7A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5" name="Input frame mosaic cell"/>
          <p:cNvSpPr/>
          <p:nvPr/>
        </p:nvSpPr>
        <p:spPr>
          <a:xfrm>
            <a:off x="1924812" y="3005763"/>
            <a:ext cx="54407" cy="55191"/>
          </a:xfrm>
          <a:prstGeom prst="rect">
            <a:avLst/>
          </a:prstGeom>
          <a:solidFill>
            <a:srgbClr val="C052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6" name="Input frame mosaic cell"/>
          <p:cNvSpPr/>
          <p:nvPr/>
        </p:nvSpPr>
        <p:spPr>
          <a:xfrm>
            <a:off x="1974647" y="3005763"/>
            <a:ext cx="54407" cy="55191"/>
          </a:xfrm>
          <a:prstGeom prst="rect">
            <a:avLst/>
          </a:prstGeom>
          <a:solidFill>
            <a:srgbClr val="CA7F7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7" name="Input frame mosaic cell"/>
          <p:cNvSpPr/>
          <p:nvPr/>
        </p:nvSpPr>
        <p:spPr>
          <a:xfrm>
            <a:off x="2024482" y="3005763"/>
            <a:ext cx="54407" cy="55191"/>
          </a:xfrm>
          <a:prstGeom prst="rect">
            <a:avLst/>
          </a:prstGeom>
          <a:solidFill>
            <a:srgbClr val="C07D6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8" name="Input frame mosaic cell"/>
          <p:cNvSpPr/>
          <p:nvPr/>
        </p:nvSpPr>
        <p:spPr>
          <a:xfrm>
            <a:off x="2074316" y="3005763"/>
            <a:ext cx="54407" cy="55191"/>
          </a:xfrm>
          <a:prstGeom prst="rect">
            <a:avLst/>
          </a:prstGeom>
          <a:solidFill>
            <a:srgbClr val="A05C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9" name="Input frame mosaic cell"/>
          <p:cNvSpPr/>
          <p:nvPr/>
        </p:nvSpPr>
        <p:spPr>
          <a:xfrm>
            <a:off x="2124151" y="3005763"/>
            <a:ext cx="54407" cy="55191"/>
          </a:xfrm>
          <a:prstGeom prst="rect">
            <a:avLst/>
          </a:prstGeom>
          <a:solidFill>
            <a:srgbClr val="7D3D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0" name="Input frame mosaic cell"/>
          <p:cNvSpPr/>
          <p:nvPr/>
        </p:nvSpPr>
        <p:spPr>
          <a:xfrm>
            <a:off x="2173986" y="3005763"/>
            <a:ext cx="54407" cy="55191"/>
          </a:xfrm>
          <a:prstGeom prst="rect">
            <a:avLst/>
          </a:prstGeom>
          <a:solidFill>
            <a:srgbClr val="7F46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1" name="Input frame mosaic cell"/>
          <p:cNvSpPr/>
          <p:nvPr/>
        </p:nvSpPr>
        <p:spPr>
          <a:xfrm>
            <a:off x="2223821" y="3005763"/>
            <a:ext cx="54407" cy="55191"/>
          </a:xfrm>
          <a:prstGeom prst="rect">
            <a:avLst/>
          </a:prstGeom>
          <a:solidFill>
            <a:srgbClr val="703E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2" name="Input frame mosaic cell"/>
          <p:cNvSpPr/>
          <p:nvPr/>
        </p:nvSpPr>
        <p:spPr>
          <a:xfrm>
            <a:off x="2273656" y="3005763"/>
            <a:ext cx="54407" cy="55191"/>
          </a:xfrm>
          <a:prstGeom prst="rect">
            <a:avLst/>
          </a:prstGeom>
          <a:solidFill>
            <a:srgbClr val="5A2F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3" name="Input frame mosaic cell"/>
          <p:cNvSpPr/>
          <p:nvPr/>
        </p:nvSpPr>
        <p:spPr>
          <a:xfrm>
            <a:off x="2323490" y="3005763"/>
            <a:ext cx="54407" cy="55191"/>
          </a:xfrm>
          <a:prstGeom prst="rect">
            <a:avLst/>
          </a:prstGeom>
          <a:solidFill>
            <a:srgbClr val="452C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4" name="Input frame mosaic cell"/>
          <p:cNvSpPr/>
          <p:nvPr/>
        </p:nvSpPr>
        <p:spPr>
          <a:xfrm>
            <a:off x="2373325" y="3005763"/>
            <a:ext cx="54407" cy="55191"/>
          </a:xfrm>
          <a:prstGeom prst="rect">
            <a:avLst/>
          </a:prstGeom>
          <a:solidFill>
            <a:srgbClr val="241C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5" name="Input frame mosaic cell"/>
          <p:cNvSpPr/>
          <p:nvPr/>
        </p:nvSpPr>
        <p:spPr>
          <a:xfrm>
            <a:off x="429768" y="3056382"/>
            <a:ext cx="54407" cy="55191"/>
          </a:xfrm>
          <a:prstGeom prst="rect">
            <a:avLst/>
          </a:prstGeom>
          <a:solidFill>
            <a:srgbClr val="0805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6" name="Input frame mosaic cell"/>
          <p:cNvSpPr/>
          <p:nvPr/>
        </p:nvSpPr>
        <p:spPr>
          <a:xfrm>
            <a:off x="479603" y="3056382"/>
            <a:ext cx="54407" cy="55191"/>
          </a:xfrm>
          <a:prstGeom prst="rect">
            <a:avLst/>
          </a:prstGeom>
          <a:solidFill>
            <a:srgbClr val="6836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7" name="Input frame mosaic cell"/>
          <p:cNvSpPr/>
          <p:nvPr/>
        </p:nvSpPr>
        <p:spPr>
          <a:xfrm>
            <a:off x="529438" y="3056382"/>
            <a:ext cx="54407" cy="55191"/>
          </a:xfrm>
          <a:prstGeom prst="rect">
            <a:avLst/>
          </a:prstGeom>
          <a:solidFill>
            <a:srgbClr val="A25B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8" name="Input frame mosaic cell"/>
          <p:cNvSpPr/>
          <p:nvPr/>
        </p:nvSpPr>
        <p:spPr>
          <a:xfrm>
            <a:off x="579272" y="3056382"/>
            <a:ext cx="54407" cy="55191"/>
          </a:xfrm>
          <a:prstGeom prst="rect">
            <a:avLst/>
          </a:prstGeom>
          <a:solidFill>
            <a:srgbClr val="B169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9" name="Input frame mosaic cell"/>
          <p:cNvSpPr/>
          <p:nvPr/>
        </p:nvSpPr>
        <p:spPr>
          <a:xfrm>
            <a:off x="629107" y="3056382"/>
            <a:ext cx="54407" cy="55191"/>
          </a:xfrm>
          <a:prstGeom prst="rect">
            <a:avLst/>
          </a:prstGeom>
          <a:solidFill>
            <a:srgbClr val="BA6F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0" name="Input frame mosaic cell"/>
          <p:cNvSpPr/>
          <p:nvPr/>
        </p:nvSpPr>
        <p:spPr>
          <a:xfrm>
            <a:off x="678942" y="3056382"/>
            <a:ext cx="54407" cy="55191"/>
          </a:xfrm>
          <a:prstGeom prst="rect">
            <a:avLst/>
          </a:prstGeom>
          <a:solidFill>
            <a:srgbClr val="C1726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1" name="Input frame mosaic cell"/>
          <p:cNvSpPr/>
          <p:nvPr/>
        </p:nvSpPr>
        <p:spPr>
          <a:xfrm>
            <a:off x="728777" y="3056382"/>
            <a:ext cx="54407" cy="55191"/>
          </a:xfrm>
          <a:prstGeom prst="rect">
            <a:avLst/>
          </a:prstGeom>
          <a:solidFill>
            <a:srgbClr val="B968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2" name="Input frame mosaic cell"/>
          <p:cNvSpPr/>
          <p:nvPr/>
        </p:nvSpPr>
        <p:spPr>
          <a:xfrm>
            <a:off x="778612" y="3056382"/>
            <a:ext cx="54407" cy="55191"/>
          </a:xfrm>
          <a:prstGeom prst="rect">
            <a:avLst/>
          </a:prstGeom>
          <a:solidFill>
            <a:srgbClr val="B65A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3" name="Input frame mosaic cell"/>
          <p:cNvSpPr/>
          <p:nvPr/>
        </p:nvSpPr>
        <p:spPr>
          <a:xfrm>
            <a:off x="828446" y="3056382"/>
            <a:ext cx="54407" cy="55191"/>
          </a:xfrm>
          <a:prstGeom prst="rect">
            <a:avLst/>
          </a:prstGeom>
          <a:solidFill>
            <a:srgbClr val="C269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4" name="Input frame mosaic cell"/>
          <p:cNvSpPr/>
          <p:nvPr/>
        </p:nvSpPr>
        <p:spPr>
          <a:xfrm>
            <a:off x="878281" y="3056382"/>
            <a:ext cx="54407" cy="55191"/>
          </a:xfrm>
          <a:prstGeom prst="rect">
            <a:avLst/>
          </a:prstGeom>
          <a:solidFill>
            <a:srgbClr val="CA786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5" name="Input frame mosaic cell"/>
          <p:cNvSpPr/>
          <p:nvPr/>
        </p:nvSpPr>
        <p:spPr>
          <a:xfrm>
            <a:off x="928116" y="3056382"/>
            <a:ext cx="54407" cy="55191"/>
          </a:xfrm>
          <a:prstGeom prst="rect">
            <a:avLst/>
          </a:prstGeom>
          <a:solidFill>
            <a:srgbClr val="C6756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6" name="Input frame mosaic cell"/>
          <p:cNvSpPr/>
          <p:nvPr/>
        </p:nvSpPr>
        <p:spPr>
          <a:xfrm>
            <a:off x="977951" y="3056382"/>
            <a:ext cx="54407" cy="55191"/>
          </a:xfrm>
          <a:prstGeom prst="rect">
            <a:avLst/>
          </a:prstGeom>
          <a:solidFill>
            <a:srgbClr val="BC5D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7" name="Input frame mosaic cell"/>
          <p:cNvSpPr/>
          <p:nvPr/>
        </p:nvSpPr>
        <p:spPr>
          <a:xfrm>
            <a:off x="1027786" y="3056382"/>
            <a:ext cx="54407" cy="55191"/>
          </a:xfrm>
          <a:prstGeom prst="rect">
            <a:avLst/>
          </a:prstGeom>
          <a:solidFill>
            <a:srgbClr val="B34F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8" name="Input frame mosaic cell"/>
          <p:cNvSpPr/>
          <p:nvPr/>
        </p:nvSpPr>
        <p:spPr>
          <a:xfrm>
            <a:off x="1077620" y="3056382"/>
            <a:ext cx="54407" cy="55191"/>
          </a:xfrm>
          <a:prstGeom prst="rect">
            <a:avLst/>
          </a:prstGeom>
          <a:solidFill>
            <a:srgbClr val="8938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9" name="Input frame mosaic cell"/>
          <p:cNvSpPr/>
          <p:nvPr/>
        </p:nvSpPr>
        <p:spPr>
          <a:xfrm>
            <a:off x="1127455" y="3056382"/>
            <a:ext cx="54407" cy="55191"/>
          </a:xfrm>
          <a:prstGeom prst="rect">
            <a:avLst/>
          </a:prstGeom>
          <a:solidFill>
            <a:srgbClr val="4B25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0" name="Input frame mosaic cell"/>
          <p:cNvSpPr/>
          <p:nvPr/>
        </p:nvSpPr>
        <p:spPr>
          <a:xfrm>
            <a:off x="1177290" y="3056382"/>
            <a:ext cx="54407" cy="55191"/>
          </a:xfrm>
          <a:prstGeom prst="rect">
            <a:avLst/>
          </a:prstGeom>
          <a:solidFill>
            <a:srgbClr val="4627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1" name="Input frame mosaic cell"/>
          <p:cNvSpPr/>
          <p:nvPr/>
        </p:nvSpPr>
        <p:spPr>
          <a:xfrm>
            <a:off x="1227125" y="3056382"/>
            <a:ext cx="54407" cy="55191"/>
          </a:xfrm>
          <a:prstGeom prst="rect">
            <a:avLst/>
          </a:prstGeom>
          <a:solidFill>
            <a:srgbClr val="4C26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2" name="Input frame mosaic cell"/>
          <p:cNvSpPr/>
          <p:nvPr/>
        </p:nvSpPr>
        <p:spPr>
          <a:xfrm>
            <a:off x="1276960" y="3056382"/>
            <a:ext cx="54407" cy="55191"/>
          </a:xfrm>
          <a:prstGeom prst="rect">
            <a:avLst/>
          </a:prstGeom>
          <a:solidFill>
            <a:srgbClr val="5C2C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3" name="Input frame mosaic cell"/>
          <p:cNvSpPr/>
          <p:nvPr/>
        </p:nvSpPr>
        <p:spPr>
          <a:xfrm>
            <a:off x="1326794" y="3056382"/>
            <a:ext cx="54407" cy="55191"/>
          </a:xfrm>
          <a:prstGeom prst="rect">
            <a:avLst/>
          </a:prstGeom>
          <a:solidFill>
            <a:srgbClr val="602B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4" name="Input frame mosaic cell"/>
          <p:cNvSpPr/>
          <p:nvPr/>
        </p:nvSpPr>
        <p:spPr>
          <a:xfrm>
            <a:off x="1376629" y="3056382"/>
            <a:ext cx="54407" cy="55191"/>
          </a:xfrm>
          <a:prstGeom prst="rect">
            <a:avLst/>
          </a:prstGeom>
          <a:solidFill>
            <a:srgbClr val="6D2F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5" name="Input frame mosaic cell"/>
          <p:cNvSpPr/>
          <p:nvPr/>
        </p:nvSpPr>
        <p:spPr>
          <a:xfrm>
            <a:off x="1426464" y="3056382"/>
            <a:ext cx="54407" cy="55191"/>
          </a:xfrm>
          <a:prstGeom prst="rect">
            <a:avLst/>
          </a:prstGeom>
          <a:solidFill>
            <a:srgbClr val="8037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6" name="Input frame mosaic cell"/>
          <p:cNvSpPr/>
          <p:nvPr/>
        </p:nvSpPr>
        <p:spPr>
          <a:xfrm>
            <a:off x="1476299" y="3056382"/>
            <a:ext cx="54407" cy="55191"/>
          </a:xfrm>
          <a:prstGeom prst="rect">
            <a:avLst/>
          </a:prstGeom>
          <a:solidFill>
            <a:srgbClr val="9749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7" name="Input frame mosaic cell"/>
          <p:cNvSpPr/>
          <p:nvPr/>
        </p:nvSpPr>
        <p:spPr>
          <a:xfrm>
            <a:off x="1526134" y="3056382"/>
            <a:ext cx="54407" cy="55191"/>
          </a:xfrm>
          <a:prstGeom prst="rect">
            <a:avLst/>
          </a:prstGeom>
          <a:solidFill>
            <a:srgbClr val="A04F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8" name="Input frame mosaic cell"/>
          <p:cNvSpPr/>
          <p:nvPr/>
        </p:nvSpPr>
        <p:spPr>
          <a:xfrm>
            <a:off x="1575968" y="3056382"/>
            <a:ext cx="54407" cy="55191"/>
          </a:xfrm>
          <a:prstGeom prst="rect">
            <a:avLst/>
          </a:prstGeom>
          <a:solidFill>
            <a:srgbClr val="9A43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9" name="Input frame mosaic cell"/>
          <p:cNvSpPr/>
          <p:nvPr/>
        </p:nvSpPr>
        <p:spPr>
          <a:xfrm>
            <a:off x="1625803" y="3056382"/>
            <a:ext cx="54407" cy="55191"/>
          </a:xfrm>
          <a:prstGeom prst="rect">
            <a:avLst/>
          </a:prstGeom>
          <a:solidFill>
            <a:srgbClr val="A151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0" name="Input frame mosaic cell"/>
          <p:cNvSpPr/>
          <p:nvPr/>
        </p:nvSpPr>
        <p:spPr>
          <a:xfrm>
            <a:off x="1675638" y="3056382"/>
            <a:ext cx="54407" cy="55191"/>
          </a:xfrm>
          <a:prstGeom prst="rect">
            <a:avLst/>
          </a:prstGeom>
          <a:solidFill>
            <a:srgbClr val="9C4E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1" name="Input frame mosaic cell"/>
          <p:cNvSpPr/>
          <p:nvPr/>
        </p:nvSpPr>
        <p:spPr>
          <a:xfrm>
            <a:off x="1725473" y="3056382"/>
            <a:ext cx="54407" cy="55191"/>
          </a:xfrm>
          <a:prstGeom prst="rect">
            <a:avLst/>
          </a:prstGeom>
          <a:solidFill>
            <a:srgbClr val="883A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2" name="Input frame mosaic cell"/>
          <p:cNvSpPr/>
          <p:nvPr/>
        </p:nvSpPr>
        <p:spPr>
          <a:xfrm>
            <a:off x="1775308" y="3056382"/>
            <a:ext cx="54407" cy="55191"/>
          </a:xfrm>
          <a:prstGeom prst="rect">
            <a:avLst/>
          </a:prstGeom>
          <a:solidFill>
            <a:srgbClr val="AC60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3" name="Input frame mosaic cell"/>
          <p:cNvSpPr/>
          <p:nvPr/>
        </p:nvSpPr>
        <p:spPr>
          <a:xfrm>
            <a:off x="1825142" y="3056382"/>
            <a:ext cx="54407" cy="55191"/>
          </a:xfrm>
          <a:prstGeom prst="rect">
            <a:avLst/>
          </a:prstGeom>
          <a:solidFill>
            <a:srgbClr val="CB6D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4" name="Input frame mosaic cell"/>
          <p:cNvSpPr/>
          <p:nvPr/>
        </p:nvSpPr>
        <p:spPr>
          <a:xfrm>
            <a:off x="1874977" y="3056382"/>
            <a:ext cx="54407" cy="55191"/>
          </a:xfrm>
          <a:prstGeom prst="rect">
            <a:avLst/>
          </a:prstGeom>
          <a:solidFill>
            <a:srgbClr val="D777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5" name="Input frame mosaic cell"/>
          <p:cNvSpPr/>
          <p:nvPr/>
        </p:nvSpPr>
        <p:spPr>
          <a:xfrm>
            <a:off x="1924812" y="3056382"/>
            <a:ext cx="54407" cy="55191"/>
          </a:xfrm>
          <a:prstGeom prst="rect">
            <a:avLst/>
          </a:prstGeom>
          <a:solidFill>
            <a:srgbClr val="C55E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6" name="Input frame mosaic cell"/>
          <p:cNvSpPr/>
          <p:nvPr/>
        </p:nvSpPr>
        <p:spPr>
          <a:xfrm>
            <a:off x="1974647" y="3056382"/>
            <a:ext cx="54407" cy="55191"/>
          </a:xfrm>
          <a:prstGeom prst="rect">
            <a:avLst/>
          </a:prstGeom>
          <a:solidFill>
            <a:srgbClr val="C97B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7" name="Input frame mosaic cell"/>
          <p:cNvSpPr/>
          <p:nvPr/>
        </p:nvSpPr>
        <p:spPr>
          <a:xfrm>
            <a:off x="2024482" y="3056382"/>
            <a:ext cx="54407" cy="55191"/>
          </a:xfrm>
          <a:prstGeom prst="rect">
            <a:avLst/>
          </a:prstGeom>
          <a:solidFill>
            <a:srgbClr val="BC74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8" name="Input frame mosaic cell"/>
          <p:cNvSpPr/>
          <p:nvPr/>
        </p:nvSpPr>
        <p:spPr>
          <a:xfrm>
            <a:off x="2074316" y="3056382"/>
            <a:ext cx="54407" cy="55191"/>
          </a:xfrm>
          <a:prstGeom prst="rect">
            <a:avLst/>
          </a:prstGeom>
          <a:solidFill>
            <a:srgbClr val="9850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9" name="Input frame mosaic cell"/>
          <p:cNvSpPr/>
          <p:nvPr/>
        </p:nvSpPr>
        <p:spPr>
          <a:xfrm>
            <a:off x="2124151" y="3056382"/>
            <a:ext cx="54407" cy="55191"/>
          </a:xfrm>
          <a:prstGeom prst="rect">
            <a:avLst/>
          </a:prstGeom>
          <a:solidFill>
            <a:srgbClr val="7F3A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0" name="Input frame mosaic cell"/>
          <p:cNvSpPr/>
          <p:nvPr/>
        </p:nvSpPr>
        <p:spPr>
          <a:xfrm>
            <a:off x="2173986" y="3056382"/>
            <a:ext cx="54407" cy="55191"/>
          </a:xfrm>
          <a:prstGeom prst="rect">
            <a:avLst/>
          </a:prstGeom>
          <a:solidFill>
            <a:srgbClr val="7E43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1" name="Input frame mosaic cell"/>
          <p:cNvSpPr/>
          <p:nvPr/>
        </p:nvSpPr>
        <p:spPr>
          <a:xfrm>
            <a:off x="2223821" y="3056382"/>
            <a:ext cx="54407" cy="55191"/>
          </a:xfrm>
          <a:prstGeom prst="rect">
            <a:avLst/>
          </a:prstGeom>
          <a:solidFill>
            <a:srgbClr val="7745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2" name="Input frame mosaic cell"/>
          <p:cNvSpPr/>
          <p:nvPr/>
        </p:nvSpPr>
        <p:spPr>
          <a:xfrm>
            <a:off x="2273656" y="3056382"/>
            <a:ext cx="54407" cy="55191"/>
          </a:xfrm>
          <a:prstGeom prst="rect">
            <a:avLst/>
          </a:prstGeom>
          <a:solidFill>
            <a:srgbClr val="6436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3" name="Input frame mosaic cell"/>
          <p:cNvSpPr/>
          <p:nvPr/>
        </p:nvSpPr>
        <p:spPr>
          <a:xfrm>
            <a:off x="2323490" y="3056382"/>
            <a:ext cx="54407" cy="55191"/>
          </a:xfrm>
          <a:prstGeom prst="rect">
            <a:avLst/>
          </a:prstGeom>
          <a:solidFill>
            <a:srgbClr val="4422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4" name="Input frame mosaic cell"/>
          <p:cNvSpPr/>
          <p:nvPr/>
        </p:nvSpPr>
        <p:spPr>
          <a:xfrm>
            <a:off x="2373325" y="3056382"/>
            <a:ext cx="54407" cy="55191"/>
          </a:xfrm>
          <a:prstGeom prst="rect">
            <a:avLst/>
          </a:prstGeom>
          <a:solidFill>
            <a:srgbClr val="170E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5" name="Input frame mosaic cell"/>
          <p:cNvSpPr/>
          <p:nvPr/>
        </p:nvSpPr>
        <p:spPr>
          <a:xfrm>
            <a:off x="429768" y="3107001"/>
            <a:ext cx="54407" cy="55191"/>
          </a:xfrm>
          <a:prstGeom prst="rect">
            <a:avLst/>
          </a:prstGeom>
          <a:solidFill>
            <a:srgbClr val="0102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6" name="Input frame mosaic cell"/>
          <p:cNvSpPr/>
          <p:nvPr/>
        </p:nvSpPr>
        <p:spPr>
          <a:xfrm>
            <a:off x="479603" y="3107001"/>
            <a:ext cx="54407" cy="55191"/>
          </a:xfrm>
          <a:prstGeom prst="rect">
            <a:avLst/>
          </a:prstGeom>
          <a:solidFill>
            <a:srgbClr val="512C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7" name="Input frame mosaic cell"/>
          <p:cNvSpPr/>
          <p:nvPr/>
        </p:nvSpPr>
        <p:spPr>
          <a:xfrm>
            <a:off x="529438" y="3107001"/>
            <a:ext cx="54407" cy="55191"/>
          </a:xfrm>
          <a:prstGeom prst="rect">
            <a:avLst/>
          </a:prstGeom>
          <a:solidFill>
            <a:srgbClr val="9D55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8" name="Input frame mosaic cell"/>
          <p:cNvSpPr/>
          <p:nvPr/>
        </p:nvSpPr>
        <p:spPr>
          <a:xfrm>
            <a:off x="579272" y="3107001"/>
            <a:ext cx="54407" cy="55191"/>
          </a:xfrm>
          <a:prstGeom prst="rect">
            <a:avLst/>
          </a:prstGeom>
          <a:solidFill>
            <a:srgbClr val="AF64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9" name="Input frame mosaic cell"/>
          <p:cNvSpPr/>
          <p:nvPr/>
        </p:nvSpPr>
        <p:spPr>
          <a:xfrm>
            <a:off x="629107" y="3107001"/>
            <a:ext cx="54407" cy="55191"/>
          </a:xfrm>
          <a:prstGeom prst="rect">
            <a:avLst/>
          </a:prstGeom>
          <a:solidFill>
            <a:srgbClr val="BC6E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0" name="Input frame mosaic cell"/>
          <p:cNvSpPr/>
          <p:nvPr/>
        </p:nvSpPr>
        <p:spPr>
          <a:xfrm>
            <a:off x="678942" y="3107001"/>
            <a:ext cx="54407" cy="55191"/>
          </a:xfrm>
          <a:prstGeom prst="rect">
            <a:avLst/>
          </a:prstGeom>
          <a:solidFill>
            <a:srgbClr val="C4797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1" name="Input frame mosaic cell"/>
          <p:cNvSpPr/>
          <p:nvPr/>
        </p:nvSpPr>
        <p:spPr>
          <a:xfrm>
            <a:off x="728777" y="3107001"/>
            <a:ext cx="54407" cy="55191"/>
          </a:xfrm>
          <a:prstGeom prst="rect">
            <a:avLst/>
          </a:prstGeom>
          <a:solidFill>
            <a:srgbClr val="B96D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2" name="Input frame mosaic cell"/>
          <p:cNvSpPr/>
          <p:nvPr/>
        </p:nvSpPr>
        <p:spPr>
          <a:xfrm>
            <a:off x="778612" y="3107001"/>
            <a:ext cx="54407" cy="55191"/>
          </a:xfrm>
          <a:prstGeom prst="rect">
            <a:avLst/>
          </a:prstGeom>
          <a:solidFill>
            <a:srgbClr val="AB4E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3" name="Input frame mosaic cell"/>
          <p:cNvSpPr/>
          <p:nvPr/>
        </p:nvSpPr>
        <p:spPr>
          <a:xfrm>
            <a:off x="828446" y="3107001"/>
            <a:ext cx="54407" cy="55191"/>
          </a:xfrm>
          <a:prstGeom prst="rect">
            <a:avLst/>
          </a:prstGeom>
          <a:solidFill>
            <a:srgbClr val="A64A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4" name="Input frame mosaic cell"/>
          <p:cNvSpPr/>
          <p:nvPr/>
        </p:nvSpPr>
        <p:spPr>
          <a:xfrm>
            <a:off x="878281" y="3107001"/>
            <a:ext cx="54407" cy="55191"/>
          </a:xfrm>
          <a:prstGeom prst="rect">
            <a:avLst/>
          </a:prstGeom>
          <a:solidFill>
            <a:srgbClr val="A851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5" name="Input frame mosaic cell"/>
          <p:cNvSpPr/>
          <p:nvPr/>
        </p:nvSpPr>
        <p:spPr>
          <a:xfrm>
            <a:off x="928116" y="3107001"/>
            <a:ext cx="54407" cy="55191"/>
          </a:xfrm>
          <a:prstGeom prst="rect">
            <a:avLst/>
          </a:prstGeom>
          <a:solidFill>
            <a:srgbClr val="AE54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6" name="Input frame mosaic cell"/>
          <p:cNvSpPr/>
          <p:nvPr/>
        </p:nvSpPr>
        <p:spPr>
          <a:xfrm>
            <a:off x="977951" y="3107001"/>
            <a:ext cx="54407" cy="55191"/>
          </a:xfrm>
          <a:prstGeom prst="rect">
            <a:avLst/>
          </a:prstGeom>
          <a:solidFill>
            <a:srgbClr val="C25C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7" name="Input frame mosaic cell"/>
          <p:cNvSpPr/>
          <p:nvPr/>
        </p:nvSpPr>
        <p:spPr>
          <a:xfrm>
            <a:off x="1027786" y="3107001"/>
            <a:ext cx="54407" cy="55191"/>
          </a:xfrm>
          <a:prstGeom prst="rect">
            <a:avLst/>
          </a:prstGeom>
          <a:solidFill>
            <a:srgbClr val="BD52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8" name="Input frame mosaic cell"/>
          <p:cNvSpPr/>
          <p:nvPr/>
        </p:nvSpPr>
        <p:spPr>
          <a:xfrm>
            <a:off x="1077620" y="3107001"/>
            <a:ext cx="54407" cy="55191"/>
          </a:xfrm>
          <a:prstGeom prst="rect">
            <a:avLst/>
          </a:prstGeom>
          <a:solidFill>
            <a:srgbClr val="9C42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9" name="Input frame mosaic cell"/>
          <p:cNvSpPr/>
          <p:nvPr/>
        </p:nvSpPr>
        <p:spPr>
          <a:xfrm>
            <a:off x="1127455" y="3107001"/>
            <a:ext cx="54407" cy="55191"/>
          </a:xfrm>
          <a:prstGeom prst="rect">
            <a:avLst/>
          </a:prstGeom>
          <a:solidFill>
            <a:srgbClr val="5126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" name="Input frame mosaic cell"/>
          <p:cNvSpPr/>
          <p:nvPr/>
        </p:nvSpPr>
        <p:spPr>
          <a:xfrm>
            <a:off x="1177290" y="3107001"/>
            <a:ext cx="54407" cy="55191"/>
          </a:xfrm>
          <a:prstGeom prst="rect">
            <a:avLst/>
          </a:prstGeom>
          <a:solidFill>
            <a:srgbClr val="4D27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" name="Input frame mosaic cell"/>
          <p:cNvSpPr/>
          <p:nvPr/>
        </p:nvSpPr>
        <p:spPr>
          <a:xfrm>
            <a:off x="1227125" y="3107001"/>
            <a:ext cx="54407" cy="55191"/>
          </a:xfrm>
          <a:prstGeom prst="rect">
            <a:avLst/>
          </a:prstGeom>
          <a:solidFill>
            <a:srgbClr val="582B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" name="Input frame mosaic cell"/>
          <p:cNvSpPr/>
          <p:nvPr/>
        </p:nvSpPr>
        <p:spPr>
          <a:xfrm>
            <a:off x="1276960" y="3107001"/>
            <a:ext cx="54407" cy="55191"/>
          </a:xfrm>
          <a:prstGeom prst="rect">
            <a:avLst/>
          </a:prstGeom>
          <a:solidFill>
            <a:srgbClr val="682F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" name="Input frame mosaic cell"/>
          <p:cNvSpPr/>
          <p:nvPr/>
        </p:nvSpPr>
        <p:spPr>
          <a:xfrm>
            <a:off x="1326794" y="3107001"/>
            <a:ext cx="54407" cy="55191"/>
          </a:xfrm>
          <a:prstGeom prst="rect">
            <a:avLst/>
          </a:prstGeom>
          <a:solidFill>
            <a:srgbClr val="7833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" name="Input frame mosaic cell"/>
          <p:cNvSpPr/>
          <p:nvPr/>
        </p:nvSpPr>
        <p:spPr>
          <a:xfrm>
            <a:off x="1376629" y="3107001"/>
            <a:ext cx="54407" cy="55191"/>
          </a:xfrm>
          <a:prstGeom prst="rect">
            <a:avLst/>
          </a:prstGeom>
          <a:solidFill>
            <a:srgbClr val="843D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" name="Input frame mosaic cell"/>
          <p:cNvSpPr/>
          <p:nvPr/>
        </p:nvSpPr>
        <p:spPr>
          <a:xfrm>
            <a:off x="1426464" y="3107001"/>
            <a:ext cx="54407" cy="55191"/>
          </a:xfrm>
          <a:prstGeom prst="rect">
            <a:avLst/>
          </a:prstGeom>
          <a:solidFill>
            <a:srgbClr val="9041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6" name="Input frame mosaic cell"/>
          <p:cNvSpPr/>
          <p:nvPr/>
        </p:nvSpPr>
        <p:spPr>
          <a:xfrm>
            <a:off x="1476299" y="3107001"/>
            <a:ext cx="54407" cy="55191"/>
          </a:xfrm>
          <a:prstGeom prst="rect">
            <a:avLst/>
          </a:prstGeom>
          <a:solidFill>
            <a:srgbClr val="A553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7" name="Input frame mosaic cell"/>
          <p:cNvSpPr/>
          <p:nvPr/>
        </p:nvSpPr>
        <p:spPr>
          <a:xfrm>
            <a:off x="1526134" y="3107001"/>
            <a:ext cx="54407" cy="55191"/>
          </a:xfrm>
          <a:prstGeom prst="rect">
            <a:avLst/>
          </a:prstGeom>
          <a:solidFill>
            <a:srgbClr val="A957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8" name="Input frame mosaic cell"/>
          <p:cNvSpPr/>
          <p:nvPr/>
        </p:nvSpPr>
        <p:spPr>
          <a:xfrm>
            <a:off x="1575968" y="3107001"/>
            <a:ext cx="54407" cy="55191"/>
          </a:xfrm>
          <a:prstGeom prst="rect">
            <a:avLst/>
          </a:prstGeom>
          <a:solidFill>
            <a:srgbClr val="A14D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9" name="Input frame mosaic cell"/>
          <p:cNvSpPr/>
          <p:nvPr/>
        </p:nvSpPr>
        <p:spPr>
          <a:xfrm>
            <a:off x="1625803" y="3107001"/>
            <a:ext cx="54407" cy="55191"/>
          </a:xfrm>
          <a:prstGeom prst="rect">
            <a:avLst/>
          </a:prstGeom>
          <a:solidFill>
            <a:srgbClr val="A250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0" name="Input frame mosaic cell"/>
          <p:cNvSpPr/>
          <p:nvPr/>
        </p:nvSpPr>
        <p:spPr>
          <a:xfrm>
            <a:off x="1675638" y="3107001"/>
            <a:ext cx="54407" cy="55191"/>
          </a:xfrm>
          <a:prstGeom prst="rect">
            <a:avLst/>
          </a:prstGeom>
          <a:solidFill>
            <a:srgbClr val="A053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1" name="Input frame mosaic cell"/>
          <p:cNvSpPr/>
          <p:nvPr/>
        </p:nvSpPr>
        <p:spPr>
          <a:xfrm>
            <a:off x="1725473" y="3107001"/>
            <a:ext cx="54407" cy="55191"/>
          </a:xfrm>
          <a:prstGeom prst="rect">
            <a:avLst/>
          </a:prstGeom>
          <a:solidFill>
            <a:srgbClr val="893F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2" name="Input frame mosaic cell"/>
          <p:cNvSpPr/>
          <p:nvPr/>
        </p:nvSpPr>
        <p:spPr>
          <a:xfrm>
            <a:off x="1775308" y="3107001"/>
            <a:ext cx="54407" cy="55191"/>
          </a:xfrm>
          <a:prstGeom prst="rect">
            <a:avLst/>
          </a:prstGeom>
          <a:solidFill>
            <a:srgbClr val="A65E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3" name="Input frame mosaic cell"/>
          <p:cNvSpPr/>
          <p:nvPr/>
        </p:nvSpPr>
        <p:spPr>
          <a:xfrm>
            <a:off x="1825142" y="3107001"/>
            <a:ext cx="54407" cy="55191"/>
          </a:xfrm>
          <a:prstGeom prst="rect">
            <a:avLst/>
          </a:prstGeom>
          <a:solidFill>
            <a:srgbClr val="C86E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4" name="Input frame mosaic cell"/>
          <p:cNvSpPr/>
          <p:nvPr/>
        </p:nvSpPr>
        <p:spPr>
          <a:xfrm>
            <a:off x="1874977" y="3107001"/>
            <a:ext cx="54407" cy="55191"/>
          </a:xfrm>
          <a:prstGeom prst="rect">
            <a:avLst/>
          </a:prstGeom>
          <a:solidFill>
            <a:srgbClr val="C964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5" name="Input frame mosaic cell"/>
          <p:cNvSpPr/>
          <p:nvPr/>
        </p:nvSpPr>
        <p:spPr>
          <a:xfrm>
            <a:off x="1924812" y="3107001"/>
            <a:ext cx="54407" cy="55191"/>
          </a:xfrm>
          <a:prstGeom prst="rect">
            <a:avLst/>
          </a:prstGeom>
          <a:solidFill>
            <a:srgbClr val="B752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6" name="Input frame mosaic cell"/>
          <p:cNvSpPr/>
          <p:nvPr/>
        </p:nvSpPr>
        <p:spPr>
          <a:xfrm>
            <a:off x="1974647" y="3107001"/>
            <a:ext cx="54407" cy="55191"/>
          </a:xfrm>
          <a:prstGeom prst="rect">
            <a:avLst/>
          </a:prstGeom>
          <a:solidFill>
            <a:srgbClr val="C072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7" name="Input frame mosaic cell"/>
          <p:cNvSpPr/>
          <p:nvPr/>
        </p:nvSpPr>
        <p:spPr>
          <a:xfrm>
            <a:off x="2024482" y="3107001"/>
            <a:ext cx="54407" cy="55191"/>
          </a:xfrm>
          <a:prstGeom prst="rect">
            <a:avLst/>
          </a:prstGeom>
          <a:solidFill>
            <a:srgbClr val="B167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8" name="Input frame mosaic cell"/>
          <p:cNvSpPr/>
          <p:nvPr/>
        </p:nvSpPr>
        <p:spPr>
          <a:xfrm>
            <a:off x="2074316" y="3107001"/>
            <a:ext cx="54407" cy="55191"/>
          </a:xfrm>
          <a:prstGeom prst="rect">
            <a:avLst/>
          </a:prstGeom>
          <a:solidFill>
            <a:srgbClr val="8D44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9" name="Input frame mosaic cell"/>
          <p:cNvSpPr/>
          <p:nvPr/>
        </p:nvSpPr>
        <p:spPr>
          <a:xfrm>
            <a:off x="2124151" y="3107001"/>
            <a:ext cx="54407" cy="55191"/>
          </a:xfrm>
          <a:prstGeom prst="rect">
            <a:avLst/>
          </a:prstGeom>
          <a:solidFill>
            <a:srgbClr val="7A36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0" name="Input frame mosaic cell"/>
          <p:cNvSpPr/>
          <p:nvPr/>
        </p:nvSpPr>
        <p:spPr>
          <a:xfrm>
            <a:off x="2173986" y="3107001"/>
            <a:ext cx="54407" cy="55191"/>
          </a:xfrm>
          <a:prstGeom prst="rect">
            <a:avLst/>
          </a:prstGeom>
          <a:solidFill>
            <a:srgbClr val="7C40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1" name="Input frame mosaic cell"/>
          <p:cNvSpPr/>
          <p:nvPr/>
        </p:nvSpPr>
        <p:spPr>
          <a:xfrm>
            <a:off x="2223821" y="3107001"/>
            <a:ext cx="54407" cy="55191"/>
          </a:xfrm>
          <a:prstGeom prst="rect">
            <a:avLst/>
          </a:prstGeom>
          <a:solidFill>
            <a:srgbClr val="743E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2" name="Input frame mosaic cell"/>
          <p:cNvSpPr/>
          <p:nvPr/>
        </p:nvSpPr>
        <p:spPr>
          <a:xfrm>
            <a:off x="2273656" y="3107001"/>
            <a:ext cx="54407" cy="55191"/>
          </a:xfrm>
          <a:prstGeom prst="rect">
            <a:avLst/>
          </a:prstGeom>
          <a:solidFill>
            <a:srgbClr val="6233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3" name="Input frame mosaic cell"/>
          <p:cNvSpPr/>
          <p:nvPr/>
        </p:nvSpPr>
        <p:spPr>
          <a:xfrm>
            <a:off x="2323490" y="3107001"/>
            <a:ext cx="54407" cy="55191"/>
          </a:xfrm>
          <a:prstGeom prst="rect">
            <a:avLst/>
          </a:prstGeom>
          <a:solidFill>
            <a:srgbClr val="42211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4" name="Input frame mosaic cell"/>
          <p:cNvSpPr/>
          <p:nvPr/>
        </p:nvSpPr>
        <p:spPr>
          <a:xfrm>
            <a:off x="2373325" y="3107001"/>
            <a:ext cx="54407" cy="55191"/>
          </a:xfrm>
          <a:prstGeom prst="rect">
            <a:avLst/>
          </a:prstGeom>
          <a:solidFill>
            <a:srgbClr val="0D08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5" name="Input frame mosaic cell"/>
          <p:cNvSpPr/>
          <p:nvPr/>
        </p:nvSpPr>
        <p:spPr>
          <a:xfrm>
            <a:off x="429768" y="3157619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6" name="Input frame mosaic cell"/>
          <p:cNvSpPr/>
          <p:nvPr/>
        </p:nvSpPr>
        <p:spPr>
          <a:xfrm>
            <a:off x="479603" y="3157619"/>
            <a:ext cx="54407" cy="55191"/>
          </a:xfrm>
          <a:prstGeom prst="rect">
            <a:avLst/>
          </a:prstGeom>
          <a:solidFill>
            <a:srgbClr val="301B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7" name="Input frame mosaic cell"/>
          <p:cNvSpPr/>
          <p:nvPr/>
        </p:nvSpPr>
        <p:spPr>
          <a:xfrm>
            <a:off x="529438" y="3157619"/>
            <a:ext cx="54407" cy="55191"/>
          </a:xfrm>
          <a:prstGeom prst="rect">
            <a:avLst/>
          </a:prstGeom>
          <a:solidFill>
            <a:srgbClr val="904B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8" name="Input frame mosaic cell"/>
          <p:cNvSpPr/>
          <p:nvPr/>
        </p:nvSpPr>
        <p:spPr>
          <a:xfrm>
            <a:off x="579272" y="3157619"/>
            <a:ext cx="54407" cy="55191"/>
          </a:xfrm>
          <a:prstGeom prst="rect">
            <a:avLst/>
          </a:prstGeom>
          <a:solidFill>
            <a:srgbClr val="A75B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9" name="Input frame mosaic cell"/>
          <p:cNvSpPr/>
          <p:nvPr/>
        </p:nvSpPr>
        <p:spPr>
          <a:xfrm>
            <a:off x="629107" y="3157619"/>
            <a:ext cx="54407" cy="55191"/>
          </a:xfrm>
          <a:prstGeom prst="rect">
            <a:avLst/>
          </a:prstGeom>
          <a:solidFill>
            <a:srgbClr val="B56A6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0" name="Input frame mosaic cell"/>
          <p:cNvSpPr/>
          <p:nvPr/>
        </p:nvSpPr>
        <p:spPr>
          <a:xfrm>
            <a:off x="678942" y="3157619"/>
            <a:ext cx="54407" cy="55191"/>
          </a:xfrm>
          <a:prstGeom prst="rect">
            <a:avLst/>
          </a:prstGeom>
          <a:solidFill>
            <a:srgbClr val="D59FA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1" name="Input frame mosaic cell"/>
          <p:cNvSpPr/>
          <p:nvPr/>
        </p:nvSpPr>
        <p:spPr>
          <a:xfrm>
            <a:off x="728777" y="3157619"/>
            <a:ext cx="54407" cy="55191"/>
          </a:xfrm>
          <a:prstGeom prst="rect">
            <a:avLst/>
          </a:prstGeom>
          <a:solidFill>
            <a:srgbClr val="BA7A7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2" name="Input frame mosaic cell"/>
          <p:cNvSpPr/>
          <p:nvPr/>
        </p:nvSpPr>
        <p:spPr>
          <a:xfrm>
            <a:off x="778612" y="3157619"/>
            <a:ext cx="54407" cy="55191"/>
          </a:xfrm>
          <a:prstGeom prst="rect">
            <a:avLst/>
          </a:prstGeom>
          <a:solidFill>
            <a:srgbClr val="A64C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3" name="Input frame mosaic cell"/>
          <p:cNvSpPr/>
          <p:nvPr/>
        </p:nvSpPr>
        <p:spPr>
          <a:xfrm>
            <a:off x="828446" y="3157619"/>
            <a:ext cx="54407" cy="55191"/>
          </a:xfrm>
          <a:prstGeom prst="rect">
            <a:avLst/>
          </a:prstGeom>
          <a:solidFill>
            <a:srgbClr val="A750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4" name="Input frame mosaic cell"/>
          <p:cNvSpPr/>
          <p:nvPr/>
        </p:nvSpPr>
        <p:spPr>
          <a:xfrm>
            <a:off x="878281" y="3157619"/>
            <a:ext cx="54407" cy="55191"/>
          </a:xfrm>
          <a:prstGeom prst="rect">
            <a:avLst/>
          </a:prstGeom>
          <a:solidFill>
            <a:srgbClr val="A952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5" name="Input frame mosaic cell"/>
          <p:cNvSpPr/>
          <p:nvPr/>
        </p:nvSpPr>
        <p:spPr>
          <a:xfrm>
            <a:off x="928116" y="3157619"/>
            <a:ext cx="54407" cy="55191"/>
          </a:xfrm>
          <a:prstGeom prst="rect">
            <a:avLst/>
          </a:prstGeom>
          <a:solidFill>
            <a:srgbClr val="B151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6" name="Input frame mosaic cell"/>
          <p:cNvSpPr/>
          <p:nvPr/>
        </p:nvSpPr>
        <p:spPr>
          <a:xfrm>
            <a:off x="977951" y="3157619"/>
            <a:ext cx="54407" cy="55191"/>
          </a:xfrm>
          <a:prstGeom prst="rect">
            <a:avLst/>
          </a:prstGeom>
          <a:solidFill>
            <a:srgbClr val="C95E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7" name="Input frame mosaic cell"/>
          <p:cNvSpPr/>
          <p:nvPr/>
        </p:nvSpPr>
        <p:spPr>
          <a:xfrm>
            <a:off x="1027786" y="3157619"/>
            <a:ext cx="54407" cy="55191"/>
          </a:xfrm>
          <a:prstGeom prst="rect">
            <a:avLst/>
          </a:prstGeom>
          <a:solidFill>
            <a:srgbClr val="C551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8" name="Input frame mosaic cell"/>
          <p:cNvSpPr/>
          <p:nvPr/>
        </p:nvSpPr>
        <p:spPr>
          <a:xfrm>
            <a:off x="1077620" y="3157619"/>
            <a:ext cx="54407" cy="55191"/>
          </a:xfrm>
          <a:prstGeom prst="rect">
            <a:avLst/>
          </a:prstGeom>
          <a:solidFill>
            <a:srgbClr val="AD4A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9" name="Input frame mosaic cell"/>
          <p:cNvSpPr/>
          <p:nvPr/>
        </p:nvSpPr>
        <p:spPr>
          <a:xfrm>
            <a:off x="1127455" y="3157619"/>
            <a:ext cx="54407" cy="55191"/>
          </a:xfrm>
          <a:prstGeom prst="rect">
            <a:avLst/>
          </a:prstGeom>
          <a:solidFill>
            <a:srgbClr val="5C28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0" name="Input frame mosaic cell"/>
          <p:cNvSpPr/>
          <p:nvPr/>
        </p:nvSpPr>
        <p:spPr>
          <a:xfrm>
            <a:off x="1177290" y="3157619"/>
            <a:ext cx="54407" cy="55191"/>
          </a:xfrm>
          <a:prstGeom prst="rect">
            <a:avLst/>
          </a:prstGeom>
          <a:solidFill>
            <a:srgbClr val="5D2A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1" name="Input frame mosaic cell"/>
          <p:cNvSpPr/>
          <p:nvPr/>
        </p:nvSpPr>
        <p:spPr>
          <a:xfrm>
            <a:off x="1227125" y="3157619"/>
            <a:ext cx="54407" cy="55191"/>
          </a:xfrm>
          <a:prstGeom prst="rect">
            <a:avLst/>
          </a:prstGeom>
          <a:solidFill>
            <a:srgbClr val="6C34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2" name="Input frame mosaic cell"/>
          <p:cNvSpPr/>
          <p:nvPr/>
        </p:nvSpPr>
        <p:spPr>
          <a:xfrm>
            <a:off x="1276960" y="3157619"/>
            <a:ext cx="54407" cy="55191"/>
          </a:xfrm>
          <a:prstGeom prst="rect">
            <a:avLst/>
          </a:prstGeom>
          <a:solidFill>
            <a:srgbClr val="7A3A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3" name="Input frame mosaic cell"/>
          <p:cNvSpPr/>
          <p:nvPr/>
        </p:nvSpPr>
        <p:spPr>
          <a:xfrm>
            <a:off x="1326794" y="3157619"/>
            <a:ext cx="54407" cy="55191"/>
          </a:xfrm>
          <a:prstGeom prst="rect">
            <a:avLst/>
          </a:prstGeom>
          <a:solidFill>
            <a:srgbClr val="873B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4" name="Input frame mosaic cell"/>
          <p:cNvSpPr/>
          <p:nvPr/>
        </p:nvSpPr>
        <p:spPr>
          <a:xfrm>
            <a:off x="1376629" y="3157619"/>
            <a:ext cx="54407" cy="55191"/>
          </a:xfrm>
          <a:prstGeom prst="rect">
            <a:avLst/>
          </a:prstGeom>
          <a:solidFill>
            <a:srgbClr val="9649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5" name="Input frame mosaic cell"/>
          <p:cNvSpPr/>
          <p:nvPr/>
        </p:nvSpPr>
        <p:spPr>
          <a:xfrm>
            <a:off x="1426464" y="3157619"/>
            <a:ext cx="54407" cy="55191"/>
          </a:xfrm>
          <a:prstGeom prst="rect">
            <a:avLst/>
          </a:prstGeom>
          <a:solidFill>
            <a:srgbClr val="9A4A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6" name="Input frame mosaic cell"/>
          <p:cNvSpPr/>
          <p:nvPr/>
        </p:nvSpPr>
        <p:spPr>
          <a:xfrm>
            <a:off x="1476299" y="3157619"/>
            <a:ext cx="54407" cy="55191"/>
          </a:xfrm>
          <a:prstGeom prst="rect">
            <a:avLst/>
          </a:prstGeom>
          <a:solidFill>
            <a:srgbClr val="A550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7" name="Input frame mosaic cell"/>
          <p:cNvSpPr/>
          <p:nvPr/>
        </p:nvSpPr>
        <p:spPr>
          <a:xfrm>
            <a:off x="1526134" y="3157619"/>
            <a:ext cx="54407" cy="55191"/>
          </a:xfrm>
          <a:prstGeom prst="rect">
            <a:avLst/>
          </a:prstGeom>
          <a:solidFill>
            <a:srgbClr val="A852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8" name="Input frame mosaic cell"/>
          <p:cNvSpPr/>
          <p:nvPr/>
        </p:nvSpPr>
        <p:spPr>
          <a:xfrm>
            <a:off x="1575968" y="3157619"/>
            <a:ext cx="54407" cy="55191"/>
          </a:xfrm>
          <a:prstGeom prst="rect">
            <a:avLst/>
          </a:prstGeom>
          <a:solidFill>
            <a:srgbClr val="A750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9" name="Input frame mosaic cell"/>
          <p:cNvSpPr/>
          <p:nvPr/>
        </p:nvSpPr>
        <p:spPr>
          <a:xfrm>
            <a:off x="1625803" y="3157619"/>
            <a:ext cx="54407" cy="55191"/>
          </a:xfrm>
          <a:prstGeom prst="rect">
            <a:avLst/>
          </a:prstGeom>
          <a:solidFill>
            <a:srgbClr val="A352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0" name="Input frame mosaic cell"/>
          <p:cNvSpPr/>
          <p:nvPr/>
        </p:nvSpPr>
        <p:spPr>
          <a:xfrm>
            <a:off x="1675638" y="3157619"/>
            <a:ext cx="54407" cy="55191"/>
          </a:xfrm>
          <a:prstGeom prst="rect">
            <a:avLst/>
          </a:prstGeom>
          <a:solidFill>
            <a:srgbClr val="9A4F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1" name="Input frame mosaic cell"/>
          <p:cNvSpPr/>
          <p:nvPr/>
        </p:nvSpPr>
        <p:spPr>
          <a:xfrm>
            <a:off x="1725473" y="3157619"/>
            <a:ext cx="54407" cy="55191"/>
          </a:xfrm>
          <a:prstGeom prst="rect">
            <a:avLst/>
          </a:prstGeom>
          <a:solidFill>
            <a:srgbClr val="8644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2" name="Input frame mosaic cell"/>
          <p:cNvSpPr/>
          <p:nvPr/>
        </p:nvSpPr>
        <p:spPr>
          <a:xfrm>
            <a:off x="1775308" y="3157619"/>
            <a:ext cx="54407" cy="55191"/>
          </a:xfrm>
          <a:prstGeom prst="rect">
            <a:avLst/>
          </a:prstGeom>
          <a:solidFill>
            <a:srgbClr val="9450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3" name="Input frame mosaic cell"/>
          <p:cNvSpPr/>
          <p:nvPr/>
        </p:nvSpPr>
        <p:spPr>
          <a:xfrm>
            <a:off x="1825142" y="3157619"/>
            <a:ext cx="54407" cy="55191"/>
          </a:xfrm>
          <a:prstGeom prst="rect">
            <a:avLst/>
          </a:prstGeom>
          <a:solidFill>
            <a:srgbClr val="BD6C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4" name="Input frame mosaic cell"/>
          <p:cNvSpPr/>
          <p:nvPr/>
        </p:nvSpPr>
        <p:spPr>
          <a:xfrm>
            <a:off x="1874977" y="3157619"/>
            <a:ext cx="54407" cy="55191"/>
          </a:xfrm>
          <a:prstGeom prst="rect">
            <a:avLst/>
          </a:prstGeom>
          <a:solidFill>
            <a:srgbClr val="AD47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5" name="Input frame mosaic cell"/>
          <p:cNvSpPr/>
          <p:nvPr/>
        </p:nvSpPr>
        <p:spPr>
          <a:xfrm>
            <a:off x="1924812" y="3157619"/>
            <a:ext cx="54407" cy="55191"/>
          </a:xfrm>
          <a:prstGeom prst="rect">
            <a:avLst/>
          </a:prstGeom>
          <a:solidFill>
            <a:srgbClr val="A2404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6" name="Input frame mosaic cell"/>
          <p:cNvSpPr/>
          <p:nvPr/>
        </p:nvSpPr>
        <p:spPr>
          <a:xfrm>
            <a:off x="1974647" y="3157619"/>
            <a:ext cx="54407" cy="55191"/>
          </a:xfrm>
          <a:prstGeom prst="rect">
            <a:avLst/>
          </a:prstGeom>
          <a:solidFill>
            <a:srgbClr val="AA52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7" name="Input frame mosaic cell"/>
          <p:cNvSpPr/>
          <p:nvPr/>
        </p:nvSpPr>
        <p:spPr>
          <a:xfrm>
            <a:off x="2024482" y="3157619"/>
            <a:ext cx="54407" cy="55191"/>
          </a:xfrm>
          <a:prstGeom prst="rect">
            <a:avLst/>
          </a:prstGeom>
          <a:solidFill>
            <a:srgbClr val="A960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8" name="Input frame mosaic cell"/>
          <p:cNvSpPr/>
          <p:nvPr/>
        </p:nvSpPr>
        <p:spPr>
          <a:xfrm>
            <a:off x="2074316" y="3157619"/>
            <a:ext cx="54407" cy="55191"/>
          </a:xfrm>
          <a:prstGeom prst="rect">
            <a:avLst/>
          </a:prstGeom>
          <a:solidFill>
            <a:srgbClr val="9048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9" name="Input frame mosaic cell"/>
          <p:cNvSpPr/>
          <p:nvPr/>
        </p:nvSpPr>
        <p:spPr>
          <a:xfrm>
            <a:off x="2124151" y="3157619"/>
            <a:ext cx="54407" cy="55191"/>
          </a:xfrm>
          <a:prstGeom prst="rect">
            <a:avLst/>
          </a:prstGeom>
          <a:solidFill>
            <a:srgbClr val="7832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0" name="Input frame mosaic cell"/>
          <p:cNvSpPr/>
          <p:nvPr/>
        </p:nvSpPr>
        <p:spPr>
          <a:xfrm>
            <a:off x="2173986" y="3157619"/>
            <a:ext cx="54407" cy="55191"/>
          </a:xfrm>
          <a:prstGeom prst="rect">
            <a:avLst/>
          </a:prstGeom>
          <a:solidFill>
            <a:srgbClr val="7639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1" name="Input frame mosaic cell"/>
          <p:cNvSpPr/>
          <p:nvPr/>
        </p:nvSpPr>
        <p:spPr>
          <a:xfrm>
            <a:off x="2223821" y="3157619"/>
            <a:ext cx="54407" cy="55191"/>
          </a:xfrm>
          <a:prstGeom prst="rect">
            <a:avLst/>
          </a:prstGeom>
          <a:solidFill>
            <a:srgbClr val="703B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2" name="Input frame mosaic cell"/>
          <p:cNvSpPr/>
          <p:nvPr/>
        </p:nvSpPr>
        <p:spPr>
          <a:xfrm>
            <a:off x="2273656" y="3157619"/>
            <a:ext cx="54407" cy="55191"/>
          </a:xfrm>
          <a:prstGeom prst="rect">
            <a:avLst/>
          </a:prstGeom>
          <a:solidFill>
            <a:srgbClr val="6235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3" name="Input frame mosaic cell"/>
          <p:cNvSpPr/>
          <p:nvPr/>
        </p:nvSpPr>
        <p:spPr>
          <a:xfrm>
            <a:off x="2323490" y="3157619"/>
            <a:ext cx="54407" cy="55191"/>
          </a:xfrm>
          <a:prstGeom prst="rect">
            <a:avLst/>
          </a:prstGeom>
          <a:solidFill>
            <a:srgbClr val="391F1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4" name="Input frame mosaic cell"/>
          <p:cNvSpPr/>
          <p:nvPr/>
        </p:nvSpPr>
        <p:spPr>
          <a:xfrm>
            <a:off x="2373325" y="3157619"/>
            <a:ext cx="54407" cy="55191"/>
          </a:xfrm>
          <a:prstGeom prst="rect">
            <a:avLst/>
          </a:prstGeom>
          <a:solidFill>
            <a:srgbClr val="0404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5" name="Input frame mosaic cell"/>
          <p:cNvSpPr/>
          <p:nvPr/>
        </p:nvSpPr>
        <p:spPr>
          <a:xfrm>
            <a:off x="429768" y="3208238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6" name="Input frame mosaic cell"/>
          <p:cNvSpPr/>
          <p:nvPr/>
        </p:nvSpPr>
        <p:spPr>
          <a:xfrm>
            <a:off x="479603" y="3208238"/>
            <a:ext cx="54407" cy="55191"/>
          </a:xfrm>
          <a:prstGeom prst="rect">
            <a:avLst/>
          </a:prstGeom>
          <a:solidFill>
            <a:srgbClr val="140C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7" name="Input frame mosaic cell"/>
          <p:cNvSpPr/>
          <p:nvPr/>
        </p:nvSpPr>
        <p:spPr>
          <a:xfrm>
            <a:off x="529438" y="3208238"/>
            <a:ext cx="54407" cy="55191"/>
          </a:xfrm>
          <a:prstGeom prst="rect">
            <a:avLst/>
          </a:prstGeom>
          <a:solidFill>
            <a:srgbClr val="773C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8" name="Input frame mosaic cell"/>
          <p:cNvSpPr/>
          <p:nvPr/>
        </p:nvSpPr>
        <p:spPr>
          <a:xfrm>
            <a:off x="579272" y="3208238"/>
            <a:ext cx="54407" cy="55191"/>
          </a:xfrm>
          <a:prstGeom prst="rect">
            <a:avLst/>
          </a:prstGeom>
          <a:solidFill>
            <a:srgbClr val="9B4E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9" name="Input frame mosaic cell"/>
          <p:cNvSpPr/>
          <p:nvPr/>
        </p:nvSpPr>
        <p:spPr>
          <a:xfrm>
            <a:off x="629107" y="3208238"/>
            <a:ext cx="54407" cy="55191"/>
          </a:xfrm>
          <a:prstGeom prst="rect">
            <a:avLst/>
          </a:prstGeom>
          <a:solidFill>
            <a:srgbClr val="A655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0" name="Input frame mosaic cell"/>
          <p:cNvSpPr/>
          <p:nvPr/>
        </p:nvSpPr>
        <p:spPr>
          <a:xfrm>
            <a:off x="678942" y="3208238"/>
            <a:ext cx="54407" cy="55191"/>
          </a:xfrm>
          <a:prstGeom prst="rect">
            <a:avLst/>
          </a:prstGeom>
          <a:solidFill>
            <a:srgbClr val="B464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1" name="Input frame mosaic cell"/>
          <p:cNvSpPr/>
          <p:nvPr/>
        </p:nvSpPr>
        <p:spPr>
          <a:xfrm>
            <a:off x="728777" y="3208238"/>
            <a:ext cx="54407" cy="55191"/>
          </a:xfrm>
          <a:prstGeom prst="rect">
            <a:avLst/>
          </a:prstGeom>
          <a:solidFill>
            <a:srgbClr val="A651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2" name="Input frame mosaic cell"/>
          <p:cNvSpPr/>
          <p:nvPr/>
        </p:nvSpPr>
        <p:spPr>
          <a:xfrm>
            <a:off x="778612" y="3208238"/>
            <a:ext cx="54407" cy="55191"/>
          </a:xfrm>
          <a:prstGeom prst="rect">
            <a:avLst/>
          </a:prstGeom>
          <a:solidFill>
            <a:srgbClr val="A552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3" name="Input frame mosaic cell"/>
          <p:cNvSpPr/>
          <p:nvPr/>
        </p:nvSpPr>
        <p:spPr>
          <a:xfrm>
            <a:off x="828446" y="3208238"/>
            <a:ext cx="54407" cy="55191"/>
          </a:xfrm>
          <a:prstGeom prst="rect">
            <a:avLst/>
          </a:prstGeom>
          <a:solidFill>
            <a:srgbClr val="A555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4" name="Input frame mosaic cell"/>
          <p:cNvSpPr/>
          <p:nvPr/>
        </p:nvSpPr>
        <p:spPr>
          <a:xfrm>
            <a:off x="878281" y="3208238"/>
            <a:ext cx="54407" cy="55191"/>
          </a:xfrm>
          <a:prstGeom prst="rect">
            <a:avLst/>
          </a:prstGeom>
          <a:solidFill>
            <a:srgbClr val="A14C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5" name="Input frame mosaic cell"/>
          <p:cNvSpPr/>
          <p:nvPr/>
        </p:nvSpPr>
        <p:spPr>
          <a:xfrm>
            <a:off x="928116" y="3208238"/>
            <a:ext cx="54407" cy="55191"/>
          </a:xfrm>
          <a:prstGeom prst="rect">
            <a:avLst/>
          </a:prstGeom>
          <a:solidFill>
            <a:srgbClr val="AC4C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6" name="Input frame mosaic cell"/>
          <p:cNvSpPr/>
          <p:nvPr/>
        </p:nvSpPr>
        <p:spPr>
          <a:xfrm>
            <a:off x="977951" y="3208238"/>
            <a:ext cx="54407" cy="55191"/>
          </a:xfrm>
          <a:prstGeom prst="rect">
            <a:avLst/>
          </a:prstGeom>
          <a:solidFill>
            <a:srgbClr val="C75D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7" name="Input frame mosaic cell"/>
          <p:cNvSpPr/>
          <p:nvPr/>
        </p:nvSpPr>
        <p:spPr>
          <a:xfrm>
            <a:off x="1027786" y="3208238"/>
            <a:ext cx="54407" cy="55191"/>
          </a:xfrm>
          <a:prstGeom prst="rect">
            <a:avLst/>
          </a:prstGeom>
          <a:solidFill>
            <a:srgbClr val="C755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8" name="Input frame mosaic cell"/>
          <p:cNvSpPr/>
          <p:nvPr/>
        </p:nvSpPr>
        <p:spPr>
          <a:xfrm>
            <a:off x="1077620" y="3208238"/>
            <a:ext cx="54407" cy="55191"/>
          </a:xfrm>
          <a:prstGeom prst="rect">
            <a:avLst/>
          </a:prstGeom>
          <a:solidFill>
            <a:srgbClr val="B347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9" name="Input frame mosaic cell"/>
          <p:cNvSpPr/>
          <p:nvPr/>
        </p:nvSpPr>
        <p:spPr>
          <a:xfrm>
            <a:off x="1127455" y="3208238"/>
            <a:ext cx="54407" cy="55191"/>
          </a:xfrm>
          <a:prstGeom prst="rect">
            <a:avLst/>
          </a:prstGeom>
          <a:solidFill>
            <a:srgbClr val="7630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0" name="Input frame mosaic cell"/>
          <p:cNvSpPr/>
          <p:nvPr/>
        </p:nvSpPr>
        <p:spPr>
          <a:xfrm>
            <a:off x="1177290" y="3208238"/>
            <a:ext cx="54407" cy="55191"/>
          </a:xfrm>
          <a:prstGeom prst="rect">
            <a:avLst/>
          </a:prstGeom>
          <a:solidFill>
            <a:srgbClr val="7136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1" name="Input frame mosaic cell"/>
          <p:cNvSpPr/>
          <p:nvPr/>
        </p:nvSpPr>
        <p:spPr>
          <a:xfrm>
            <a:off x="1227125" y="3208238"/>
            <a:ext cx="54407" cy="55191"/>
          </a:xfrm>
          <a:prstGeom prst="rect">
            <a:avLst/>
          </a:prstGeom>
          <a:solidFill>
            <a:srgbClr val="7C3A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2" name="Input frame mosaic cell"/>
          <p:cNvSpPr/>
          <p:nvPr/>
        </p:nvSpPr>
        <p:spPr>
          <a:xfrm>
            <a:off x="1276960" y="3208238"/>
            <a:ext cx="54407" cy="55191"/>
          </a:xfrm>
          <a:prstGeom prst="rect">
            <a:avLst/>
          </a:prstGeom>
          <a:solidFill>
            <a:srgbClr val="8A43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3" name="Input frame mosaic cell"/>
          <p:cNvSpPr/>
          <p:nvPr/>
        </p:nvSpPr>
        <p:spPr>
          <a:xfrm>
            <a:off x="1326794" y="3208238"/>
            <a:ext cx="54407" cy="55191"/>
          </a:xfrm>
          <a:prstGeom prst="rect">
            <a:avLst/>
          </a:prstGeom>
          <a:solidFill>
            <a:srgbClr val="9546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4" name="Input frame mosaic cell"/>
          <p:cNvSpPr/>
          <p:nvPr/>
        </p:nvSpPr>
        <p:spPr>
          <a:xfrm>
            <a:off x="1376629" y="3208238"/>
            <a:ext cx="54407" cy="55191"/>
          </a:xfrm>
          <a:prstGeom prst="rect">
            <a:avLst/>
          </a:prstGeom>
          <a:solidFill>
            <a:srgbClr val="9F4E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5" name="Input frame mosaic cell"/>
          <p:cNvSpPr/>
          <p:nvPr/>
        </p:nvSpPr>
        <p:spPr>
          <a:xfrm>
            <a:off x="1426464" y="3208238"/>
            <a:ext cx="54407" cy="55191"/>
          </a:xfrm>
          <a:prstGeom prst="rect">
            <a:avLst/>
          </a:prstGeom>
          <a:solidFill>
            <a:srgbClr val="A24F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6" name="Input frame mosaic cell"/>
          <p:cNvSpPr/>
          <p:nvPr/>
        </p:nvSpPr>
        <p:spPr>
          <a:xfrm>
            <a:off x="1476299" y="3208238"/>
            <a:ext cx="54407" cy="55191"/>
          </a:xfrm>
          <a:prstGeom prst="rect">
            <a:avLst/>
          </a:prstGeom>
          <a:solidFill>
            <a:srgbClr val="A14A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7" name="Input frame mosaic cell"/>
          <p:cNvSpPr/>
          <p:nvPr/>
        </p:nvSpPr>
        <p:spPr>
          <a:xfrm>
            <a:off x="1526134" y="3208238"/>
            <a:ext cx="54407" cy="55191"/>
          </a:xfrm>
          <a:prstGeom prst="rect">
            <a:avLst/>
          </a:prstGeom>
          <a:solidFill>
            <a:srgbClr val="A954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8" name="Input frame mosaic cell"/>
          <p:cNvSpPr/>
          <p:nvPr/>
        </p:nvSpPr>
        <p:spPr>
          <a:xfrm>
            <a:off x="1575968" y="3208238"/>
            <a:ext cx="54407" cy="55191"/>
          </a:xfrm>
          <a:prstGeom prst="rect">
            <a:avLst/>
          </a:prstGeom>
          <a:solidFill>
            <a:srgbClr val="AA5B6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9" name="Input frame mosaic cell"/>
          <p:cNvSpPr/>
          <p:nvPr/>
        </p:nvSpPr>
        <p:spPr>
          <a:xfrm>
            <a:off x="1625803" y="3208238"/>
            <a:ext cx="54407" cy="55191"/>
          </a:xfrm>
          <a:prstGeom prst="rect">
            <a:avLst/>
          </a:prstGeom>
          <a:solidFill>
            <a:srgbClr val="A155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0" name="Input frame mosaic cell"/>
          <p:cNvSpPr/>
          <p:nvPr/>
        </p:nvSpPr>
        <p:spPr>
          <a:xfrm>
            <a:off x="1675638" y="3208238"/>
            <a:ext cx="54407" cy="55191"/>
          </a:xfrm>
          <a:prstGeom prst="rect">
            <a:avLst/>
          </a:prstGeom>
          <a:solidFill>
            <a:srgbClr val="9649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1" name="Input frame mosaic cell"/>
          <p:cNvSpPr/>
          <p:nvPr/>
        </p:nvSpPr>
        <p:spPr>
          <a:xfrm>
            <a:off x="1725473" y="3208238"/>
            <a:ext cx="54407" cy="55191"/>
          </a:xfrm>
          <a:prstGeom prst="rect">
            <a:avLst/>
          </a:prstGeom>
          <a:solidFill>
            <a:srgbClr val="8541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2" name="Input frame mosaic cell"/>
          <p:cNvSpPr/>
          <p:nvPr/>
        </p:nvSpPr>
        <p:spPr>
          <a:xfrm>
            <a:off x="1775308" y="3208238"/>
            <a:ext cx="54407" cy="55191"/>
          </a:xfrm>
          <a:prstGeom prst="rect">
            <a:avLst/>
          </a:prstGeom>
          <a:solidFill>
            <a:srgbClr val="8C43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3" name="Input frame mosaic cell"/>
          <p:cNvSpPr/>
          <p:nvPr/>
        </p:nvSpPr>
        <p:spPr>
          <a:xfrm>
            <a:off x="1825142" y="3208238"/>
            <a:ext cx="54407" cy="55191"/>
          </a:xfrm>
          <a:prstGeom prst="rect">
            <a:avLst/>
          </a:prstGeom>
          <a:solidFill>
            <a:srgbClr val="B161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4" name="Input frame mosaic cell"/>
          <p:cNvSpPr/>
          <p:nvPr/>
        </p:nvSpPr>
        <p:spPr>
          <a:xfrm>
            <a:off x="1874977" y="3208238"/>
            <a:ext cx="54407" cy="55191"/>
          </a:xfrm>
          <a:prstGeom prst="rect">
            <a:avLst/>
          </a:prstGeom>
          <a:solidFill>
            <a:srgbClr val="A542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5" name="Input frame mosaic cell"/>
          <p:cNvSpPr/>
          <p:nvPr/>
        </p:nvSpPr>
        <p:spPr>
          <a:xfrm>
            <a:off x="1924812" y="3208238"/>
            <a:ext cx="54407" cy="55191"/>
          </a:xfrm>
          <a:prstGeom prst="rect">
            <a:avLst/>
          </a:prstGeom>
          <a:solidFill>
            <a:srgbClr val="9834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6" name="Input frame mosaic cell"/>
          <p:cNvSpPr/>
          <p:nvPr/>
        </p:nvSpPr>
        <p:spPr>
          <a:xfrm>
            <a:off x="1974647" y="3208238"/>
            <a:ext cx="54407" cy="55191"/>
          </a:xfrm>
          <a:prstGeom prst="rect">
            <a:avLst/>
          </a:prstGeom>
          <a:solidFill>
            <a:srgbClr val="9F49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7" name="Input frame mosaic cell"/>
          <p:cNvSpPr/>
          <p:nvPr/>
        </p:nvSpPr>
        <p:spPr>
          <a:xfrm>
            <a:off x="2024482" y="3208238"/>
            <a:ext cx="54407" cy="55191"/>
          </a:xfrm>
          <a:prstGeom prst="rect">
            <a:avLst/>
          </a:prstGeom>
          <a:solidFill>
            <a:srgbClr val="A25E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8" name="Input frame mosaic cell"/>
          <p:cNvSpPr/>
          <p:nvPr/>
        </p:nvSpPr>
        <p:spPr>
          <a:xfrm>
            <a:off x="2074316" y="3208238"/>
            <a:ext cx="54407" cy="55191"/>
          </a:xfrm>
          <a:prstGeom prst="rect">
            <a:avLst/>
          </a:prstGeom>
          <a:solidFill>
            <a:srgbClr val="8F46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9" name="Input frame mosaic cell"/>
          <p:cNvSpPr/>
          <p:nvPr/>
        </p:nvSpPr>
        <p:spPr>
          <a:xfrm>
            <a:off x="2124151" y="3208238"/>
            <a:ext cx="54407" cy="55191"/>
          </a:xfrm>
          <a:prstGeom prst="rect">
            <a:avLst/>
          </a:prstGeom>
          <a:solidFill>
            <a:srgbClr val="772E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0" name="Input frame mosaic cell"/>
          <p:cNvSpPr/>
          <p:nvPr/>
        </p:nvSpPr>
        <p:spPr>
          <a:xfrm>
            <a:off x="2173986" y="3208238"/>
            <a:ext cx="54407" cy="55191"/>
          </a:xfrm>
          <a:prstGeom prst="rect">
            <a:avLst/>
          </a:prstGeom>
          <a:solidFill>
            <a:srgbClr val="6527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1" name="Input frame mosaic cell"/>
          <p:cNvSpPr/>
          <p:nvPr/>
        </p:nvSpPr>
        <p:spPr>
          <a:xfrm>
            <a:off x="2223821" y="3208238"/>
            <a:ext cx="54407" cy="55191"/>
          </a:xfrm>
          <a:prstGeom prst="rect">
            <a:avLst/>
          </a:prstGeom>
          <a:solidFill>
            <a:srgbClr val="5C2B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2" name="Input frame mosaic cell"/>
          <p:cNvSpPr/>
          <p:nvPr/>
        </p:nvSpPr>
        <p:spPr>
          <a:xfrm>
            <a:off x="2273656" y="3208238"/>
            <a:ext cx="54407" cy="55191"/>
          </a:xfrm>
          <a:prstGeom prst="rect">
            <a:avLst/>
          </a:prstGeom>
          <a:solidFill>
            <a:srgbClr val="562F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3" name="Input frame mosaic cell"/>
          <p:cNvSpPr/>
          <p:nvPr/>
        </p:nvSpPr>
        <p:spPr>
          <a:xfrm>
            <a:off x="2323490" y="3208238"/>
            <a:ext cx="54407" cy="55191"/>
          </a:xfrm>
          <a:prstGeom prst="rect">
            <a:avLst/>
          </a:prstGeom>
          <a:solidFill>
            <a:srgbClr val="2515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4" name="Input frame mosaic cell"/>
          <p:cNvSpPr/>
          <p:nvPr/>
        </p:nvSpPr>
        <p:spPr>
          <a:xfrm>
            <a:off x="2373325" y="3208238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5" name="Input frame mosaic cell"/>
          <p:cNvSpPr/>
          <p:nvPr/>
        </p:nvSpPr>
        <p:spPr>
          <a:xfrm>
            <a:off x="429768" y="3258856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6" name="Input frame mosaic cell"/>
          <p:cNvSpPr/>
          <p:nvPr/>
        </p:nvSpPr>
        <p:spPr>
          <a:xfrm>
            <a:off x="479603" y="3258856"/>
            <a:ext cx="54407" cy="55191"/>
          </a:xfrm>
          <a:prstGeom prst="rect">
            <a:avLst/>
          </a:prstGeom>
          <a:solidFill>
            <a:srgbClr val="04030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7" name="Input frame mosaic cell"/>
          <p:cNvSpPr/>
          <p:nvPr/>
        </p:nvSpPr>
        <p:spPr>
          <a:xfrm>
            <a:off x="529438" y="3258856"/>
            <a:ext cx="54407" cy="55191"/>
          </a:xfrm>
          <a:prstGeom prst="rect">
            <a:avLst/>
          </a:prstGeom>
          <a:solidFill>
            <a:srgbClr val="532A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8" name="Input frame mosaic cell"/>
          <p:cNvSpPr/>
          <p:nvPr/>
        </p:nvSpPr>
        <p:spPr>
          <a:xfrm>
            <a:off x="579272" y="3258856"/>
            <a:ext cx="54407" cy="55191"/>
          </a:xfrm>
          <a:prstGeom prst="rect">
            <a:avLst/>
          </a:prstGeom>
          <a:solidFill>
            <a:srgbClr val="863E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9" name="Input frame mosaic cell"/>
          <p:cNvSpPr/>
          <p:nvPr/>
        </p:nvSpPr>
        <p:spPr>
          <a:xfrm>
            <a:off x="629107" y="3258856"/>
            <a:ext cx="54407" cy="55191"/>
          </a:xfrm>
          <a:prstGeom prst="rect">
            <a:avLst/>
          </a:prstGeom>
          <a:solidFill>
            <a:srgbClr val="9845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0" name="Input frame mosaic cell"/>
          <p:cNvSpPr/>
          <p:nvPr/>
        </p:nvSpPr>
        <p:spPr>
          <a:xfrm>
            <a:off x="678942" y="3258856"/>
            <a:ext cx="54407" cy="55191"/>
          </a:xfrm>
          <a:prstGeom prst="rect">
            <a:avLst/>
          </a:prstGeom>
          <a:solidFill>
            <a:srgbClr val="9F45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1" name="Input frame mosaic cell"/>
          <p:cNvSpPr/>
          <p:nvPr/>
        </p:nvSpPr>
        <p:spPr>
          <a:xfrm>
            <a:off x="728777" y="3258856"/>
            <a:ext cx="54407" cy="55191"/>
          </a:xfrm>
          <a:prstGeom prst="rect">
            <a:avLst/>
          </a:prstGeom>
          <a:solidFill>
            <a:srgbClr val="A44C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2" name="Input frame mosaic cell"/>
          <p:cNvSpPr/>
          <p:nvPr/>
        </p:nvSpPr>
        <p:spPr>
          <a:xfrm>
            <a:off x="778612" y="3258856"/>
            <a:ext cx="54407" cy="55191"/>
          </a:xfrm>
          <a:prstGeom prst="rect">
            <a:avLst/>
          </a:prstGeom>
          <a:solidFill>
            <a:srgbClr val="A856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3" name="Input frame mosaic cell"/>
          <p:cNvSpPr/>
          <p:nvPr/>
        </p:nvSpPr>
        <p:spPr>
          <a:xfrm>
            <a:off x="828446" y="3258856"/>
            <a:ext cx="54407" cy="55191"/>
          </a:xfrm>
          <a:prstGeom prst="rect">
            <a:avLst/>
          </a:prstGeom>
          <a:solidFill>
            <a:srgbClr val="A456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4" name="Input frame mosaic cell"/>
          <p:cNvSpPr/>
          <p:nvPr/>
        </p:nvSpPr>
        <p:spPr>
          <a:xfrm>
            <a:off x="878281" y="3258856"/>
            <a:ext cx="54407" cy="55191"/>
          </a:xfrm>
          <a:prstGeom prst="rect">
            <a:avLst/>
          </a:prstGeom>
          <a:solidFill>
            <a:srgbClr val="A256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5" name="Input frame mosaic cell"/>
          <p:cNvSpPr/>
          <p:nvPr/>
        </p:nvSpPr>
        <p:spPr>
          <a:xfrm>
            <a:off x="928116" y="3258856"/>
            <a:ext cx="54407" cy="55191"/>
          </a:xfrm>
          <a:prstGeom prst="rect">
            <a:avLst/>
          </a:prstGeom>
          <a:solidFill>
            <a:srgbClr val="A750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6" name="Input frame mosaic cell"/>
          <p:cNvSpPr/>
          <p:nvPr/>
        </p:nvSpPr>
        <p:spPr>
          <a:xfrm>
            <a:off x="977951" y="3258856"/>
            <a:ext cx="54407" cy="55191"/>
          </a:xfrm>
          <a:prstGeom prst="rect">
            <a:avLst/>
          </a:prstGeom>
          <a:solidFill>
            <a:srgbClr val="C667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7" name="Input frame mosaic cell"/>
          <p:cNvSpPr/>
          <p:nvPr/>
        </p:nvSpPr>
        <p:spPr>
          <a:xfrm>
            <a:off x="1027786" y="3258856"/>
            <a:ext cx="54407" cy="55191"/>
          </a:xfrm>
          <a:prstGeom prst="rect">
            <a:avLst/>
          </a:prstGeom>
          <a:solidFill>
            <a:srgbClr val="C760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8" name="Input frame mosaic cell"/>
          <p:cNvSpPr/>
          <p:nvPr/>
        </p:nvSpPr>
        <p:spPr>
          <a:xfrm>
            <a:off x="1077620" y="3258856"/>
            <a:ext cx="54407" cy="55191"/>
          </a:xfrm>
          <a:prstGeom prst="rect">
            <a:avLst/>
          </a:prstGeom>
          <a:solidFill>
            <a:srgbClr val="A93E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9" name="Input frame mosaic cell"/>
          <p:cNvSpPr/>
          <p:nvPr/>
        </p:nvSpPr>
        <p:spPr>
          <a:xfrm>
            <a:off x="1127455" y="3258856"/>
            <a:ext cx="54407" cy="55191"/>
          </a:xfrm>
          <a:prstGeom prst="rect">
            <a:avLst/>
          </a:prstGeom>
          <a:solidFill>
            <a:srgbClr val="9141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0" name="Input frame mosaic cell"/>
          <p:cNvSpPr/>
          <p:nvPr/>
        </p:nvSpPr>
        <p:spPr>
          <a:xfrm>
            <a:off x="1177290" y="3258856"/>
            <a:ext cx="54407" cy="55191"/>
          </a:xfrm>
          <a:prstGeom prst="rect">
            <a:avLst/>
          </a:prstGeom>
          <a:solidFill>
            <a:srgbClr val="8143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1" name="Input frame mosaic cell"/>
          <p:cNvSpPr/>
          <p:nvPr/>
        </p:nvSpPr>
        <p:spPr>
          <a:xfrm>
            <a:off x="1227125" y="3258856"/>
            <a:ext cx="54407" cy="55191"/>
          </a:xfrm>
          <a:prstGeom prst="rect">
            <a:avLst/>
          </a:prstGeom>
          <a:solidFill>
            <a:srgbClr val="8C4B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2" name="Input frame mosaic cell"/>
          <p:cNvSpPr/>
          <p:nvPr/>
        </p:nvSpPr>
        <p:spPr>
          <a:xfrm>
            <a:off x="1276960" y="3258856"/>
            <a:ext cx="54407" cy="55191"/>
          </a:xfrm>
          <a:prstGeom prst="rect">
            <a:avLst/>
          </a:prstGeom>
          <a:solidFill>
            <a:srgbClr val="984F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3" name="Input frame mosaic cell"/>
          <p:cNvSpPr/>
          <p:nvPr/>
        </p:nvSpPr>
        <p:spPr>
          <a:xfrm>
            <a:off x="1326794" y="3258856"/>
            <a:ext cx="54407" cy="55191"/>
          </a:xfrm>
          <a:prstGeom prst="rect">
            <a:avLst/>
          </a:prstGeom>
          <a:solidFill>
            <a:srgbClr val="A04F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4" name="Input frame mosaic cell"/>
          <p:cNvSpPr/>
          <p:nvPr/>
        </p:nvSpPr>
        <p:spPr>
          <a:xfrm>
            <a:off x="1376629" y="3258856"/>
            <a:ext cx="54407" cy="55191"/>
          </a:xfrm>
          <a:prstGeom prst="rect">
            <a:avLst/>
          </a:prstGeom>
          <a:solidFill>
            <a:srgbClr val="A551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5" name="Input frame mosaic cell"/>
          <p:cNvSpPr/>
          <p:nvPr/>
        </p:nvSpPr>
        <p:spPr>
          <a:xfrm>
            <a:off x="1426464" y="3258856"/>
            <a:ext cx="54407" cy="55191"/>
          </a:xfrm>
          <a:prstGeom prst="rect">
            <a:avLst/>
          </a:prstGeom>
          <a:solidFill>
            <a:srgbClr val="A552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6" name="Input frame mosaic cell"/>
          <p:cNvSpPr/>
          <p:nvPr/>
        </p:nvSpPr>
        <p:spPr>
          <a:xfrm>
            <a:off x="1476299" y="3258856"/>
            <a:ext cx="54407" cy="55191"/>
          </a:xfrm>
          <a:prstGeom prst="rect">
            <a:avLst/>
          </a:prstGeom>
          <a:solidFill>
            <a:srgbClr val="9944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7" name="Input frame mosaic cell"/>
          <p:cNvSpPr/>
          <p:nvPr/>
        </p:nvSpPr>
        <p:spPr>
          <a:xfrm>
            <a:off x="1526134" y="3258856"/>
            <a:ext cx="54407" cy="55191"/>
          </a:xfrm>
          <a:prstGeom prst="rect">
            <a:avLst/>
          </a:prstGeom>
          <a:solidFill>
            <a:srgbClr val="903F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8" name="Input frame mosaic cell"/>
          <p:cNvSpPr/>
          <p:nvPr/>
        </p:nvSpPr>
        <p:spPr>
          <a:xfrm>
            <a:off x="1575968" y="3258856"/>
            <a:ext cx="54407" cy="55191"/>
          </a:xfrm>
          <a:prstGeom prst="rect">
            <a:avLst/>
          </a:prstGeom>
          <a:solidFill>
            <a:srgbClr val="A154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9" name="Input frame mosaic cell"/>
          <p:cNvSpPr/>
          <p:nvPr/>
        </p:nvSpPr>
        <p:spPr>
          <a:xfrm>
            <a:off x="1625803" y="3258856"/>
            <a:ext cx="54407" cy="55191"/>
          </a:xfrm>
          <a:prstGeom prst="rect">
            <a:avLst/>
          </a:prstGeom>
          <a:solidFill>
            <a:srgbClr val="9A51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0" name="Input frame mosaic cell"/>
          <p:cNvSpPr/>
          <p:nvPr/>
        </p:nvSpPr>
        <p:spPr>
          <a:xfrm>
            <a:off x="1675638" y="3258856"/>
            <a:ext cx="54407" cy="55191"/>
          </a:xfrm>
          <a:prstGeom prst="rect">
            <a:avLst/>
          </a:prstGeom>
          <a:solidFill>
            <a:srgbClr val="8C47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1" name="Input frame mosaic cell"/>
          <p:cNvSpPr/>
          <p:nvPr/>
        </p:nvSpPr>
        <p:spPr>
          <a:xfrm>
            <a:off x="1725473" y="3258856"/>
            <a:ext cx="54407" cy="55191"/>
          </a:xfrm>
          <a:prstGeom prst="rect">
            <a:avLst/>
          </a:prstGeom>
          <a:solidFill>
            <a:srgbClr val="7D38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2" name="Input frame mosaic cell"/>
          <p:cNvSpPr/>
          <p:nvPr/>
        </p:nvSpPr>
        <p:spPr>
          <a:xfrm>
            <a:off x="1775308" y="3258856"/>
            <a:ext cx="54407" cy="55191"/>
          </a:xfrm>
          <a:prstGeom prst="rect">
            <a:avLst/>
          </a:prstGeom>
          <a:solidFill>
            <a:srgbClr val="9C54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3" name="Input frame mosaic cell"/>
          <p:cNvSpPr/>
          <p:nvPr/>
        </p:nvSpPr>
        <p:spPr>
          <a:xfrm>
            <a:off x="1825142" y="3258856"/>
            <a:ext cx="54407" cy="55191"/>
          </a:xfrm>
          <a:prstGeom prst="rect">
            <a:avLst/>
          </a:prstGeom>
          <a:solidFill>
            <a:srgbClr val="A351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4" name="Input frame mosaic cell"/>
          <p:cNvSpPr/>
          <p:nvPr/>
        </p:nvSpPr>
        <p:spPr>
          <a:xfrm>
            <a:off x="1874977" y="3258856"/>
            <a:ext cx="54407" cy="55191"/>
          </a:xfrm>
          <a:prstGeom prst="rect">
            <a:avLst/>
          </a:prstGeom>
          <a:solidFill>
            <a:srgbClr val="9936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5" name="Input frame mosaic cell"/>
          <p:cNvSpPr/>
          <p:nvPr/>
        </p:nvSpPr>
        <p:spPr>
          <a:xfrm>
            <a:off x="1924812" y="3258856"/>
            <a:ext cx="54407" cy="55191"/>
          </a:xfrm>
          <a:prstGeom prst="rect">
            <a:avLst/>
          </a:prstGeom>
          <a:solidFill>
            <a:srgbClr val="902B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6" name="Input frame mosaic cell"/>
          <p:cNvSpPr/>
          <p:nvPr/>
        </p:nvSpPr>
        <p:spPr>
          <a:xfrm>
            <a:off x="1974647" y="3258856"/>
            <a:ext cx="54407" cy="55191"/>
          </a:xfrm>
          <a:prstGeom prst="rect">
            <a:avLst/>
          </a:prstGeom>
          <a:solidFill>
            <a:srgbClr val="98454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7" name="Input frame mosaic cell"/>
          <p:cNvSpPr/>
          <p:nvPr/>
        </p:nvSpPr>
        <p:spPr>
          <a:xfrm>
            <a:off x="2024482" y="3258856"/>
            <a:ext cx="54407" cy="55191"/>
          </a:xfrm>
          <a:prstGeom prst="rect">
            <a:avLst/>
          </a:prstGeom>
          <a:solidFill>
            <a:srgbClr val="9D56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8" name="Input frame mosaic cell"/>
          <p:cNvSpPr/>
          <p:nvPr/>
        </p:nvSpPr>
        <p:spPr>
          <a:xfrm>
            <a:off x="2074316" y="3258856"/>
            <a:ext cx="54407" cy="55191"/>
          </a:xfrm>
          <a:prstGeom prst="rect">
            <a:avLst/>
          </a:prstGeom>
          <a:solidFill>
            <a:srgbClr val="8A44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9" name="Input frame mosaic cell"/>
          <p:cNvSpPr/>
          <p:nvPr/>
        </p:nvSpPr>
        <p:spPr>
          <a:xfrm>
            <a:off x="2124151" y="3258856"/>
            <a:ext cx="54407" cy="55191"/>
          </a:xfrm>
          <a:prstGeom prst="rect">
            <a:avLst/>
          </a:prstGeom>
          <a:solidFill>
            <a:srgbClr val="7632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0" name="Input frame mosaic cell"/>
          <p:cNvSpPr/>
          <p:nvPr/>
        </p:nvSpPr>
        <p:spPr>
          <a:xfrm>
            <a:off x="2173986" y="3258856"/>
            <a:ext cx="54407" cy="55191"/>
          </a:xfrm>
          <a:prstGeom prst="rect">
            <a:avLst/>
          </a:prstGeom>
          <a:solidFill>
            <a:srgbClr val="6024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1" name="Input frame mosaic cell"/>
          <p:cNvSpPr/>
          <p:nvPr/>
        </p:nvSpPr>
        <p:spPr>
          <a:xfrm>
            <a:off x="2223821" y="3258856"/>
            <a:ext cx="54407" cy="55191"/>
          </a:xfrm>
          <a:prstGeom prst="rect">
            <a:avLst/>
          </a:prstGeom>
          <a:solidFill>
            <a:srgbClr val="4D1D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2" name="Input frame mosaic cell"/>
          <p:cNvSpPr/>
          <p:nvPr/>
        </p:nvSpPr>
        <p:spPr>
          <a:xfrm>
            <a:off x="2273656" y="3258856"/>
            <a:ext cx="54407" cy="55191"/>
          </a:xfrm>
          <a:prstGeom prst="rect">
            <a:avLst/>
          </a:prstGeom>
          <a:solidFill>
            <a:srgbClr val="39181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3" name="Input frame mosaic cell"/>
          <p:cNvSpPr/>
          <p:nvPr/>
        </p:nvSpPr>
        <p:spPr>
          <a:xfrm>
            <a:off x="2323490" y="3258856"/>
            <a:ext cx="54407" cy="55191"/>
          </a:xfrm>
          <a:prstGeom prst="rect">
            <a:avLst/>
          </a:prstGeom>
          <a:solidFill>
            <a:srgbClr val="0F08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4" name="Input frame mosaic cell"/>
          <p:cNvSpPr/>
          <p:nvPr/>
        </p:nvSpPr>
        <p:spPr>
          <a:xfrm>
            <a:off x="2373325" y="3258856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5" name="Input frame mosaic cell"/>
          <p:cNvSpPr/>
          <p:nvPr/>
        </p:nvSpPr>
        <p:spPr>
          <a:xfrm>
            <a:off x="429768" y="3309475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6" name="Input frame mosaic cell"/>
          <p:cNvSpPr/>
          <p:nvPr/>
        </p:nvSpPr>
        <p:spPr>
          <a:xfrm>
            <a:off x="479603" y="3309475"/>
            <a:ext cx="54407" cy="55191"/>
          </a:xfrm>
          <a:prstGeom prst="rect">
            <a:avLst/>
          </a:prstGeom>
          <a:solidFill>
            <a:srgbClr val="0002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7" name="Input frame mosaic cell"/>
          <p:cNvSpPr/>
          <p:nvPr/>
        </p:nvSpPr>
        <p:spPr>
          <a:xfrm>
            <a:off x="529438" y="3309475"/>
            <a:ext cx="54407" cy="55191"/>
          </a:xfrm>
          <a:prstGeom prst="rect">
            <a:avLst/>
          </a:prstGeom>
          <a:solidFill>
            <a:srgbClr val="311E1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8" name="Input frame mosaic cell"/>
          <p:cNvSpPr/>
          <p:nvPr/>
        </p:nvSpPr>
        <p:spPr>
          <a:xfrm>
            <a:off x="579272" y="3309475"/>
            <a:ext cx="54407" cy="55191"/>
          </a:xfrm>
          <a:prstGeom prst="rect">
            <a:avLst/>
          </a:prstGeom>
          <a:solidFill>
            <a:srgbClr val="7E41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9" name="Input frame mosaic cell"/>
          <p:cNvSpPr/>
          <p:nvPr/>
        </p:nvSpPr>
        <p:spPr>
          <a:xfrm>
            <a:off x="629107" y="3309475"/>
            <a:ext cx="54407" cy="55191"/>
          </a:xfrm>
          <a:prstGeom prst="rect">
            <a:avLst/>
          </a:prstGeom>
          <a:solidFill>
            <a:srgbClr val="8936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0" name="Input frame mosaic cell"/>
          <p:cNvSpPr/>
          <p:nvPr/>
        </p:nvSpPr>
        <p:spPr>
          <a:xfrm>
            <a:off x="678942" y="3309475"/>
            <a:ext cx="54407" cy="55191"/>
          </a:xfrm>
          <a:prstGeom prst="rect">
            <a:avLst/>
          </a:prstGeom>
          <a:solidFill>
            <a:srgbClr val="973B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1" name="Input frame mosaic cell"/>
          <p:cNvSpPr/>
          <p:nvPr/>
        </p:nvSpPr>
        <p:spPr>
          <a:xfrm>
            <a:off x="728777" y="3309475"/>
            <a:ext cx="54407" cy="55191"/>
          </a:xfrm>
          <a:prstGeom prst="rect">
            <a:avLst/>
          </a:prstGeom>
          <a:solidFill>
            <a:srgbClr val="A34C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2" name="Input frame mosaic cell"/>
          <p:cNvSpPr/>
          <p:nvPr/>
        </p:nvSpPr>
        <p:spPr>
          <a:xfrm>
            <a:off x="778612" y="3309475"/>
            <a:ext cx="54407" cy="55191"/>
          </a:xfrm>
          <a:prstGeom prst="rect">
            <a:avLst/>
          </a:prstGeom>
          <a:solidFill>
            <a:srgbClr val="A855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3" name="Input frame mosaic cell"/>
          <p:cNvSpPr/>
          <p:nvPr/>
        </p:nvSpPr>
        <p:spPr>
          <a:xfrm>
            <a:off x="828446" y="3309475"/>
            <a:ext cx="54407" cy="55191"/>
          </a:xfrm>
          <a:prstGeom prst="rect">
            <a:avLst/>
          </a:prstGeom>
          <a:solidFill>
            <a:srgbClr val="A556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4" name="Input frame mosaic cell"/>
          <p:cNvSpPr/>
          <p:nvPr/>
        </p:nvSpPr>
        <p:spPr>
          <a:xfrm>
            <a:off x="878281" y="3309475"/>
            <a:ext cx="54407" cy="55191"/>
          </a:xfrm>
          <a:prstGeom prst="rect">
            <a:avLst/>
          </a:prstGeom>
          <a:solidFill>
            <a:srgbClr val="A55C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5" name="Input frame mosaic cell"/>
          <p:cNvSpPr/>
          <p:nvPr/>
        </p:nvSpPr>
        <p:spPr>
          <a:xfrm>
            <a:off x="928116" y="3309475"/>
            <a:ext cx="54407" cy="55191"/>
          </a:xfrm>
          <a:prstGeom prst="rect">
            <a:avLst/>
          </a:prstGeom>
          <a:solidFill>
            <a:srgbClr val="B46E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6" name="Input frame mosaic cell"/>
          <p:cNvSpPr/>
          <p:nvPr/>
        </p:nvSpPr>
        <p:spPr>
          <a:xfrm>
            <a:off x="977951" y="3309475"/>
            <a:ext cx="54407" cy="55191"/>
          </a:xfrm>
          <a:prstGeom prst="rect">
            <a:avLst/>
          </a:prstGeom>
          <a:solidFill>
            <a:srgbClr val="D5969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7" name="Input frame mosaic cell"/>
          <p:cNvSpPr/>
          <p:nvPr/>
        </p:nvSpPr>
        <p:spPr>
          <a:xfrm>
            <a:off x="1027786" y="3309475"/>
            <a:ext cx="54407" cy="55191"/>
          </a:xfrm>
          <a:prstGeom prst="rect">
            <a:avLst/>
          </a:prstGeom>
          <a:solidFill>
            <a:srgbClr val="CE776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8" name="Input frame mosaic cell"/>
          <p:cNvSpPr/>
          <p:nvPr/>
        </p:nvSpPr>
        <p:spPr>
          <a:xfrm>
            <a:off x="1077620" y="3309475"/>
            <a:ext cx="54407" cy="55191"/>
          </a:xfrm>
          <a:prstGeom prst="rect">
            <a:avLst/>
          </a:prstGeom>
          <a:solidFill>
            <a:srgbClr val="A947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9" name="Input frame mosaic cell"/>
          <p:cNvSpPr/>
          <p:nvPr/>
        </p:nvSpPr>
        <p:spPr>
          <a:xfrm>
            <a:off x="1127455" y="3309475"/>
            <a:ext cx="54407" cy="55191"/>
          </a:xfrm>
          <a:prstGeom prst="rect">
            <a:avLst/>
          </a:prstGeom>
          <a:solidFill>
            <a:srgbClr val="9744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0" name="Input frame mosaic cell"/>
          <p:cNvSpPr/>
          <p:nvPr/>
        </p:nvSpPr>
        <p:spPr>
          <a:xfrm>
            <a:off x="1177290" y="3309475"/>
            <a:ext cx="54407" cy="55191"/>
          </a:xfrm>
          <a:prstGeom prst="rect">
            <a:avLst/>
          </a:prstGeom>
          <a:solidFill>
            <a:srgbClr val="8848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1" name="Input frame mosaic cell"/>
          <p:cNvSpPr/>
          <p:nvPr/>
        </p:nvSpPr>
        <p:spPr>
          <a:xfrm>
            <a:off x="1227125" y="3309475"/>
            <a:ext cx="54407" cy="55191"/>
          </a:xfrm>
          <a:prstGeom prst="rect">
            <a:avLst/>
          </a:prstGeom>
          <a:solidFill>
            <a:srgbClr val="9652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2" name="Input frame mosaic cell"/>
          <p:cNvSpPr/>
          <p:nvPr/>
        </p:nvSpPr>
        <p:spPr>
          <a:xfrm>
            <a:off x="1276960" y="3309475"/>
            <a:ext cx="54407" cy="55191"/>
          </a:xfrm>
          <a:prstGeom prst="rect">
            <a:avLst/>
          </a:prstGeom>
          <a:solidFill>
            <a:srgbClr val="9F57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3" name="Input frame mosaic cell"/>
          <p:cNvSpPr/>
          <p:nvPr/>
        </p:nvSpPr>
        <p:spPr>
          <a:xfrm>
            <a:off x="1326794" y="3309475"/>
            <a:ext cx="54407" cy="55191"/>
          </a:xfrm>
          <a:prstGeom prst="rect">
            <a:avLst/>
          </a:prstGeom>
          <a:solidFill>
            <a:srgbClr val="A759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4" name="Input frame mosaic cell"/>
          <p:cNvSpPr/>
          <p:nvPr/>
        </p:nvSpPr>
        <p:spPr>
          <a:xfrm>
            <a:off x="1376629" y="3309475"/>
            <a:ext cx="54407" cy="55191"/>
          </a:xfrm>
          <a:prstGeom prst="rect">
            <a:avLst/>
          </a:prstGeom>
          <a:solidFill>
            <a:srgbClr val="AA5A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5" name="Input frame mosaic cell"/>
          <p:cNvSpPr/>
          <p:nvPr/>
        </p:nvSpPr>
        <p:spPr>
          <a:xfrm>
            <a:off x="1426464" y="3309475"/>
            <a:ext cx="54407" cy="55191"/>
          </a:xfrm>
          <a:prstGeom prst="rect">
            <a:avLst/>
          </a:prstGeom>
          <a:solidFill>
            <a:srgbClr val="A659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6" name="Input frame mosaic cell"/>
          <p:cNvSpPr/>
          <p:nvPr/>
        </p:nvSpPr>
        <p:spPr>
          <a:xfrm>
            <a:off x="1476299" y="3309475"/>
            <a:ext cx="54407" cy="55191"/>
          </a:xfrm>
          <a:prstGeom prst="rect">
            <a:avLst/>
          </a:prstGeom>
          <a:solidFill>
            <a:srgbClr val="9A4C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7" name="Input frame mosaic cell"/>
          <p:cNvSpPr/>
          <p:nvPr/>
        </p:nvSpPr>
        <p:spPr>
          <a:xfrm>
            <a:off x="1526134" y="3309475"/>
            <a:ext cx="54407" cy="55191"/>
          </a:xfrm>
          <a:prstGeom prst="rect">
            <a:avLst/>
          </a:prstGeom>
          <a:solidFill>
            <a:srgbClr val="893A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8" name="Input frame mosaic cell"/>
          <p:cNvSpPr/>
          <p:nvPr/>
        </p:nvSpPr>
        <p:spPr>
          <a:xfrm>
            <a:off x="1575968" y="3309475"/>
            <a:ext cx="54407" cy="55191"/>
          </a:xfrm>
          <a:prstGeom prst="rect">
            <a:avLst/>
          </a:prstGeom>
          <a:solidFill>
            <a:srgbClr val="9A54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9" name="Input frame mosaic cell"/>
          <p:cNvSpPr/>
          <p:nvPr/>
        </p:nvSpPr>
        <p:spPr>
          <a:xfrm>
            <a:off x="1625803" y="3309475"/>
            <a:ext cx="54407" cy="55191"/>
          </a:xfrm>
          <a:prstGeom prst="rect">
            <a:avLst/>
          </a:prstGeom>
          <a:solidFill>
            <a:srgbClr val="9452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0" name="Input frame mosaic cell"/>
          <p:cNvSpPr/>
          <p:nvPr/>
        </p:nvSpPr>
        <p:spPr>
          <a:xfrm>
            <a:off x="1675638" y="3309475"/>
            <a:ext cx="54407" cy="55191"/>
          </a:xfrm>
          <a:prstGeom prst="rect">
            <a:avLst/>
          </a:prstGeom>
          <a:solidFill>
            <a:srgbClr val="7F3D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1" name="Input frame mosaic cell"/>
          <p:cNvSpPr/>
          <p:nvPr/>
        </p:nvSpPr>
        <p:spPr>
          <a:xfrm>
            <a:off x="1725473" y="3309475"/>
            <a:ext cx="54407" cy="55191"/>
          </a:xfrm>
          <a:prstGeom prst="rect">
            <a:avLst/>
          </a:prstGeom>
          <a:solidFill>
            <a:srgbClr val="763C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2" name="Input frame mosaic cell"/>
          <p:cNvSpPr/>
          <p:nvPr/>
        </p:nvSpPr>
        <p:spPr>
          <a:xfrm>
            <a:off x="1775308" y="3309475"/>
            <a:ext cx="54407" cy="55191"/>
          </a:xfrm>
          <a:prstGeom prst="rect">
            <a:avLst/>
          </a:prstGeom>
          <a:solidFill>
            <a:srgbClr val="A86D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3" name="Input frame mosaic cell"/>
          <p:cNvSpPr/>
          <p:nvPr/>
        </p:nvSpPr>
        <p:spPr>
          <a:xfrm>
            <a:off x="1825142" y="3309475"/>
            <a:ext cx="54407" cy="55191"/>
          </a:xfrm>
          <a:prstGeom prst="rect">
            <a:avLst/>
          </a:prstGeom>
          <a:solidFill>
            <a:srgbClr val="9F52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4" name="Input frame mosaic cell"/>
          <p:cNvSpPr/>
          <p:nvPr/>
        </p:nvSpPr>
        <p:spPr>
          <a:xfrm>
            <a:off x="1874977" y="3309475"/>
            <a:ext cx="54407" cy="55191"/>
          </a:xfrm>
          <a:prstGeom prst="rect">
            <a:avLst/>
          </a:prstGeom>
          <a:solidFill>
            <a:srgbClr val="9435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5" name="Input frame mosaic cell"/>
          <p:cNvSpPr/>
          <p:nvPr/>
        </p:nvSpPr>
        <p:spPr>
          <a:xfrm>
            <a:off x="1924812" y="3309475"/>
            <a:ext cx="54407" cy="55191"/>
          </a:xfrm>
          <a:prstGeom prst="rect">
            <a:avLst/>
          </a:prstGeom>
          <a:solidFill>
            <a:srgbClr val="9132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6" name="Input frame mosaic cell"/>
          <p:cNvSpPr/>
          <p:nvPr/>
        </p:nvSpPr>
        <p:spPr>
          <a:xfrm>
            <a:off x="1974647" y="3309475"/>
            <a:ext cx="54407" cy="55191"/>
          </a:xfrm>
          <a:prstGeom prst="rect">
            <a:avLst/>
          </a:prstGeom>
          <a:solidFill>
            <a:srgbClr val="9949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7" name="Input frame mosaic cell"/>
          <p:cNvSpPr/>
          <p:nvPr/>
        </p:nvSpPr>
        <p:spPr>
          <a:xfrm>
            <a:off x="2024482" y="3309475"/>
            <a:ext cx="54407" cy="55191"/>
          </a:xfrm>
          <a:prstGeom prst="rect">
            <a:avLst/>
          </a:prstGeom>
          <a:solidFill>
            <a:srgbClr val="8F42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8" name="Input frame mosaic cell"/>
          <p:cNvSpPr/>
          <p:nvPr/>
        </p:nvSpPr>
        <p:spPr>
          <a:xfrm>
            <a:off x="2074316" y="3309475"/>
            <a:ext cx="54407" cy="55191"/>
          </a:xfrm>
          <a:prstGeom prst="rect">
            <a:avLst/>
          </a:prstGeom>
          <a:solidFill>
            <a:srgbClr val="8A44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9" name="Input frame mosaic cell"/>
          <p:cNvSpPr/>
          <p:nvPr/>
        </p:nvSpPr>
        <p:spPr>
          <a:xfrm>
            <a:off x="2124151" y="3309475"/>
            <a:ext cx="54407" cy="55191"/>
          </a:xfrm>
          <a:prstGeom prst="rect">
            <a:avLst/>
          </a:prstGeom>
          <a:solidFill>
            <a:srgbClr val="7B3C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0" name="Input frame mosaic cell"/>
          <p:cNvSpPr/>
          <p:nvPr/>
        </p:nvSpPr>
        <p:spPr>
          <a:xfrm>
            <a:off x="2173986" y="3309475"/>
            <a:ext cx="54407" cy="55191"/>
          </a:xfrm>
          <a:prstGeom prst="rect">
            <a:avLst/>
          </a:prstGeom>
          <a:solidFill>
            <a:srgbClr val="612B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1" name="Input frame mosaic cell"/>
          <p:cNvSpPr/>
          <p:nvPr/>
        </p:nvSpPr>
        <p:spPr>
          <a:xfrm>
            <a:off x="2223821" y="3309475"/>
            <a:ext cx="54407" cy="55191"/>
          </a:xfrm>
          <a:prstGeom prst="rect">
            <a:avLst/>
          </a:prstGeom>
          <a:solidFill>
            <a:srgbClr val="4B1F1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2" name="Input frame mosaic cell"/>
          <p:cNvSpPr/>
          <p:nvPr/>
        </p:nvSpPr>
        <p:spPr>
          <a:xfrm>
            <a:off x="2273656" y="3309475"/>
            <a:ext cx="54407" cy="55191"/>
          </a:xfrm>
          <a:prstGeom prst="rect">
            <a:avLst/>
          </a:prstGeom>
          <a:solidFill>
            <a:srgbClr val="260D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3" name="Input frame mosaic cell"/>
          <p:cNvSpPr/>
          <p:nvPr/>
        </p:nvSpPr>
        <p:spPr>
          <a:xfrm>
            <a:off x="2323490" y="3309475"/>
            <a:ext cx="54407" cy="55191"/>
          </a:xfrm>
          <a:prstGeom prst="rect">
            <a:avLst/>
          </a:prstGeom>
          <a:solidFill>
            <a:srgbClr val="03020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4" name="Input frame mosaic cell"/>
          <p:cNvSpPr/>
          <p:nvPr/>
        </p:nvSpPr>
        <p:spPr>
          <a:xfrm>
            <a:off x="2373325" y="3309475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5" name="Input frame mosaic cell"/>
          <p:cNvSpPr/>
          <p:nvPr/>
        </p:nvSpPr>
        <p:spPr>
          <a:xfrm>
            <a:off x="429768" y="3360093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6" name="Input frame mosaic cell"/>
          <p:cNvSpPr/>
          <p:nvPr/>
        </p:nvSpPr>
        <p:spPr>
          <a:xfrm>
            <a:off x="479603" y="3360093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7" name="Input frame mosaic cell"/>
          <p:cNvSpPr/>
          <p:nvPr/>
        </p:nvSpPr>
        <p:spPr>
          <a:xfrm>
            <a:off x="529438" y="3360093"/>
            <a:ext cx="54407" cy="55191"/>
          </a:xfrm>
          <a:prstGeom prst="rect">
            <a:avLst/>
          </a:prstGeom>
          <a:solidFill>
            <a:srgbClr val="100C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8" name="Input frame mosaic cell"/>
          <p:cNvSpPr/>
          <p:nvPr/>
        </p:nvSpPr>
        <p:spPr>
          <a:xfrm>
            <a:off x="579272" y="3360093"/>
            <a:ext cx="54407" cy="55191"/>
          </a:xfrm>
          <a:prstGeom prst="rect">
            <a:avLst/>
          </a:prstGeom>
          <a:solidFill>
            <a:srgbClr val="7243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9" name="Input frame mosaic cell"/>
          <p:cNvSpPr/>
          <p:nvPr/>
        </p:nvSpPr>
        <p:spPr>
          <a:xfrm>
            <a:off x="629107" y="3360093"/>
            <a:ext cx="54407" cy="55191"/>
          </a:xfrm>
          <a:prstGeom prst="rect">
            <a:avLst/>
          </a:prstGeom>
          <a:solidFill>
            <a:srgbClr val="8438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0" name="Input frame mosaic cell"/>
          <p:cNvSpPr/>
          <p:nvPr/>
        </p:nvSpPr>
        <p:spPr>
          <a:xfrm>
            <a:off x="678942" y="3360093"/>
            <a:ext cx="54407" cy="55191"/>
          </a:xfrm>
          <a:prstGeom prst="rect">
            <a:avLst/>
          </a:prstGeom>
          <a:solidFill>
            <a:srgbClr val="8D36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1" name="Input frame mosaic cell"/>
          <p:cNvSpPr/>
          <p:nvPr/>
        </p:nvSpPr>
        <p:spPr>
          <a:xfrm>
            <a:off x="728777" y="3360093"/>
            <a:ext cx="54407" cy="55191"/>
          </a:xfrm>
          <a:prstGeom prst="rect">
            <a:avLst/>
          </a:prstGeom>
          <a:solidFill>
            <a:srgbClr val="9E47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2" name="Input frame mosaic cell"/>
          <p:cNvSpPr/>
          <p:nvPr/>
        </p:nvSpPr>
        <p:spPr>
          <a:xfrm>
            <a:off x="778612" y="3360093"/>
            <a:ext cx="54407" cy="55191"/>
          </a:xfrm>
          <a:prstGeom prst="rect">
            <a:avLst/>
          </a:prstGeom>
          <a:solidFill>
            <a:srgbClr val="A8555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3" name="Input frame mosaic cell"/>
          <p:cNvSpPr/>
          <p:nvPr/>
        </p:nvSpPr>
        <p:spPr>
          <a:xfrm>
            <a:off x="828446" y="3360093"/>
            <a:ext cx="54407" cy="55191"/>
          </a:xfrm>
          <a:prstGeom prst="rect">
            <a:avLst/>
          </a:prstGeom>
          <a:solidFill>
            <a:srgbClr val="A857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4" name="Input frame mosaic cell"/>
          <p:cNvSpPr/>
          <p:nvPr/>
        </p:nvSpPr>
        <p:spPr>
          <a:xfrm>
            <a:off x="878281" y="3360093"/>
            <a:ext cx="54407" cy="55191"/>
          </a:xfrm>
          <a:prstGeom prst="rect">
            <a:avLst/>
          </a:prstGeom>
          <a:solidFill>
            <a:srgbClr val="A95D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5" name="Input frame mosaic cell"/>
          <p:cNvSpPr/>
          <p:nvPr/>
        </p:nvSpPr>
        <p:spPr>
          <a:xfrm>
            <a:off x="928116" y="3360093"/>
            <a:ext cx="54407" cy="55191"/>
          </a:xfrm>
          <a:prstGeom prst="rect">
            <a:avLst/>
          </a:prstGeom>
          <a:solidFill>
            <a:srgbClr val="B76E7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6" name="Input frame mosaic cell"/>
          <p:cNvSpPr/>
          <p:nvPr/>
        </p:nvSpPr>
        <p:spPr>
          <a:xfrm>
            <a:off x="977951" y="3360093"/>
            <a:ext cx="54407" cy="55191"/>
          </a:xfrm>
          <a:prstGeom prst="rect">
            <a:avLst/>
          </a:prstGeom>
          <a:solidFill>
            <a:srgbClr val="C8808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7" name="Input frame mosaic cell"/>
          <p:cNvSpPr/>
          <p:nvPr/>
        </p:nvSpPr>
        <p:spPr>
          <a:xfrm>
            <a:off x="1027786" y="3360093"/>
            <a:ext cx="54407" cy="55191"/>
          </a:xfrm>
          <a:prstGeom prst="rect">
            <a:avLst/>
          </a:prstGeom>
          <a:solidFill>
            <a:srgbClr val="C46A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8" name="Input frame mosaic cell"/>
          <p:cNvSpPr/>
          <p:nvPr/>
        </p:nvSpPr>
        <p:spPr>
          <a:xfrm>
            <a:off x="1077620" y="3360093"/>
            <a:ext cx="54407" cy="55191"/>
          </a:xfrm>
          <a:prstGeom prst="rect">
            <a:avLst/>
          </a:prstGeom>
          <a:solidFill>
            <a:srgbClr val="A142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9" name="Input frame mosaic cell"/>
          <p:cNvSpPr/>
          <p:nvPr/>
        </p:nvSpPr>
        <p:spPr>
          <a:xfrm>
            <a:off x="1127455" y="3360093"/>
            <a:ext cx="54407" cy="55191"/>
          </a:xfrm>
          <a:prstGeom prst="rect">
            <a:avLst/>
          </a:prstGeom>
          <a:solidFill>
            <a:srgbClr val="8D3E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0" name="Input frame mosaic cell"/>
          <p:cNvSpPr/>
          <p:nvPr/>
        </p:nvSpPr>
        <p:spPr>
          <a:xfrm>
            <a:off x="1177290" y="3360093"/>
            <a:ext cx="54407" cy="55191"/>
          </a:xfrm>
          <a:prstGeom prst="rect">
            <a:avLst/>
          </a:prstGeom>
          <a:solidFill>
            <a:srgbClr val="8A47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1" name="Input frame mosaic cell"/>
          <p:cNvSpPr/>
          <p:nvPr/>
        </p:nvSpPr>
        <p:spPr>
          <a:xfrm>
            <a:off x="1227125" y="3360093"/>
            <a:ext cx="54407" cy="55191"/>
          </a:xfrm>
          <a:prstGeom prst="rect">
            <a:avLst/>
          </a:prstGeom>
          <a:solidFill>
            <a:srgbClr val="9A53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2" name="Input frame mosaic cell"/>
          <p:cNvSpPr/>
          <p:nvPr/>
        </p:nvSpPr>
        <p:spPr>
          <a:xfrm>
            <a:off x="1276960" y="3360093"/>
            <a:ext cx="54407" cy="55191"/>
          </a:xfrm>
          <a:prstGeom prst="rect">
            <a:avLst/>
          </a:prstGeom>
          <a:solidFill>
            <a:srgbClr val="A0555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3" name="Input frame mosaic cell"/>
          <p:cNvSpPr/>
          <p:nvPr/>
        </p:nvSpPr>
        <p:spPr>
          <a:xfrm>
            <a:off x="1326794" y="3360093"/>
            <a:ext cx="54407" cy="55191"/>
          </a:xfrm>
          <a:prstGeom prst="rect">
            <a:avLst/>
          </a:prstGeom>
          <a:solidFill>
            <a:srgbClr val="A65B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4" name="Input frame mosaic cell"/>
          <p:cNvSpPr/>
          <p:nvPr/>
        </p:nvSpPr>
        <p:spPr>
          <a:xfrm>
            <a:off x="1376629" y="3360093"/>
            <a:ext cx="54407" cy="55191"/>
          </a:xfrm>
          <a:prstGeom prst="rect">
            <a:avLst/>
          </a:prstGeom>
          <a:solidFill>
            <a:srgbClr val="A65E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5" name="Input frame mosaic cell"/>
          <p:cNvSpPr/>
          <p:nvPr/>
        </p:nvSpPr>
        <p:spPr>
          <a:xfrm>
            <a:off x="1426464" y="3360093"/>
            <a:ext cx="54407" cy="55191"/>
          </a:xfrm>
          <a:prstGeom prst="rect">
            <a:avLst/>
          </a:prstGeom>
          <a:solidFill>
            <a:srgbClr val="A761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6" name="Input frame mosaic cell"/>
          <p:cNvSpPr/>
          <p:nvPr/>
        </p:nvSpPr>
        <p:spPr>
          <a:xfrm>
            <a:off x="1476299" y="3360093"/>
            <a:ext cx="54407" cy="55191"/>
          </a:xfrm>
          <a:prstGeom prst="rect">
            <a:avLst/>
          </a:prstGeom>
          <a:solidFill>
            <a:srgbClr val="9D56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7" name="Input frame mosaic cell"/>
          <p:cNvSpPr/>
          <p:nvPr/>
        </p:nvSpPr>
        <p:spPr>
          <a:xfrm>
            <a:off x="1526134" y="3360093"/>
            <a:ext cx="54407" cy="55191"/>
          </a:xfrm>
          <a:prstGeom prst="rect">
            <a:avLst/>
          </a:prstGeom>
          <a:solidFill>
            <a:srgbClr val="843B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8" name="Input frame mosaic cell"/>
          <p:cNvSpPr/>
          <p:nvPr/>
        </p:nvSpPr>
        <p:spPr>
          <a:xfrm>
            <a:off x="1575968" y="3360093"/>
            <a:ext cx="54407" cy="55191"/>
          </a:xfrm>
          <a:prstGeom prst="rect">
            <a:avLst/>
          </a:prstGeom>
          <a:solidFill>
            <a:srgbClr val="7B3A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9" name="Input frame mosaic cell"/>
          <p:cNvSpPr/>
          <p:nvPr/>
        </p:nvSpPr>
        <p:spPr>
          <a:xfrm>
            <a:off x="1625803" y="3360093"/>
            <a:ext cx="54407" cy="55191"/>
          </a:xfrm>
          <a:prstGeom prst="rect">
            <a:avLst/>
          </a:prstGeom>
          <a:solidFill>
            <a:srgbClr val="753A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0" name="Input frame mosaic cell"/>
          <p:cNvSpPr/>
          <p:nvPr/>
        </p:nvSpPr>
        <p:spPr>
          <a:xfrm>
            <a:off x="1675638" y="3360093"/>
            <a:ext cx="54407" cy="55191"/>
          </a:xfrm>
          <a:prstGeom prst="rect">
            <a:avLst/>
          </a:prstGeom>
          <a:solidFill>
            <a:srgbClr val="6D37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1" name="Input frame mosaic cell"/>
          <p:cNvSpPr/>
          <p:nvPr/>
        </p:nvSpPr>
        <p:spPr>
          <a:xfrm>
            <a:off x="1725473" y="3360093"/>
            <a:ext cx="54407" cy="55191"/>
          </a:xfrm>
          <a:prstGeom prst="rect">
            <a:avLst/>
          </a:prstGeom>
          <a:solidFill>
            <a:srgbClr val="6B36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2" name="Input frame mosaic cell"/>
          <p:cNvSpPr/>
          <p:nvPr/>
        </p:nvSpPr>
        <p:spPr>
          <a:xfrm>
            <a:off x="1775308" y="3360093"/>
            <a:ext cx="54407" cy="55191"/>
          </a:xfrm>
          <a:prstGeom prst="rect">
            <a:avLst/>
          </a:prstGeom>
          <a:solidFill>
            <a:srgbClr val="A76C6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3" name="Input frame mosaic cell"/>
          <p:cNvSpPr/>
          <p:nvPr/>
        </p:nvSpPr>
        <p:spPr>
          <a:xfrm>
            <a:off x="1825142" y="3360093"/>
            <a:ext cx="54407" cy="55191"/>
          </a:xfrm>
          <a:prstGeom prst="rect">
            <a:avLst/>
          </a:prstGeom>
          <a:solidFill>
            <a:srgbClr val="9C54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4" name="Input frame mosaic cell"/>
          <p:cNvSpPr/>
          <p:nvPr/>
        </p:nvSpPr>
        <p:spPr>
          <a:xfrm>
            <a:off x="1874977" y="3360093"/>
            <a:ext cx="54407" cy="55191"/>
          </a:xfrm>
          <a:prstGeom prst="rect">
            <a:avLst/>
          </a:prstGeom>
          <a:solidFill>
            <a:srgbClr val="9445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5" name="Input frame mosaic cell"/>
          <p:cNvSpPr/>
          <p:nvPr/>
        </p:nvSpPr>
        <p:spPr>
          <a:xfrm>
            <a:off x="1924812" y="3360093"/>
            <a:ext cx="54407" cy="55191"/>
          </a:xfrm>
          <a:prstGeom prst="rect">
            <a:avLst/>
          </a:prstGeom>
          <a:solidFill>
            <a:srgbClr val="8D35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6" name="Input frame mosaic cell"/>
          <p:cNvSpPr/>
          <p:nvPr/>
        </p:nvSpPr>
        <p:spPr>
          <a:xfrm>
            <a:off x="1974647" y="3360093"/>
            <a:ext cx="54407" cy="55191"/>
          </a:xfrm>
          <a:prstGeom prst="rect">
            <a:avLst/>
          </a:prstGeom>
          <a:solidFill>
            <a:srgbClr val="9042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7" name="Input frame mosaic cell"/>
          <p:cNvSpPr/>
          <p:nvPr/>
        </p:nvSpPr>
        <p:spPr>
          <a:xfrm>
            <a:off x="2024482" y="3360093"/>
            <a:ext cx="54407" cy="55191"/>
          </a:xfrm>
          <a:prstGeom prst="rect">
            <a:avLst/>
          </a:prstGeom>
          <a:solidFill>
            <a:srgbClr val="8338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8" name="Input frame mosaic cell"/>
          <p:cNvSpPr/>
          <p:nvPr/>
        </p:nvSpPr>
        <p:spPr>
          <a:xfrm>
            <a:off x="2074316" y="3360093"/>
            <a:ext cx="54407" cy="55191"/>
          </a:xfrm>
          <a:prstGeom prst="rect">
            <a:avLst/>
          </a:prstGeom>
          <a:solidFill>
            <a:srgbClr val="8143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9" name="Input frame mosaic cell"/>
          <p:cNvSpPr/>
          <p:nvPr/>
        </p:nvSpPr>
        <p:spPr>
          <a:xfrm>
            <a:off x="2124151" y="3360093"/>
            <a:ext cx="54407" cy="55191"/>
          </a:xfrm>
          <a:prstGeom prst="rect">
            <a:avLst/>
          </a:prstGeom>
          <a:solidFill>
            <a:srgbClr val="723A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0" name="Input frame mosaic cell"/>
          <p:cNvSpPr/>
          <p:nvPr/>
        </p:nvSpPr>
        <p:spPr>
          <a:xfrm>
            <a:off x="2173986" y="3360093"/>
            <a:ext cx="54407" cy="55191"/>
          </a:xfrm>
          <a:prstGeom prst="rect">
            <a:avLst/>
          </a:prstGeom>
          <a:solidFill>
            <a:srgbClr val="6032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1" name="Input frame mosaic cell"/>
          <p:cNvSpPr/>
          <p:nvPr/>
        </p:nvSpPr>
        <p:spPr>
          <a:xfrm>
            <a:off x="2223821" y="3360093"/>
            <a:ext cx="54407" cy="55191"/>
          </a:xfrm>
          <a:prstGeom prst="rect">
            <a:avLst/>
          </a:prstGeom>
          <a:solidFill>
            <a:srgbClr val="431D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2" name="Input frame mosaic cell"/>
          <p:cNvSpPr/>
          <p:nvPr/>
        </p:nvSpPr>
        <p:spPr>
          <a:xfrm>
            <a:off x="2273656" y="3360093"/>
            <a:ext cx="54407" cy="55191"/>
          </a:xfrm>
          <a:prstGeom prst="rect">
            <a:avLst/>
          </a:prstGeom>
          <a:solidFill>
            <a:srgbClr val="1508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3" name="Input frame mosaic cell"/>
          <p:cNvSpPr/>
          <p:nvPr/>
        </p:nvSpPr>
        <p:spPr>
          <a:xfrm>
            <a:off x="2323490" y="3360093"/>
            <a:ext cx="54407" cy="55191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4" name="Input frame mosaic cell"/>
          <p:cNvSpPr/>
          <p:nvPr/>
        </p:nvSpPr>
        <p:spPr>
          <a:xfrm>
            <a:off x="2373325" y="3360093"/>
            <a:ext cx="54407" cy="5519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5" name="Input frame border"/>
          <p:cNvSpPr/>
          <p:nvPr/>
        </p:nvSpPr>
        <p:spPr>
          <a:xfrm>
            <a:off x="429768" y="1993392"/>
            <a:ext cx="1993392" cy="1417320"/>
          </a:xfrm>
          <a:prstGeom prst="rect">
            <a:avLst/>
          </a:prstGeom>
          <a:noFill/>
          <a:ln w="12700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126" name="Input caption"/>
          <p:cNvSpPr txBox="1"/>
          <p:nvPr/>
        </p:nvSpPr>
        <p:spPr>
          <a:xfrm>
            <a:off x="475488" y="3511296"/>
            <a:ext cx="18745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Arial"/>
              </a:rPr>
              <a:t>one sampled surgical frame</a:t>
            </a:r>
          </a:p>
        </p:txBody>
      </p:sp>
      <p:cxnSp>
        <p:nvCxnSpPr>
          <p:cNvPr id="1127" name="Arrow"/>
          <p:cNvCxnSpPr/>
          <p:nvPr/>
        </p:nvCxnSpPr>
        <p:spPr>
          <a:xfrm>
            <a:off x="2578608" y="2706624"/>
            <a:ext cx="329184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1128" name="Patch label"/>
          <p:cNvSpPr txBox="1"/>
          <p:nvPr/>
        </p:nvSpPr>
        <p:spPr>
          <a:xfrm>
            <a:off x="2889504" y="1545336"/>
            <a:ext cx="18745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16 x 16 px patches</a:t>
            </a:r>
          </a:p>
        </p:txBody>
      </p:sp>
      <p:sp>
        <p:nvSpPr>
          <p:cNvPr id="1129" name="Patch 0,0 mosaic cell"/>
          <p:cNvSpPr/>
          <p:nvPr/>
        </p:nvSpPr>
        <p:spPr>
          <a:xfrm>
            <a:off x="3072384" y="2002536"/>
            <a:ext cx="82296" cy="82296"/>
          </a:xfrm>
          <a:prstGeom prst="rect">
            <a:avLst/>
          </a:prstGeom>
          <a:solidFill>
            <a:srgbClr val="11070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0" name="Patch 0,0 mosaic cell"/>
          <p:cNvSpPr/>
          <p:nvPr/>
        </p:nvSpPr>
        <p:spPr>
          <a:xfrm>
            <a:off x="3150108" y="2002536"/>
            <a:ext cx="82296" cy="82296"/>
          </a:xfrm>
          <a:prstGeom prst="rect">
            <a:avLst/>
          </a:prstGeom>
          <a:solidFill>
            <a:srgbClr val="160A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1" name="Patch 0,0 mosaic cell"/>
          <p:cNvSpPr/>
          <p:nvPr/>
        </p:nvSpPr>
        <p:spPr>
          <a:xfrm>
            <a:off x="3227832" y="2002536"/>
            <a:ext cx="82296" cy="82296"/>
          </a:xfrm>
          <a:prstGeom prst="rect">
            <a:avLst/>
          </a:prstGeom>
          <a:solidFill>
            <a:srgbClr val="3416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2" name="Patch 0,0 mosaic cell"/>
          <p:cNvSpPr/>
          <p:nvPr/>
        </p:nvSpPr>
        <p:spPr>
          <a:xfrm>
            <a:off x="3305556" y="2002536"/>
            <a:ext cx="82296" cy="82296"/>
          </a:xfrm>
          <a:prstGeom prst="rect">
            <a:avLst/>
          </a:prstGeom>
          <a:solidFill>
            <a:srgbClr val="893F2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3" name="Patch 0,0 mosaic cell"/>
          <p:cNvSpPr/>
          <p:nvPr/>
        </p:nvSpPr>
        <p:spPr>
          <a:xfrm>
            <a:off x="3072384" y="2080260"/>
            <a:ext cx="82296" cy="82296"/>
          </a:xfrm>
          <a:prstGeom prst="rect">
            <a:avLst/>
          </a:prstGeom>
          <a:solidFill>
            <a:srgbClr val="150A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4" name="Patch 0,0 mosaic cell"/>
          <p:cNvSpPr/>
          <p:nvPr/>
        </p:nvSpPr>
        <p:spPr>
          <a:xfrm>
            <a:off x="3150108" y="2080260"/>
            <a:ext cx="82296" cy="82296"/>
          </a:xfrm>
          <a:prstGeom prst="rect">
            <a:avLst/>
          </a:prstGeom>
          <a:solidFill>
            <a:srgbClr val="170C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5" name="Patch 0,0 mosaic cell"/>
          <p:cNvSpPr/>
          <p:nvPr/>
        </p:nvSpPr>
        <p:spPr>
          <a:xfrm>
            <a:off x="3227832" y="2080260"/>
            <a:ext cx="82296" cy="82296"/>
          </a:xfrm>
          <a:prstGeom prst="rect">
            <a:avLst/>
          </a:prstGeom>
          <a:solidFill>
            <a:srgbClr val="200E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6" name="Patch 0,0 mosaic cell"/>
          <p:cNvSpPr/>
          <p:nvPr/>
        </p:nvSpPr>
        <p:spPr>
          <a:xfrm>
            <a:off x="3305556" y="2080260"/>
            <a:ext cx="82296" cy="82296"/>
          </a:xfrm>
          <a:prstGeom prst="rect">
            <a:avLst/>
          </a:prstGeom>
          <a:solidFill>
            <a:srgbClr val="5B23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7" name="Patch 0,0 mosaic cell"/>
          <p:cNvSpPr/>
          <p:nvPr/>
        </p:nvSpPr>
        <p:spPr>
          <a:xfrm>
            <a:off x="3072384" y="2157984"/>
            <a:ext cx="82296" cy="82296"/>
          </a:xfrm>
          <a:prstGeom prst="rect">
            <a:avLst/>
          </a:prstGeom>
          <a:solidFill>
            <a:srgbClr val="160B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8" name="Patch 0,0 mosaic cell"/>
          <p:cNvSpPr/>
          <p:nvPr/>
        </p:nvSpPr>
        <p:spPr>
          <a:xfrm>
            <a:off x="3150108" y="2157984"/>
            <a:ext cx="82296" cy="82296"/>
          </a:xfrm>
          <a:prstGeom prst="rect">
            <a:avLst/>
          </a:prstGeom>
          <a:solidFill>
            <a:srgbClr val="190D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9" name="Patch 0,0 mosaic cell"/>
          <p:cNvSpPr/>
          <p:nvPr/>
        </p:nvSpPr>
        <p:spPr>
          <a:xfrm>
            <a:off x="3227832" y="2157984"/>
            <a:ext cx="82296" cy="82296"/>
          </a:xfrm>
          <a:prstGeom prst="rect">
            <a:avLst/>
          </a:prstGeom>
          <a:solidFill>
            <a:srgbClr val="1D0F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0" name="Patch 0,0 mosaic cell"/>
          <p:cNvSpPr/>
          <p:nvPr/>
        </p:nvSpPr>
        <p:spPr>
          <a:xfrm>
            <a:off x="3305556" y="2157984"/>
            <a:ext cx="82296" cy="82296"/>
          </a:xfrm>
          <a:prstGeom prst="rect">
            <a:avLst/>
          </a:prstGeom>
          <a:solidFill>
            <a:srgbClr val="2B11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1" name="Patch 0,0 mosaic cell"/>
          <p:cNvSpPr/>
          <p:nvPr/>
        </p:nvSpPr>
        <p:spPr>
          <a:xfrm>
            <a:off x="3072384" y="2235708"/>
            <a:ext cx="82296" cy="82296"/>
          </a:xfrm>
          <a:prstGeom prst="rect">
            <a:avLst/>
          </a:prstGeom>
          <a:solidFill>
            <a:srgbClr val="170B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2" name="Patch 0,0 mosaic cell"/>
          <p:cNvSpPr/>
          <p:nvPr/>
        </p:nvSpPr>
        <p:spPr>
          <a:xfrm>
            <a:off x="3150108" y="2235708"/>
            <a:ext cx="82296" cy="82296"/>
          </a:xfrm>
          <a:prstGeom prst="rect">
            <a:avLst/>
          </a:prstGeom>
          <a:solidFill>
            <a:srgbClr val="190D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3" name="Patch 0,0 mosaic cell"/>
          <p:cNvSpPr/>
          <p:nvPr/>
        </p:nvSpPr>
        <p:spPr>
          <a:xfrm>
            <a:off x="3227832" y="2235708"/>
            <a:ext cx="82296" cy="82296"/>
          </a:xfrm>
          <a:prstGeom prst="rect">
            <a:avLst/>
          </a:prstGeom>
          <a:solidFill>
            <a:srgbClr val="1E13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4" name="Patch 0,0 mosaic cell"/>
          <p:cNvSpPr/>
          <p:nvPr/>
        </p:nvSpPr>
        <p:spPr>
          <a:xfrm>
            <a:off x="3305556" y="2235708"/>
            <a:ext cx="82296" cy="82296"/>
          </a:xfrm>
          <a:prstGeom prst="rect">
            <a:avLst/>
          </a:prstGeom>
          <a:solidFill>
            <a:srgbClr val="20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5" name="Patch tile border"/>
          <p:cNvSpPr/>
          <p:nvPr/>
        </p:nvSpPr>
        <p:spPr>
          <a:xfrm>
            <a:off x="3072384" y="2002536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146" name="Patch 0,1 mosaic cell"/>
          <p:cNvSpPr/>
          <p:nvPr/>
        </p:nvSpPr>
        <p:spPr>
          <a:xfrm>
            <a:off x="3433572" y="2002536"/>
            <a:ext cx="82296" cy="82296"/>
          </a:xfrm>
          <a:prstGeom prst="rect">
            <a:avLst/>
          </a:prstGeom>
          <a:solidFill>
            <a:srgbClr val="AC5A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7" name="Patch 0,1 mosaic cell"/>
          <p:cNvSpPr/>
          <p:nvPr/>
        </p:nvSpPr>
        <p:spPr>
          <a:xfrm>
            <a:off x="3511296" y="2002536"/>
            <a:ext cx="82296" cy="82296"/>
          </a:xfrm>
          <a:prstGeom prst="rect">
            <a:avLst/>
          </a:prstGeom>
          <a:solidFill>
            <a:srgbClr val="9343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8" name="Patch 0,1 mosaic cell"/>
          <p:cNvSpPr/>
          <p:nvPr/>
        </p:nvSpPr>
        <p:spPr>
          <a:xfrm>
            <a:off x="3589020" y="2002536"/>
            <a:ext cx="82296" cy="82296"/>
          </a:xfrm>
          <a:prstGeom prst="rect">
            <a:avLst/>
          </a:prstGeom>
          <a:solidFill>
            <a:srgbClr val="944B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9" name="Patch 0,1 mosaic cell"/>
          <p:cNvSpPr/>
          <p:nvPr/>
        </p:nvSpPr>
        <p:spPr>
          <a:xfrm>
            <a:off x="3666744" y="2002536"/>
            <a:ext cx="82296" cy="82296"/>
          </a:xfrm>
          <a:prstGeom prst="rect">
            <a:avLst/>
          </a:prstGeom>
          <a:solidFill>
            <a:srgbClr val="5926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0" name="Patch 0,1 mosaic cell"/>
          <p:cNvSpPr/>
          <p:nvPr/>
        </p:nvSpPr>
        <p:spPr>
          <a:xfrm>
            <a:off x="3433572" y="2080260"/>
            <a:ext cx="82296" cy="82296"/>
          </a:xfrm>
          <a:prstGeom prst="rect">
            <a:avLst/>
          </a:prstGeom>
          <a:solidFill>
            <a:srgbClr val="9A45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1" name="Patch 0,1 mosaic cell"/>
          <p:cNvSpPr/>
          <p:nvPr/>
        </p:nvSpPr>
        <p:spPr>
          <a:xfrm>
            <a:off x="3511296" y="2080260"/>
            <a:ext cx="82296" cy="82296"/>
          </a:xfrm>
          <a:prstGeom prst="rect">
            <a:avLst/>
          </a:prstGeom>
          <a:solidFill>
            <a:srgbClr val="9845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2" name="Patch 0,1 mosaic cell"/>
          <p:cNvSpPr/>
          <p:nvPr/>
        </p:nvSpPr>
        <p:spPr>
          <a:xfrm>
            <a:off x="3589020" y="2080260"/>
            <a:ext cx="82296" cy="82296"/>
          </a:xfrm>
          <a:prstGeom prst="rect">
            <a:avLst/>
          </a:prstGeom>
          <a:solidFill>
            <a:srgbClr val="A855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3" name="Patch 0,1 mosaic cell"/>
          <p:cNvSpPr/>
          <p:nvPr/>
        </p:nvSpPr>
        <p:spPr>
          <a:xfrm>
            <a:off x="3666744" y="2080260"/>
            <a:ext cx="82296" cy="82296"/>
          </a:xfrm>
          <a:prstGeom prst="rect">
            <a:avLst/>
          </a:prstGeom>
          <a:solidFill>
            <a:srgbClr val="692E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4" name="Patch 0,1 mosaic cell"/>
          <p:cNvSpPr/>
          <p:nvPr/>
        </p:nvSpPr>
        <p:spPr>
          <a:xfrm>
            <a:off x="3433572" y="2157984"/>
            <a:ext cx="82296" cy="82296"/>
          </a:xfrm>
          <a:prstGeom prst="rect">
            <a:avLst/>
          </a:prstGeom>
          <a:solidFill>
            <a:srgbClr val="772C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5" name="Patch 0,1 mosaic cell"/>
          <p:cNvSpPr/>
          <p:nvPr/>
        </p:nvSpPr>
        <p:spPr>
          <a:xfrm>
            <a:off x="3511296" y="2157984"/>
            <a:ext cx="82296" cy="82296"/>
          </a:xfrm>
          <a:prstGeom prst="rect">
            <a:avLst/>
          </a:prstGeom>
          <a:solidFill>
            <a:srgbClr val="913B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6" name="Patch 0,1 mosaic cell"/>
          <p:cNvSpPr/>
          <p:nvPr/>
        </p:nvSpPr>
        <p:spPr>
          <a:xfrm>
            <a:off x="3589020" y="2157984"/>
            <a:ext cx="82296" cy="82296"/>
          </a:xfrm>
          <a:prstGeom prst="rect">
            <a:avLst/>
          </a:prstGeom>
          <a:solidFill>
            <a:srgbClr val="AE52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7" name="Patch 0,1 mosaic cell"/>
          <p:cNvSpPr/>
          <p:nvPr/>
        </p:nvSpPr>
        <p:spPr>
          <a:xfrm>
            <a:off x="3666744" y="2157984"/>
            <a:ext cx="82296" cy="82296"/>
          </a:xfrm>
          <a:prstGeom prst="rect">
            <a:avLst/>
          </a:prstGeom>
          <a:solidFill>
            <a:srgbClr val="7430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8" name="Patch 0,1 mosaic cell"/>
          <p:cNvSpPr/>
          <p:nvPr/>
        </p:nvSpPr>
        <p:spPr>
          <a:xfrm>
            <a:off x="3433572" y="2235708"/>
            <a:ext cx="82296" cy="82296"/>
          </a:xfrm>
          <a:prstGeom prst="rect">
            <a:avLst/>
          </a:prstGeom>
          <a:solidFill>
            <a:srgbClr val="55201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9" name="Patch 0,1 mosaic cell"/>
          <p:cNvSpPr/>
          <p:nvPr/>
        </p:nvSpPr>
        <p:spPr>
          <a:xfrm>
            <a:off x="3511296" y="2235708"/>
            <a:ext cx="82296" cy="82296"/>
          </a:xfrm>
          <a:prstGeom prst="rect">
            <a:avLst/>
          </a:prstGeom>
          <a:solidFill>
            <a:srgbClr val="8E3A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0" name="Patch 0,1 mosaic cell"/>
          <p:cNvSpPr/>
          <p:nvPr/>
        </p:nvSpPr>
        <p:spPr>
          <a:xfrm>
            <a:off x="3589020" y="2235708"/>
            <a:ext cx="82296" cy="82296"/>
          </a:xfrm>
          <a:prstGeom prst="rect">
            <a:avLst/>
          </a:prstGeom>
          <a:solidFill>
            <a:srgbClr val="AE4F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1" name="Patch 0,1 mosaic cell"/>
          <p:cNvSpPr/>
          <p:nvPr/>
        </p:nvSpPr>
        <p:spPr>
          <a:xfrm>
            <a:off x="3666744" y="2235708"/>
            <a:ext cx="82296" cy="82296"/>
          </a:xfrm>
          <a:prstGeom prst="rect">
            <a:avLst/>
          </a:prstGeom>
          <a:solidFill>
            <a:srgbClr val="7B31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2" name="Patch tile border"/>
          <p:cNvSpPr/>
          <p:nvPr/>
        </p:nvSpPr>
        <p:spPr>
          <a:xfrm>
            <a:off x="3433572" y="2002536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163" name="Patch 0,2 mosaic cell"/>
          <p:cNvSpPr/>
          <p:nvPr/>
        </p:nvSpPr>
        <p:spPr>
          <a:xfrm>
            <a:off x="3794760" y="2002536"/>
            <a:ext cx="82296" cy="82296"/>
          </a:xfrm>
          <a:prstGeom prst="rect">
            <a:avLst/>
          </a:prstGeom>
          <a:solidFill>
            <a:srgbClr val="2E10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4" name="Patch 0,2 mosaic cell"/>
          <p:cNvSpPr/>
          <p:nvPr/>
        </p:nvSpPr>
        <p:spPr>
          <a:xfrm>
            <a:off x="3872484" y="2002536"/>
            <a:ext cx="82296" cy="82296"/>
          </a:xfrm>
          <a:prstGeom prst="rect">
            <a:avLst/>
          </a:prstGeom>
          <a:solidFill>
            <a:srgbClr val="1E0D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5" name="Patch 0,2 mosaic cell"/>
          <p:cNvSpPr/>
          <p:nvPr/>
        </p:nvSpPr>
        <p:spPr>
          <a:xfrm>
            <a:off x="3950208" y="2002536"/>
            <a:ext cx="82296" cy="82296"/>
          </a:xfrm>
          <a:prstGeom prst="rect">
            <a:avLst/>
          </a:prstGeom>
          <a:solidFill>
            <a:srgbClr val="1B0F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6" name="Patch 0,2 mosaic cell"/>
          <p:cNvSpPr/>
          <p:nvPr/>
        </p:nvSpPr>
        <p:spPr>
          <a:xfrm>
            <a:off x="4027932" y="2002536"/>
            <a:ext cx="82296" cy="82296"/>
          </a:xfrm>
          <a:prstGeom prst="rect">
            <a:avLst/>
          </a:prstGeom>
          <a:solidFill>
            <a:srgbClr val="190C0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7" name="Patch 0,2 mosaic cell"/>
          <p:cNvSpPr/>
          <p:nvPr/>
        </p:nvSpPr>
        <p:spPr>
          <a:xfrm>
            <a:off x="3794760" y="2080260"/>
            <a:ext cx="82296" cy="82296"/>
          </a:xfrm>
          <a:prstGeom prst="rect">
            <a:avLst/>
          </a:prstGeom>
          <a:solidFill>
            <a:srgbClr val="3313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8" name="Patch 0,2 mosaic cell"/>
          <p:cNvSpPr/>
          <p:nvPr/>
        </p:nvSpPr>
        <p:spPr>
          <a:xfrm>
            <a:off x="3872484" y="2080260"/>
            <a:ext cx="82296" cy="82296"/>
          </a:xfrm>
          <a:prstGeom prst="rect">
            <a:avLst/>
          </a:prstGeom>
          <a:solidFill>
            <a:srgbClr val="200D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9" name="Patch 0,2 mosaic cell"/>
          <p:cNvSpPr/>
          <p:nvPr/>
        </p:nvSpPr>
        <p:spPr>
          <a:xfrm>
            <a:off x="3950208" y="2080260"/>
            <a:ext cx="82296" cy="82296"/>
          </a:xfrm>
          <a:prstGeom prst="rect">
            <a:avLst/>
          </a:prstGeom>
          <a:solidFill>
            <a:srgbClr val="1D0F0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0" name="Patch 0,2 mosaic cell"/>
          <p:cNvSpPr/>
          <p:nvPr/>
        </p:nvSpPr>
        <p:spPr>
          <a:xfrm>
            <a:off x="4027932" y="2080260"/>
            <a:ext cx="82296" cy="82296"/>
          </a:xfrm>
          <a:prstGeom prst="rect">
            <a:avLst/>
          </a:prstGeom>
          <a:solidFill>
            <a:srgbClr val="1F12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1" name="Patch 0,2 mosaic cell"/>
          <p:cNvSpPr/>
          <p:nvPr/>
        </p:nvSpPr>
        <p:spPr>
          <a:xfrm>
            <a:off x="3794760" y="2157984"/>
            <a:ext cx="82296" cy="82296"/>
          </a:xfrm>
          <a:prstGeom prst="rect">
            <a:avLst/>
          </a:prstGeom>
          <a:solidFill>
            <a:srgbClr val="3715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2" name="Patch 0,2 mosaic cell"/>
          <p:cNvSpPr/>
          <p:nvPr/>
        </p:nvSpPr>
        <p:spPr>
          <a:xfrm>
            <a:off x="3872484" y="2157984"/>
            <a:ext cx="82296" cy="82296"/>
          </a:xfrm>
          <a:prstGeom prst="rect">
            <a:avLst/>
          </a:prstGeom>
          <a:solidFill>
            <a:srgbClr val="230F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3" name="Patch 0,2 mosaic cell"/>
          <p:cNvSpPr/>
          <p:nvPr/>
        </p:nvSpPr>
        <p:spPr>
          <a:xfrm>
            <a:off x="3950208" y="2157984"/>
            <a:ext cx="82296" cy="82296"/>
          </a:xfrm>
          <a:prstGeom prst="rect">
            <a:avLst/>
          </a:prstGeom>
          <a:solidFill>
            <a:srgbClr val="2517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4" name="Patch 0,2 mosaic cell"/>
          <p:cNvSpPr/>
          <p:nvPr/>
        </p:nvSpPr>
        <p:spPr>
          <a:xfrm>
            <a:off x="4027932" y="2157984"/>
            <a:ext cx="82296" cy="82296"/>
          </a:xfrm>
          <a:prstGeom prst="rect">
            <a:avLst/>
          </a:prstGeom>
          <a:solidFill>
            <a:srgbClr val="2013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5" name="Patch 0,2 mosaic cell"/>
          <p:cNvSpPr/>
          <p:nvPr/>
        </p:nvSpPr>
        <p:spPr>
          <a:xfrm>
            <a:off x="3794760" y="2235708"/>
            <a:ext cx="82296" cy="82296"/>
          </a:xfrm>
          <a:prstGeom prst="rect">
            <a:avLst/>
          </a:prstGeom>
          <a:solidFill>
            <a:srgbClr val="3814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6" name="Patch 0,2 mosaic cell"/>
          <p:cNvSpPr/>
          <p:nvPr/>
        </p:nvSpPr>
        <p:spPr>
          <a:xfrm>
            <a:off x="3872484" y="2235708"/>
            <a:ext cx="82296" cy="82296"/>
          </a:xfrm>
          <a:prstGeom prst="rect">
            <a:avLst/>
          </a:prstGeom>
          <a:solidFill>
            <a:srgbClr val="2812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7" name="Patch 0,2 mosaic cell"/>
          <p:cNvSpPr/>
          <p:nvPr/>
        </p:nvSpPr>
        <p:spPr>
          <a:xfrm>
            <a:off x="3950208" y="2235708"/>
            <a:ext cx="82296" cy="82296"/>
          </a:xfrm>
          <a:prstGeom prst="rect">
            <a:avLst/>
          </a:prstGeom>
          <a:solidFill>
            <a:srgbClr val="2C19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8" name="Patch 0,2 mosaic cell"/>
          <p:cNvSpPr/>
          <p:nvPr/>
        </p:nvSpPr>
        <p:spPr>
          <a:xfrm>
            <a:off x="4027932" y="2235708"/>
            <a:ext cx="82296" cy="82296"/>
          </a:xfrm>
          <a:prstGeom prst="rect">
            <a:avLst/>
          </a:prstGeom>
          <a:solidFill>
            <a:srgbClr val="2113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9" name="Patch tile border"/>
          <p:cNvSpPr/>
          <p:nvPr/>
        </p:nvSpPr>
        <p:spPr>
          <a:xfrm>
            <a:off x="3794760" y="2002536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180" name="Patch 0,3 mosaic cell"/>
          <p:cNvSpPr/>
          <p:nvPr/>
        </p:nvSpPr>
        <p:spPr>
          <a:xfrm>
            <a:off x="4155948" y="2002536"/>
            <a:ext cx="82296" cy="82296"/>
          </a:xfrm>
          <a:prstGeom prst="rect">
            <a:avLst/>
          </a:prstGeom>
          <a:solidFill>
            <a:srgbClr val="1A0E0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1" name="Patch 0,3 mosaic cell"/>
          <p:cNvSpPr/>
          <p:nvPr/>
        </p:nvSpPr>
        <p:spPr>
          <a:xfrm>
            <a:off x="4233672" y="2002536"/>
            <a:ext cx="82296" cy="82296"/>
          </a:xfrm>
          <a:prstGeom prst="rect">
            <a:avLst/>
          </a:prstGeom>
          <a:solidFill>
            <a:srgbClr val="170C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2" name="Patch 0,3 mosaic cell"/>
          <p:cNvSpPr/>
          <p:nvPr/>
        </p:nvSpPr>
        <p:spPr>
          <a:xfrm>
            <a:off x="4311396" y="2002536"/>
            <a:ext cx="82296" cy="82296"/>
          </a:xfrm>
          <a:prstGeom prst="rect">
            <a:avLst/>
          </a:prstGeom>
          <a:solidFill>
            <a:srgbClr val="170C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3" name="Patch 0,3 mosaic cell"/>
          <p:cNvSpPr/>
          <p:nvPr/>
        </p:nvSpPr>
        <p:spPr>
          <a:xfrm>
            <a:off x="4389120" y="2002536"/>
            <a:ext cx="82296" cy="82296"/>
          </a:xfrm>
          <a:prstGeom prst="rect">
            <a:avLst/>
          </a:prstGeom>
          <a:solidFill>
            <a:srgbClr val="160B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4" name="Patch 0,3 mosaic cell"/>
          <p:cNvSpPr/>
          <p:nvPr/>
        </p:nvSpPr>
        <p:spPr>
          <a:xfrm>
            <a:off x="4155948" y="2080260"/>
            <a:ext cx="82296" cy="82296"/>
          </a:xfrm>
          <a:prstGeom prst="rect">
            <a:avLst/>
          </a:prstGeom>
          <a:solidFill>
            <a:srgbClr val="1E11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5" name="Patch 0,3 mosaic cell"/>
          <p:cNvSpPr/>
          <p:nvPr/>
        </p:nvSpPr>
        <p:spPr>
          <a:xfrm>
            <a:off x="4233672" y="2080260"/>
            <a:ext cx="82296" cy="82296"/>
          </a:xfrm>
          <a:prstGeom prst="rect">
            <a:avLst/>
          </a:prstGeom>
          <a:solidFill>
            <a:srgbClr val="190E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6" name="Patch 0,3 mosaic cell"/>
          <p:cNvSpPr/>
          <p:nvPr/>
        </p:nvSpPr>
        <p:spPr>
          <a:xfrm>
            <a:off x="4311396" y="2080260"/>
            <a:ext cx="82296" cy="82296"/>
          </a:xfrm>
          <a:prstGeom prst="rect">
            <a:avLst/>
          </a:prstGeom>
          <a:solidFill>
            <a:srgbClr val="180D0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7" name="Patch 0,3 mosaic cell"/>
          <p:cNvSpPr/>
          <p:nvPr/>
        </p:nvSpPr>
        <p:spPr>
          <a:xfrm>
            <a:off x="4389120" y="2080260"/>
            <a:ext cx="82296" cy="82296"/>
          </a:xfrm>
          <a:prstGeom prst="rect">
            <a:avLst/>
          </a:prstGeom>
          <a:solidFill>
            <a:srgbClr val="160C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8" name="Patch 0,3 mosaic cell"/>
          <p:cNvSpPr/>
          <p:nvPr/>
        </p:nvSpPr>
        <p:spPr>
          <a:xfrm>
            <a:off x="4155948" y="2157984"/>
            <a:ext cx="82296" cy="82296"/>
          </a:xfrm>
          <a:prstGeom prst="rect">
            <a:avLst/>
          </a:prstGeom>
          <a:solidFill>
            <a:srgbClr val="1E110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9" name="Patch 0,3 mosaic cell"/>
          <p:cNvSpPr/>
          <p:nvPr/>
        </p:nvSpPr>
        <p:spPr>
          <a:xfrm>
            <a:off x="4233672" y="2157984"/>
            <a:ext cx="82296" cy="82296"/>
          </a:xfrm>
          <a:prstGeom prst="rect">
            <a:avLst/>
          </a:prstGeom>
          <a:solidFill>
            <a:srgbClr val="1C11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0" name="Patch 0,3 mosaic cell"/>
          <p:cNvSpPr/>
          <p:nvPr/>
        </p:nvSpPr>
        <p:spPr>
          <a:xfrm>
            <a:off x="4311396" y="2157984"/>
            <a:ext cx="82296" cy="82296"/>
          </a:xfrm>
          <a:prstGeom prst="rect">
            <a:avLst/>
          </a:prstGeom>
          <a:solidFill>
            <a:srgbClr val="190E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1" name="Patch 0,3 mosaic cell"/>
          <p:cNvSpPr/>
          <p:nvPr/>
        </p:nvSpPr>
        <p:spPr>
          <a:xfrm>
            <a:off x="4389120" y="2157984"/>
            <a:ext cx="82296" cy="82296"/>
          </a:xfrm>
          <a:prstGeom prst="rect">
            <a:avLst/>
          </a:prstGeom>
          <a:solidFill>
            <a:srgbClr val="1A0F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2" name="Patch 0,3 mosaic cell"/>
          <p:cNvSpPr/>
          <p:nvPr/>
        </p:nvSpPr>
        <p:spPr>
          <a:xfrm>
            <a:off x="4155948" y="2235708"/>
            <a:ext cx="82296" cy="82296"/>
          </a:xfrm>
          <a:prstGeom prst="rect">
            <a:avLst/>
          </a:prstGeom>
          <a:solidFill>
            <a:srgbClr val="1C110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3" name="Patch 0,3 mosaic cell"/>
          <p:cNvSpPr/>
          <p:nvPr/>
        </p:nvSpPr>
        <p:spPr>
          <a:xfrm>
            <a:off x="4233672" y="2235708"/>
            <a:ext cx="82296" cy="82296"/>
          </a:xfrm>
          <a:prstGeom prst="rect">
            <a:avLst/>
          </a:prstGeom>
          <a:solidFill>
            <a:srgbClr val="1D13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4" name="Patch 0,3 mosaic cell"/>
          <p:cNvSpPr/>
          <p:nvPr/>
        </p:nvSpPr>
        <p:spPr>
          <a:xfrm>
            <a:off x="4311396" y="2235708"/>
            <a:ext cx="82296" cy="82296"/>
          </a:xfrm>
          <a:prstGeom prst="rect">
            <a:avLst/>
          </a:prstGeom>
          <a:solidFill>
            <a:srgbClr val="2A20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5" name="Patch 0,3 mosaic cell"/>
          <p:cNvSpPr/>
          <p:nvPr/>
        </p:nvSpPr>
        <p:spPr>
          <a:xfrm>
            <a:off x="4389120" y="2235708"/>
            <a:ext cx="82296" cy="82296"/>
          </a:xfrm>
          <a:prstGeom prst="rect">
            <a:avLst/>
          </a:prstGeom>
          <a:solidFill>
            <a:srgbClr val="25191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6" name="Patch tile border"/>
          <p:cNvSpPr/>
          <p:nvPr/>
        </p:nvSpPr>
        <p:spPr>
          <a:xfrm>
            <a:off x="4155948" y="2002536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197" name="Patch 1,0 mosaic cell"/>
          <p:cNvSpPr/>
          <p:nvPr/>
        </p:nvSpPr>
        <p:spPr>
          <a:xfrm>
            <a:off x="3072384" y="2363724"/>
            <a:ext cx="82296" cy="82296"/>
          </a:xfrm>
          <a:prstGeom prst="rect">
            <a:avLst/>
          </a:prstGeom>
          <a:solidFill>
            <a:srgbClr val="2011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8" name="Patch 1,0 mosaic cell"/>
          <p:cNvSpPr/>
          <p:nvPr/>
        </p:nvSpPr>
        <p:spPr>
          <a:xfrm>
            <a:off x="3150108" y="2363724"/>
            <a:ext cx="82296" cy="82296"/>
          </a:xfrm>
          <a:prstGeom prst="rect">
            <a:avLst/>
          </a:prstGeom>
          <a:solidFill>
            <a:srgbClr val="1F11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9" name="Patch 1,0 mosaic cell"/>
          <p:cNvSpPr/>
          <p:nvPr/>
        </p:nvSpPr>
        <p:spPr>
          <a:xfrm>
            <a:off x="3227832" y="2363724"/>
            <a:ext cx="82296" cy="82296"/>
          </a:xfrm>
          <a:prstGeom prst="rect">
            <a:avLst/>
          </a:prstGeom>
          <a:solidFill>
            <a:srgbClr val="1F12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0" name="Patch 1,0 mosaic cell"/>
          <p:cNvSpPr/>
          <p:nvPr/>
        </p:nvSpPr>
        <p:spPr>
          <a:xfrm>
            <a:off x="3305556" y="2363724"/>
            <a:ext cx="82296" cy="82296"/>
          </a:xfrm>
          <a:prstGeom prst="rect">
            <a:avLst/>
          </a:prstGeom>
          <a:solidFill>
            <a:srgbClr val="331E1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1" name="Patch 1,0 mosaic cell"/>
          <p:cNvSpPr/>
          <p:nvPr/>
        </p:nvSpPr>
        <p:spPr>
          <a:xfrm>
            <a:off x="3072384" y="2441448"/>
            <a:ext cx="82296" cy="82296"/>
          </a:xfrm>
          <a:prstGeom prst="rect">
            <a:avLst/>
          </a:prstGeom>
          <a:solidFill>
            <a:srgbClr val="2C15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2" name="Patch 1,0 mosaic cell"/>
          <p:cNvSpPr/>
          <p:nvPr/>
        </p:nvSpPr>
        <p:spPr>
          <a:xfrm>
            <a:off x="3150108" y="2441448"/>
            <a:ext cx="82296" cy="82296"/>
          </a:xfrm>
          <a:prstGeom prst="rect">
            <a:avLst/>
          </a:prstGeom>
          <a:solidFill>
            <a:srgbClr val="2915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3" name="Patch 1,0 mosaic cell"/>
          <p:cNvSpPr/>
          <p:nvPr/>
        </p:nvSpPr>
        <p:spPr>
          <a:xfrm>
            <a:off x="3227832" y="2441448"/>
            <a:ext cx="82296" cy="82296"/>
          </a:xfrm>
          <a:prstGeom prst="rect">
            <a:avLst/>
          </a:prstGeom>
          <a:solidFill>
            <a:srgbClr val="311B1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4" name="Patch 1,0 mosaic cell"/>
          <p:cNvSpPr/>
          <p:nvPr/>
        </p:nvSpPr>
        <p:spPr>
          <a:xfrm>
            <a:off x="3305556" y="2441448"/>
            <a:ext cx="82296" cy="82296"/>
          </a:xfrm>
          <a:prstGeom prst="rect">
            <a:avLst/>
          </a:prstGeom>
          <a:solidFill>
            <a:srgbClr val="4F2B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5" name="Patch 1,0 mosaic cell"/>
          <p:cNvSpPr/>
          <p:nvPr/>
        </p:nvSpPr>
        <p:spPr>
          <a:xfrm>
            <a:off x="3072384" y="2519172"/>
            <a:ext cx="82296" cy="82296"/>
          </a:xfrm>
          <a:prstGeom prst="rect">
            <a:avLst/>
          </a:prstGeom>
          <a:solidFill>
            <a:srgbClr val="6834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6" name="Patch 1,0 mosaic cell"/>
          <p:cNvSpPr/>
          <p:nvPr/>
        </p:nvSpPr>
        <p:spPr>
          <a:xfrm>
            <a:off x="3150108" y="2519172"/>
            <a:ext cx="82296" cy="82296"/>
          </a:xfrm>
          <a:prstGeom prst="rect">
            <a:avLst/>
          </a:prstGeom>
          <a:solidFill>
            <a:srgbClr val="773E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7" name="Patch 1,0 mosaic cell"/>
          <p:cNvSpPr/>
          <p:nvPr/>
        </p:nvSpPr>
        <p:spPr>
          <a:xfrm>
            <a:off x="3227832" y="2519172"/>
            <a:ext cx="82296" cy="82296"/>
          </a:xfrm>
          <a:prstGeom prst="rect">
            <a:avLst/>
          </a:prstGeom>
          <a:solidFill>
            <a:srgbClr val="8F51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8" name="Patch 1,0 mosaic cell"/>
          <p:cNvSpPr/>
          <p:nvPr/>
        </p:nvSpPr>
        <p:spPr>
          <a:xfrm>
            <a:off x="3305556" y="2519172"/>
            <a:ext cx="82296" cy="82296"/>
          </a:xfrm>
          <a:prstGeom prst="rect">
            <a:avLst/>
          </a:prstGeom>
          <a:solidFill>
            <a:srgbClr val="A962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9" name="Patch 1,0 mosaic cell"/>
          <p:cNvSpPr/>
          <p:nvPr/>
        </p:nvSpPr>
        <p:spPr>
          <a:xfrm>
            <a:off x="3072384" y="2596896"/>
            <a:ext cx="82296" cy="82296"/>
          </a:xfrm>
          <a:prstGeom prst="rect">
            <a:avLst/>
          </a:prstGeom>
          <a:solidFill>
            <a:srgbClr val="7E3D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0" name="Patch 1,0 mosaic cell"/>
          <p:cNvSpPr/>
          <p:nvPr/>
        </p:nvSpPr>
        <p:spPr>
          <a:xfrm>
            <a:off x="3150108" y="2596896"/>
            <a:ext cx="82296" cy="82296"/>
          </a:xfrm>
          <a:prstGeom prst="rect">
            <a:avLst/>
          </a:prstGeom>
          <a:solidFill>
            <a:srgbClr val="9E57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1" name="Patch 1,0 mosaic cell"/>
          <p:cNvSpPr/>
          <p:nvPr/>
        </p:nvSpPr>
        <p:spPr>
          <a:xfrm>
            <a:off x="3227832" y="2596896"/>
            <a:ext cx="82296" cy="82296"/>
          </a:xfrm>
          <a:prstGeom prst="rect">
            <a:avLst/>
          </a:prstGeom>
          <a:solidFill>
            <a:srgbClr val="BA706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2" name="Patch 1,0 mosaic cell"/>
          <p:cNvSpPr/>
          <p:nvPr/>
        </p:nvSpPr>
        <p:spPr>
          <a:xfrm>
            <a:off x="3305556" y="2596896"/>
            <a:ext cx="82296" cy="82296"/>
          </a:xfrm>
          <a:prstGeom prst="rect">
            <a:avLst/>
          </a:prstGeom>
          <a:solidFill>
            <a:srgbClr val="D17F7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3" name="Patch tile border"/>
          <p:cNvSpPr/>
          <p:nvPr/>
        </p:nvSpPr>
        <p:spPr>
          <a:xfrm>
            <a:off x="3072384" y="2363724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214" name="Patch 1,1 mosaic cell"/>
          <p:cNvSpPr/>
          <p:nvPr/>
        </p:nvSpPr>
        <p:spPr>
          <a:xfrm>
            <a:off x="3433572" y="2363724"/>
            <a:ext cx="82296" cy="82296"/>
          </a:xfrm>
          <a:prstGeom prst="rect">
            <a:avLst/>
          </a:prstGeom>
          <a:solidFill>
            <a:srgbClr val="4A27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5" name="Patch 1,1 mosaic cell"/>
          <p:cNvSpPr/>
          <p:nvPr/>
        </p:nvSpPr>
        <p:spPr>
          <a:xfrm>
            <a:off x="3511296" y="2363724"/>
            <a:ext cx="82296" cy="82296"/>
          </a:xfrm>
          <a:prstGeom prst="rect">
            <a:avLst/>
          </a:prstGeom>
          <a:solidFill>
            <a:srgbClr val="7B38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6" name="Patch 1,1 mosaic cell"/>
          <p:cNvSpPr/>
          <p:nvPr/>
        </p:nvSpPr>
        <p:spPr>
          <a:xfrm>
            <a:off x="3589020" y="2363724"/>
            <a:ext cx="82296" cy="82296"/>
          </a:xfrm>
          <a:prstGeom prst="rect">
            <a:avLst/>
          </a:prstGeom>
          <a:solidFill>
            <a:srgbClr val="9A43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7" name="Patch 1,1 mosaic cell"/>
          <p:cNvSpPr/>
          <p:nvPr/>
        </p:nvSpPr>
        <p:spPr>
          <a:xfrm>
            <a:off x="3666744" y="2363724"/>
            <a:ext cx="82296" cy="82296"/>
          </a:xfrm>
          <a:prstGeom prst="rect">
            <a:avLst/>
          </a:prstGeom>
          <a:solidFill>
            <a:srgbClr val="77302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8" name="Patch 1,1 mosaic cell"/>
          <p:cNvSpPr/>
          <p:nvPr/>
        </p:nvSpPr>
        <p:spPr>
          <a:xfrm>
            <a:off x="3433572" y="2441448"/>
            <a:ext cx="82296" cy="82296"/>
          </a:xfrm>
          <a:prstGeom prst="rect">
            <a:avLst/>
          </a:prstGeom>
          <a:solidFill>
            <a:srgbClr val="522D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9" name="Patch 1,1 mosaic cell"/>
          <p:cNvSpPr/>
          <p:nvPr/>
        </p:nvSpPr>
        <p:spPr>
          <a:xfrm>
            <a:off x="3511296" y="2441448"/>
            <a:ext cx="82296" cy="82296"/>
          </a:xfrm>
          <a:prstGeom prst="rect">
            <a:avLst/>
          </a:prstGeom>
          <a:solidFill>
            <a:srgbClr val="5F2E2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0" name="Patch 1,1 mosaic cell"/>
          <p:cNvSpPr/>
          <p:nvPr/>
        </p:nvSpPr>
        <p:spPr>
          <a:xfrm>
            <a:off x="3589020" y="2441448"/>
            <a:ext cx="82296" cy="82296"/>
          </a:xfrm>
          <a:prstGeom prst="rect">
            <a:avLst/>
          </a:prstGeom>
          <a:solidFill>
            <a:srgbClr val="853D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1" name="Patch 1,1 mosaic cell"/>
          <p:cNvSpPr/>
          <p:nvPr/>
        </p:nvSpPr>
        <p:spPr>
          <a:xfrm>
            <a:off x="3666744" y="2441448"/>
            <a:ext cx="82296" cy="82296"/>
          </a:xfrm>
          <a:prstGeom prst="rect">
            <a:avLst/>
          </a:prstGeom>
          <a:solidFill>
            <a:srgbClr val="632A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2" name="Patch 1,1 mosaic cell"/>
          <p:cNvSpPr/>
          <p:nvPr/>
        </p:nvSpPr>
        <p:spPr>
          <a:xfrm>
            <a:off x="3433572" y="2519172"/>
            <a:ext cx="82296" cy="82296"/>
          </a:xfrm>
          <a:prstGeom prst="rect">
            <a:avLst/>
          </a:prstGeom>
          <a:solidFill>
            <a:srgbClr val="BD756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3" name="Patch 1,1 mosaic cell"/>
          <p:cNvSpPr/>
          <p:nvPr/>
        </p:nvSpPr>
        <p:spPr>
          <a:xfrm>
            <a:off x="3511296" y="2519172"/>
            <a:ext cx="82296" cy="82296"/>
          </a:xfrm>
          <a:prstGeom prst="rect">
            <a:avLst/>
          </a:prstGeom>
          <a:solidFill>
            <a:srgbClr val="B471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4" name="Patch 1,1 mosaic cell"/>
          <p:cNvSpPr/>
          <p:nvPr/>
        </p:nvSpPr>
        <p:spPr>
          <a:xfrm>
            <a:off x="3589020" y="2519172"/>
            <a:ext cx="82296" cy="82296"/>
          </a:xfrm>
          <a:prstGeom prst="rect">
            <a:avLst/>
          </a:prstGeom>
          <a:solidFill>
            <a:srgbClr val="A564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5" name="Patch 1,1 mosaic cell"/>
          <p:cNvSpPr/>
          <p:nvPr/>
        </p:nvSpPr>
        <p:spPr>
          <a:xfrm>
            <a:off x="3666744" y="2519172"/>
            <a:ext cx="82296" cy="82296"/>
          </a:xfrm>
          <a:prstGeom prst="rect">
            <a:avLst/>
          </a:prstGeom>
          <a:solidFill>
            <a:srgbClr val="975B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6" name="Patch 1,1 mosaic cell"/>
          <p:cNvSpPr/>
          <p:nvPr/>
        </p:nvSpPr>
        <p:spPr>
          <a:xfrm>
            <a:off x="3433572" y="2596896"/>
            <a:ext cx="82296" cy="82296"/>
          </a:xfrm>
          <a:prstGeom prst="rect">
            <a:avLst/>
          </a:prstGeom>
          <a:solidFill>
            <a:srgbClr val="C5847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7" name="Patch 1,1 mosaic cell"/>
          <p:cNvSpPr/>
          <p:nvPr/>
        </p:nvSpPr>
        <p:spPr>
          <a:xfrm>
            <a:off x="3511296" y="2596896"/>
            <a:ext cx="82296" cy="82296"/>
          </a:xfrm>
          <a:prstGeom prst="rect">
            <a:avLst/>
          </a:prstGeom>
          <a:solidFill>
            <a:srgbClr val="6F4B4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8" name="Patch 1,1 mosaic cell"/>
          <p:cNvSpPr/>
          <p:nvPr/>
        </p:nvSpPr>
        <p:spPr>
          <a:xfrm>
            <a:off x="3589020" y="2596896"/>
            <a:ext cx="82296" cy="82296"/>
          </a:xfrm>
          <a:prstGeom prst="rect">
            <a:avLst/>
          </a:prstGeom>
          <a:solidFill>
            <a:srgbClr val="4C2B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9" name="Patch 1,1 mosaic cell"/>
          <p:cNvSpPr/>
          <p:nvPr/>
        </p:nvSpPr>
        <p:spPr>
          <a:xfrm>
            <a:off x="3666744" y="2596896"/>
            <a:ext cx="82296" cy="82296"/>
          </a:xfrm>
          <a:prstGeom prst="rect">
            <a:avLst/>
          </a:prstGeom>
          <a:solidFill>
            <a:srgbClr val="4D2D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0" name="Patch tile border"/>
          <p:cNvSpPr/>
          <p:nvPr/>
        </p:nvSpPr>
        <p:spPr>
          <a:xfrm>
            <a:off x="3433572" y="2363724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231" name="Patch 1,2 mosaic cell"/>
          <p:cNvSpPr/>
          <p:nvPr/>
        </p:nvSpPr>
        <p:spPr>
          <a:xfrm>
            <a:off x="3794760" y="2363724"/>
            <a:ext cx="82296" cy="82296"/>
          </a:xfrm>
          <a:prstGeom prst="rect">
            <a:avLst/>
          </a:prstGeom>
          <a:solidFill>
            <a:srgbClr val="3716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2" name="Patch 1,2 mosaic cell"/>
          <p:cNvSpPr/>
          <p:nvPr/>
        </p:nvSpPr>
        <p:spPr>
          <a:xfrm>
            <a:off x="3872484" y="2363724"/>
            <a:ext cx="82296" cy="82296"/>
          </a:xfrm>
          <a:prstGeom prst="rect">
            <a:avLst/>
          </a:prstGeom>
          <a:solidFill>
            <a:srgbClr val="351C1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3" name="Patch 1,2 mosaic cell"/>
          <p:cNvSpPr/>
          <p:nvPr/>
        </p:nvSpPr>
        <p:spPr>
          <a:xfrm>
            <a:off x="3950208" y="2363724"/>
            <a:ext cx="82296" cy="82296"/>
          </a:xfrm>
          <a:prstGeom prst="rect">
            <a:avLst/>
          </a:prstGeom>
          <a:solidFill>
            <a:srgbClr val="3E21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4" name="Patch 1,2 mosaic cell"/>
          <p:cNvSpPr/>
          <p:nvPr/>
        </p:nvSpPr>
        <p:spPr>
          <a:xfrm>
            <a:off x="4027932" y="2363724"/>
            <a:ext cx="82296" cy="82296"/>
          </a:xfrm>
          <a:prstGeom prst="rect">
            <a:avLst/>
          </a:prstGeom>
          <a:solidFill>
            <a:srgbClr val="371C1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5" name="Patch 1,2 mosaic cell"/>
          <p:cNvSpPr/>
          <p:nvPr/>
        </p:nvSpPr>
        <p:spPr>
          <a:xfrm>
            <a:off x="3794760" y="2441448"/>
            <a:ext cx="82296" cy="82296"/>
          </a:xfrm>
          <a:prstGeom prst="rect">
            <a:avLst/>
          </a:prstGeom>
          <a:solidFill>
            <a:srgbClr val="4620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6" name="Patch 1,2 mosaic cell"/>
          <p:cNvSpPr/>
          <p:nvPr/>
        </p:nvSpPr>
        <p:spPr>
          <a:xfrm>
            <a:off x="3872484" y="2441448"/>
            <a:ext cx="82296" cy="82296"/>
          </a:xfrm>
          <a:prstGeom prst="rect">
            <a:avLst/>
          </a:prstGeom>
          <a:solidFill>
            <a:srgbClr val="6A42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7" name="Patch 1,2 mosaic cell"/>
          <p:cNvSpPr/>
          <p:nvPr/>
        </p:nvSpPr>
        <p:spPr>
          <a:xfrm>
            <a:off x="3950208" y="2441448"/>
            <a:ext cx="82296" cy="82296"/>
          </a:xfrm>
          <a:prstGeom prst="rect">
            <a:avLst/>
          </a:prstGeom>
          <a:solidFill>
            <a:srgbClr val="6342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8" name="Patch 1,2 mosaic cell"/>
          <p:cNvSpPr/>
          <p:nvPr/>
        </p:nvSpPr>
        <p:spPr>
          <a:xfrm>
            <a:off x="4027932" y="2441448"/>
            <a:ext cx="82296" cy="82296"/>
          </a:xfrm>
          <a:prstGeom prst="rect">
            <a:avLst/>
          </a:prstGeom>
          <a:solidFill>
            <a:srgbClr val="462D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9" name="Patch 1,2 mosaic cell"/>
          <p:cNvSpPr/>
          <p:nvPr/>
        </p:nvSpPr>
        <p:spPr>
          <a:xfrm>
            <a:off x="3794760" y="2519172"/>
            <a:ext cx="82296" cy="82296"/>
          </a:xfrm>
          <a:prstGeom prst="rect">
            <a:avLst/>
          </a:prstGeom>
          <a:solidFill>
            <a:srgbClr val="864D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0" name="Patch 1,2 mosaic cell"/>
          <p:cNvSpPr/>
          <p:nvPr/>
        </p:nvSpPr>
        <p:spPr>
          <a:xfrm>
            <a:off x="3872484" y="2519172"/>
            <a:ext cx="82296" cy="82296"/>
          </a:xfrm>
          <a:prstGeom prst="rect">
            <a:avLst/>
          </a:prstGeom>
          <a:solidFill>
            <a:srgbClr val="9155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1" name="Patch 1,2 mosaic cell"/>
          <p:cNvSpPr/>
          <p:nvPr/>
        </p:nvSpPr>
        <p:spPr>
          <a:xfrm>
            <a:off x="3950208" y="2519172"/>
            <a:ext cx="82296" cy="82296"/>
          </a:xfrm>
          <a:prstGeom prst="rect">
            <a:avLst/>
          </a:prstGeom>
          <a:solidFill>
            <a:srgbClr val="7E4E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2" name="Patch 1,2 mosaic cell"/>
          <p:cNvSpPr/>
          <p:nvPr/>
        </p:nvSpPr>
        <p:spPr>
          <a:xfrm>
            <a:off x="4027932" y="2519172"/>
            <a:ext cx="82296" cy="82296"/>
          </a:xfrm>
          <a:prstGeom prst="rect">
            <a:avLst/>
          </a:prstGeom>
          <a:solidFill>
            <a:srgbClr val="6448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3" name="Patch 1,2 mosaic cell"/>
          <p:cNvSpPr/>
          <p:nvPr/>
        </p:nvSpPr>
        <p:spPr>
          <a:xfrm>
            <a:off x="3794760" y="2596896"/>
            <a:ext cx="82296" cy="82296"/>
          </a:xfrm>
          <a:prstGeom prst="rect">
            <a:avLst/>
          </a:prstGeom>
          <a:solidFill>
            <a:srgbClr val="5530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4" name="Patch 1,2 mosaic cell"/>
          <p:cNvSpPr/>
          <p:nvPr/>
        </p:nvSpPr>
        <p:spPr>
          <a:xfrm>
            <a:off x="3872484" y="2596896"/>
            <a:ext cx="82296" cy="82296"/>
          </a:xfrm>
          <a:prstGeom prst="rect">
            <a:avLst/>
          </a:prstGeom>
          <a:solidFill>
            <a:srgbClr val="502F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5" name="Patch 1,2 mosaic cell"/>
          <p:cNvSpPr/>
          <p:nvPr/>
        </p:nvSpPr>
        <p:spPr>
          <a:xfrm>
            <a:off x="3950208" y="2596896"/>
            <a:ext cx="82296" cy="82296"/>
          </a:xfrm>
          <a:prstGeom prst="rect">
            <a:avLst/>
          </a:prstGeom>
          <a:solidFill>
            <a:srgbClr val="633F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6" name="Patch 1,2 mosaic cell"/>
          <p:cNvSpPr/>
          <p:nvPr/>
        </p:nvSpPr>
        <p:spPr>
          <a:xfrm>
            <a:off x="4027932" y="2596896"/>
            <a:ext cx="82296" cy="82296"/>
          </a:xfrm>
          <a:prstGeom prst="rect">
            <a:avLst/>
          </a:prstGeom>
          <a:solidFill>
            <a:srgbClr val="724C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7" name="Patch tile border"/>
          <p:cNvSpPr/>
          <p:nvPr/>
        </p:nvSpPr>
        <p:spPr>
          <a:xfrm>
            <a:off x="3794760" y="2363724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248" name="Patch 1,3 mosaic cell"/>
          <p:cNvSpPr/>
          <p:nvPr/>
        </p:nvSpPr>
        <p:spPr>
          <a:xfrm>
            <a:off x="4155948" y="2363724"/>
            <a:ext cx="82296" cy="82296"/>
          </a:xfrm>
          <a:prstGeom prst="rect">
            <a:avLst/>
          </a:prstGeom>
          <a:solidFill>
            <a:srgbClr val="2717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9" name="Patch 1,3 mosaic cell"/>
          <p:cNvSpPr/>
          <p:nvPr/>
        </p:nvSpPr>
        <p:spPr>
          <a:xfrm>
            <a:off x="4233672" y="2363724"/>
            <a:ext cx="82296" cy="82296"/>
          </a:xfrm>
          <a:prstGeom prst="rect">
            <a:avLst/>
          </a:prstGeom>
          <a:solidFill>
            <a:srgbClr val="25170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0" name="Patch 1,3 mosaic cell"/>
          <p:cNvSpPr/>
          <p:nvPr/>
        </p:nvSpPr>
        <p:spPr>
          <a:xfrm>
            <a:off x="4311396" y="2363724"/>
            <a:ext cx="82296" cy="82296"/>
          </a:xfrm>
          <a:prstGeom prst="rect">
            <a:avLst/>
          </a:prstGeom>
          <a:solidFill>
            <a:srgbClr val="26191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1" name="Patch 1,3 mosaic cell"/>
          <p:cNvSpPr/>
          <p:nvPr/>
        </p:nvSpPr>
        <p:spPr>
          <a:xfrm>
            <a:off x="4389120" y="2363724"/>
            <a:ext cx="82296" cy="82296"/>
          </a:xfrm>
          <a:prstGeom prst="rect">
            <a:avLst/>
          </a:prstGeom>
          <a:solidFill>
            <a:srgbClr val="2014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2" name="Patch 1,3 mosaic cell"/>
          <p:cNvSpPr/>
          <p:nvPr/>
        </p:nvSpPr>
        <p:spPr>
          <a:xfrm>
            <a:off x="4155948" y="2441448"/>
            <a:ext cx="82296" cy="82296"/>
          </a:xfrm>
          <a:prstGeom prst="rect">
            <a:avLst/>
          </a:prstGeom>
          <a:solidFill>
            <a:srgbClr val="3E2C2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3" name="Patch 1,3 mosaic cell"/>
          <p:cNvSpPr/>
          <p:nvPr/>
        </p:nvSpPr>
        <p:spPr>
          <a:xfrm>
            <a:off x="4233672" y="2441448"/>
            <a:ext cx="82296" cy="82296"/>
          </a:xfrm>
          <a:prstGeom prst="rect">
            <a:avLst/>
          </a:prstGeom>
          <a:solidFill>
            <a:srgbClr val="30201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4" name="Patch 1,3 mosaic cell"/>
          <p:cNvSpPr/>
          <p:nvPr/>
        </p:nvSpPr>
        <p:spPr>
          <a:xfrm>
            <a:off x="4311396" y="2441448"/>
            <a:ext cx="82296" cy="82296"/>
          </a:xfrm>
          <a:prstGeom prst="rect">
            <a:avLst/>
          </a:prstGeom>
          <a:solidFill>
            <a:srgbClr val="2819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5" name="Patch 1,3 mosaic cell"/>
          <p:cNvSpPr/>
          <p:nvPr/>
        </p:nvSpPr>
        <p:spPr>
          <a:xfrm>
            <a:off x="4389120" y="2441448"/>
            <a:ext cx="82296" cy="82296"/>
          </a:xfrm>
          <a:prstGeom prst="rect">
            <a:avLst/>
          </a:prstGeom>
          <a:solidFill>
            <a:srgbClr val="261A1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6" name="Patch 1,3 mosaic cell"/>
          <p:cNvSpPr/>
          <p:nvPr/>
        </p:nvSpPr>
        <p:spPr>
          <a:xfrm>
            <a:off x="4155948" y="2519172"/>
            <a:ext cx="82296" cy="82296"/>
          </a:xfrm>
          <a:prstGeom prst="rect">
            <a:avLst/>
          </a:prstGeom>
          <a:solidFill>
            <a:srgbClr val="80737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7" name="Patch 1,3 mosaic cell"/>
          <p:cNvSpPr/>
          <p:nvPr/>
        </p:nvSpPr>
        <p:spPr>
          <a:xfrm>
            <a:off x="4233672" y="2519172"/>
            <a:ext cx="82296" cy="82296"/>
          </a:xfrm>
          <a:prstGeom prst="rect">
            <a:avLst/>
          </a:prstGeom>
          <a:solidFill>
            <a:srgbClr val="73676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8" name="Patch 1,3 mosaic cell"/>
          <p:cNvSpPr/>
          <p:nvPr/>
        </p:nvSpPr>
        <p:spPr>
          <a:xfrm>
            <a:off x="4311396" y="2519172"/>
            <a:ext cx="82296" cy="82296"/>
          </a:xfrm>
          <a:prstGeom prst="rect">
            <a:avLst/>
          </a:prstGeom>
          <a:solidFill>
            <a:srgbClr val="5247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9" name="Patch 1,3 mosaic cell"/>
          <p:cNvSpPr/>
          <p:nvPr/>
        </p:nvSpPr>
        <p:spPr>
          <a:xfrm>
            <a:off x="4389120" y="2519172"/>
            <a:ext cx="82296" cy="82296"/>
          </a:xfrm>
          <a:prstGeom prst="rect">
            <a:avLst/>
          </a:prstGeom>
          <a:solidFill>
            <a:srgbClr val="382F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0" name="Patch 1,3 mosaic cell"/>
          <p:cNvSpPr/>
          <p:nvPr/>
        </p:nvSpPr>
        <p:spPr>
          <a:xfrm>
            <a:off x="4155948" y="2596896"/>
            <a:ext cx="82296" cy="82296"/>
          </a:xfrm>
          <a:prstGeom prst="rect">
            <a:avLst/>
          </a:prstGeom>
          <a:solidFill>
            <a:srgbClr val="796A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1" name="Patch 1,3 mosaic cell"/>
          <p:cNvSpPr/>
          <p:nvPr/>
        </p:nvSpPr>
        <p:spPr>
          <a:xfrm>
            <a:off x="4233672" y="2596896"/>
            <a:ext cx="82296" cy="82296"/>
          </a:xfrm>
          <a:prstGeom prst="rect">
            <a:avLst/>
          </a:prstGeom>
          <a:solidFill>
            <a:srgbClr val="94878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2" name="Patch 1,3 mosaic cell"/>
          <p:cNvSpPr/>
          <p:nvPr/>
        </p:nvSpPr>
        <p:spPr>
          <a:xfrm>
            <a:off x="4311396" y="2596896"/>
            <a:ext cx="82296" cy="82296"/>
          </a:xfrm>
          <a:prstGeom prst="rect">
            <a:avLst/>
          </a:prstGeom>
          <a:solidFill>
            <a:srgbClr val="9C939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3" name="Patch 1,3 mosaic cell"/>
          <p:cNvSpPr/>
          <p:nvPr/>
        </p:nvSpPr>
        <p:spPr>
          <a:xfrm>
            <a:off x="4389120" y="2596896"/>
            <a:ext cx="82296" cy="82296"/>
          </a:xfrm>
          <a:prstGeom prst="rect">
            <a:avLst/>
          </a:prstGeom>
          <a:solidFill>
            <a:srgbClr val="807B7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4" name="Patch tile border"/>
          <p:cNvSpPr/>
          <p:nvPr/>
        </p:nvSpPr>
        <p:spPr>
          <a:xfrm>
            <a:off x="4155948" y="2363724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265" name="Patch 2,0 mosaic cell"/>
          <p:cNvSpPr/>
          <p:nvPr/>
        </p:nvSpPr>
        <p:spPr>
          <a:xfrm>
            <a:off x="3072384" y="2724912"/>
            <a:ext cx="82296" cy="82296"/>
          </a:xfrm>
          <a:prstGeom prst="rect">
            <a:avLst/>
          </a:prstGeom>
          <a:solidFill>
            <a:srgbClr val="934F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6" name="Patch 2,0 mosaic cell"/>
          <p:cNvSpPr/>
          <p:nvPr/>
        </p:nvSpPr>
        <p:spPr>
          <a:xfrm>
            <a:off x="3150108" y="2724912"/>
            <a:ext cx="82296" cy="82296"/>
          </a:xfrm>
          <a:prstGeom prst="rect">
            <a:avLst/>
          </a:prstGeom>
          <a:solidFill>
            <a:srgbClr val="A051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7" name="Patch 2,0 mosaic cell"/>
          <p:cNvSpPr/>
          <p:nvPr/>
        </p:nvSpPr>
        <p:spPr>
          <a:xfrm>
            <a:off x="3227832" y="2724912"/>
            <a:ext cx="82296" cy="82296"/>
          </a:xfrm>
          <a:prstGeom prst="rect">
            <a:avLst/>
          </a:prstGeom>
          <a:solidFill>
            <a:srgbClr val="C872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8" name="Patch 2,0 mosaic cell"/>
          <p:cNvSpPr/>
          <p:nvPr/>
        </p:nvSpPr>
        <p:spPr>
          <a:xfrm>
            <a:off x="3305556" y="2724912"/>
            <a:ext cx="82296" cy="82296"/>
          </a:xfrm>
          <a:prstGeom prst="rect">
            <a:avLst/>
          </a:prstGeom>
          <a:solidFill>
            <a:srgbClr val="E08A7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9" name="Patch 2,0 mosaic cell"/>
          <p:cNvSpPr/>
          <p:nvPr/>
        </p:nvSpPr>
        <p:spPr>
          <a:xfrm>
            <a:off x="3072384" y="2802636"/>
            <a:ext cx="82296" cy="82296"/>
          </a:xfrm>
          <a:prstGeom prst="rect">
            <a:avLst/>
          </a:prstGeom>
          <a:solidFill>
            <a:srgbClr val="CD9E9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0" name="Patch 2,0 mosaic cell"/>
          <p:cNvSpPr/>
          <p:nvPr/>
        </p:nvSpPr>
        <p:spPr>
          <a:xfrm>
            <a:off x="3150108" y="2802636"/>
            <a:ext cx="82296" cy="82296"/>
          </a:xfrm>
          <a:prstGeom prst="rect">
            <a:avLst/>
          </a:prstGeom>
          <a:solidFill>
            <a:srgbClr val="BE6D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1" name="Patch 2,0 mosaic cell"/>
          <p:cNvSpPr/>
          <p:nvPr/>
        </p:nvSpPr>
        <p:spPr>
          <a:xfrm>
            <a:off x="3227832" y="2802636"/>
            <a:ext cx="82296" cy="82296"/>
          </a:xfrm>
          <a:prstGeom prst="rect">
            <a:avLst/>
          </a:prstGeom>
          <a:solidFill>
            <a:srgbClr val="DC82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2" name="Patch 2,0 mosaic cell"/>
          <p:cNvSpPr/>
          <p:nvPr/>
        </p:nvSpPr>
        <p:spPr>
          <a:xfrm>
            <a:off x="3305556" y="2802636"/>
            <a:ext cx="82296" cy="82296"/>
          </a:xfrm>
          <a:prstGeom prst="rect">
            <a:avLst/>
          </a:prstGeom>
          <a:solidFill>
            <a:srgbClr val="BD6B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3" name="Patch 2,0 mosaic cell"/>
          <p:cNvSpPr/>
          <p:nvPr/>
        </p:nvSpPr>
        <p:spPr>
          <a:xfrm>
            <a:off x="3072384" y="2880360"/>
            <a:ext cx="82296" cy="82296"/>
          </a:xfrm>
          <a:prstGeom prst="rect">
            <a:avLst/>
          </a:prstGeom>
          <a:solidFill>
            <a:srgbClr val="DDAEA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4" name="Patch 2,0 mosaic cell"/>
          <p:cNvSpPr/>
          <p:nvPr/>
        </p:nvSpPr>
        <p:spPr>
          <a:xfrm>
            <a:off x="3150108" y="2880360"/>
            <a:ext cx="82296" cy="82296"/>
          </a:xfrm>
          <a:prstGeom prst="rect">
            <a:avLst/>
          </a:prstGeom>
          <a:solidFill>
            <a:srgbClr val="CE7B6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5" name="Patch 2,0 mosaic cell"/>
          <p:cNvSpPr/>
          <p:nvPr/>
        </p:nvSpPr>
        <p:spPr>
          <a:xfrm>
            <a:off x="3227832" y="2880360"/>
            <a:ext cx="82296" cy="82296"/>
          </a:xfrm>
          <a:prstGeom prst="rect">
            <a:avLst/>
          </a:prstGeom>
          <a:solidFill>
            <a:srgbClr val="DD8A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6" name="Patch 2,0 mosaic cell"/>
          <p:cNvSpPr/>
          <p:nvPr/>
        </p:nvSpPr>
        <p:spPr>
          <a:xfrm>
            <a:off x="3305556" y="2880360"/>
            <a:ext cx="82296" cy="82296"/>
          </a:xfrm>
          <a:prstGeom prst="rect">
            <a:avLst/>
          </a:prstGeom>
          <a:solidFill>
            <a:srgbClr val="B060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7" name="Patch 2,0 mosaic cell"/>
          <p:cNvSpPr/>
          <p:nvPr/>
        </p:nvSpPr>
        <p:spPr>
          <a:xfrm>
            <a:off x="3072384" y="2958084"/>
            <a:ext cx="82296" cy="82296"/>
          </a:xfrm>
          <a:prstGeom prst="rect">
            <a:avLst/>
          </a:prstGeom>
          <a:solidFill>
            <a:srgbClr val="C0756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8" name="Patch 2,0 mosaic cell"/>
          <p:cNvSpPr/>
          <p:nvPr/>
        </p:nvSpPr>
        <p:spPr>
          <a:xfrm>
            <a:off x="3150108" y="2958084"/>
            <a:ext cx="82296" cy="82296"/>
          </a:xfrm>
          <a:prstGeom prst="rect">
            <a:avLst/>
          </a:prstGeom>
          <a:solidFill>
            <a:srgbClr val="C16C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9" name="Patch 2,0 mosaic cell"/>
          <p:cNvSpPr/>
          <p:nvPr/>
        </p:nvSpPr>
        <p:spPr>
          <a:xfrm>
            <a:off x="3227832" y="2958084"/>
            <a:ext cx="82296" cy="82296"/>
          </a:xfrm>
          <a:prstGeom prst="rect">
            <a:avLst/>
          </a:prstGeom>
          <a:solidFill>
            <a:srgbClr val="D6857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0" name="Patch 2,0 mosaic cell"/>
          <p:cNvSpPr/>
          <p:nvPr/>
        </p:nvSpPr>
        <p:spPr>
          <a:xfrm>
            <a:off x="3305556" y="2958084"/>
            <a:ext cx="82296" cy="82296"/>
          </a:xfrm>
          <a:prstGeom prst="rect">
            <a:avLst/>
          </a:prstGeom>
          <a:solidFill>
            <a:srgbClr val="C36F6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1" name="Patch tile border"/>
          <p:cNvSpPr/>
          <p:nvPr/>
        </p:nvSpPr>
        <p:spPr>
          <a:xfrm>
            <a:off x="3072384" y="2724912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282" name="Patch 2,1 mosaic cell"/>
          <p:cNvSpPr/>
          <p:nvPr/>
        </p:nvSpPr>
        <p:spPr>
          <a:xfrm>
            <a:off x="3433572" y="2724912"/>
            <a:ext cx="82296" cy="82296"/>
          </a:xfrm>
          <a:prstGeom prst="rect">
            <a:avLst/>
          </a:prstGeom>
          <a:solidFill>
            <a:srgbClr val="5731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3" name="Patch 2,1 mosaic cell"/>
          <p:cNvSpPr/>
          <p:nvPr/>
        </p:nvSpPr>
        <p:spPr>
          <a:xfrm>
            <a:off x="3511296" y="2724912"/>
            <a:ext cx="82296" cy="82296"/>
          </a:xfrm>
          <a:prstGeom prst="rect">
            <a:avLst/>
          </a:prstGeom>
          <a:solidFill>
            <a:srgbClr val="5436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4" name="Patch 2,1 mosaic cell"/>
          <p:cNvSpPr/>
          <p:nvPr/>
        </p:nvSpPr>
        <p:spPr>
          <a:xfrm>
            <a:off x="3589020" y="2724912"/>
            <a:ext cx="82296" cy="82296"/>
          </a:xfrm>
          <a:prstGeom prst="rect">
            <a:avLst/>
          </a:prstGeom>
          <a:solidFill>
            <a:srgbClr val="5E3C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5" name="Patch 2,1 mosaic cell"/>
          <p:cNvSpPr/>
          <p:nvPr/>
        </p:nvSpPr>
        <p:spPr>
          <a:xfrm>
            <a:off x="3666744" y="2724912"/>
            <a:ext cx="82296" cy="82296"/>
          </a:xfrm>
          <a:prstGeom prst="rect">
            <a:avLst/>
          </a:prstGeom>
          <a:solidFill>
            <a:srgbClr val="633E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6" name="Patch 2,1 mosaic cell"/>
          <p:cNvSpPr/>
          <p:nvPr/>
        </p:nvSpPr>
        <p:spPr>
          <a:xfrm>
            <a:off x="3433572" y="2802636"/>
            <a:ext cx="82296" cy="82296"/>
          </a:xfrm>
          <a:prstGeom prst="rect">
            <a:avLst/>
          </a:prstGeom>
          <a:solidFill>
            <a:srgbClr val="542F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7" name="Patch 2,1 mosaic cell"/>
          <p:cNvSpPr/>
          <p:nvPr/>
        </p:nvSpPr>
        <p:spPr>
          <a:xfrm>
            <a:off x="3511296" y="2802636"/>
            <a:ext cx="82296" cy="82296"/>
          </a:xfrm>
          <a:prstGeom prst="rect">
            <a:avLst/>
          </a:prstGeom>
          <a:solidFill>
            <a:srgbClr val="603C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8" name="Patch 2,1 mosaic cell"/>
          <p:cNvSpPr/>
          <p:nvPr/>
        </p:nvSpPr>
        <p:spPr>
          <a:xfrm>
            <a:off x="3589020" y="2802636"/>
            <a:ext cx="82296" cy="82296"/>
          </a:xfrm>
          <a:prstGeom prst="rect">
            <a:avLst/>
          </a:prstGeom>
          <a:solidFill>
            <a:srgbClr val="70463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9" name="Patch 2,1 mosaic cell"/>
          <p:cNvSpPr/>
          <p:nvPr/>
        </p:nvSpPr>
        <p:spPr>
          <a:xfrm>
            <a:off x="3666744" y="2802636"/>
            <a:ext cx="82296" cy="82296"/>
          </a:xfrm>
          <a:prstGeom prst="rect">
            <a:avLst/>
          </a:prstGeom>
          <a:solidFill>
            <a:srgbClr val="6C42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0" name="Patch 2,1 mosaic cell"/>
          <p:cNvSpPr/>
          <p:nvPr/>
        </p:nvSpPr>
        <p:spPr>
          <a:xfrm>
            <a:off x="3433572" y="2880360"/>
            <a:ext cx="82296" cy="82296"/>
          </a:xfrm>
          <a:prstGeom prst="rect">
            <a:avLst/>
          </a:prstGeom>
          <a:solidFill>
            <a:srgbClr val="793E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1" name="Patch 2,1 mosaic cell"/>
          <p:cNvSpPr/>
          <p:nvPr/>
        </p:nvSpPr>
        <p:spPr>
          <a:xfrm>
            <a:off x="3511296" y="2880360"/>
            <a:ext cx="82296" cy="82296"/>
          </a:xfrm>
          <a:prstGeom prst="rect">
            <a:avLst/>
          </a:prstGeom>
          <a:solidFill>
            <a:srgbClr val="58342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2" name="Patch 2,1 mosaic cell"/>
          <p:cNvSpPr/>
          <p:nvPr/>
        </p:nvSpPr>
        <p:spPr>
          <a:xfrm>
            <a:off x="3589020" y="2880360"/>
            <a:ext cx="82296" cy="82296"/>
          </a:xfrm>
          <a:prstGeom prst="rect">
            <a:avLst/>
          </a:prstGeom>
          <a:solidFill>
            <a:srgbClr val="643D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3" name="Patch 2,1 mosaic cell"/>
          <p:cNvSpPr/>
          <p:nvPr/>
        </p:nvSpPr>
        <p:spPr>
          <a:xfrm>
            <a:off x="3666744" y="2880360"/>
            <a:ext cx="82296" cy="82296"/>
          </a:xfrm>
          <a:prstGeom prst="rect">
            <a:avLst/>
          </a:prstGeom>
          <a:solidFill>
            <a:srgbClr val="71453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4" name="Patch 2,1 mosaic cell"/>
          <p:cNvSpPr/>
          <p:nvPr/>
        </p:nvSpPr>
        <p:spPr>
          <a:xfrm>
            <a:off x="3433572" y="2958084"/>
            <a:ext cx="82296" cy="82296"/>
          </a:xfrm>
          <a:prstGeom prst="rect">
            <a:avLst/>
          </a:prstGeom>
          <a:solidFill>
            <a:srgbClr val="8D3E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5" name="Patch 2,1 mosaic cell"/>
          <p:cNvSpPr/>
          <p:nvPr/>
        </p:nvSpPr>
        <p:spPr>
          <a:xfrm>
            <a:off x="3511296" y="2958084"/>
            <a:ext cx="82296" cy="82296"/>
          </a:xfrm>
          <a:prstGeom prst="rect">
            <a:avLst/>
          </a:prstGeom>
          <a:solidFill>
            <a:srgbClr val="4F2B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6" name="Patch 2,1 mosaic cell"/>
          <p:cNvSpPr/>
          <p:nvPr/>
        </p:nvSpPr>
        <p:spPr>
          <a:xfrm>
            <a:off x="3589020" y="2958084"/>
            <a:ext cx="82296" cy="82296"/>
          </a:xfrm>
          <a:prstGeom prst="rect">
            <a:avLst/>
          </a:prstGeom>
          <a:solidFill>
            <a:srgbClr val="5730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7" name="Patch 2,1 mosaic cell"/>
          <p:cNvSpPr/>
          <p:nvPr/>
        </p:nvSpPr>
        <p:spPr>
          <a:xfrm>
            <a:off x="3666744" y="2958084"/>
            <a:ext cx="82296" cy="82296"/>
          </a:xfrm>
          <a:prstGeom prst="rect">
            <a:avLst/>
          </a:prstGeom>
          <a:solidFill>
            <a:srgbClr val="6130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8" name="Patch tile border"/>
          <p:cNvSpPr/>
          <p:nvPr/>
        </p:nvSpPr>
        <p:spPr>
          <a:xfrm>
            <a:off x="3433572" y="2724912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299" name="Patch 2,2 mosaic cell"/>
          <p:cNvSpPr/>
          <p:nvPr/>
        </p:nvSpPr>
        <p:spPr>
          <a:xfrm>
            <a:off x="3794760" y="2724912"/>
            <a:ext cx="82296" cy="82296"/>
          </a:xfrm>
          <a:prstGeom prst="rect">
            <a:avLst/>
          </a:prstGeom>
          <a:solidFill>
            <a:srgbClr val="6A3D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0" name="Patch 2,2 mosaic cell"/>
          <p:cNvSpPr/>
          <p:nvPr/>
        </p:nvSpPr>
        <p:spPr>
          <a:xfrm>
            <a:off x="3872484" y="2724912"/>
            <a:ext cx="82296" cy="82296"/>
          </a:xfrm>
          <a:prstGeom prst="rect">
            <a:avLst/>
          </a:prstGeom>
          <a:solidFill>
            <a:srgbClr val="653E3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1" name="Patch 2,2 mosaic cell"/>
          <p:cNvSpPr/>
          <p:nvPr/>
        </p:nvSpPr>
        <p:spPr>
          <a:xfrm>
            <a:off x="3950208" y="2724912"/>
            <a:ext cx="82296" cy="82296"/>
          </a:xfrm>
          <a:prstGeom prst="rect">
            <a:avLst/>
          </a:prstGeom>
          <a:solidFill>
            <a:srgbClr val="5F3A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2" name="Patch 2,2 mosaic cell"/>
          <p:cNvSpPr/>
          <p:nvPr/>
        </p:nvSpPr>
        <p:spPr>
          <a:xfrm>
            <a:off x="4027932" y="2724912"/>
            <a:ext cx="82296" cy="82296"/>
          </a:xfrm>
          <a:prstGeom prst="rect">
            <a:avLst/>
          </a:prstGeom>
          <a:solidFill>
            <a:srgbClr val="5931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3" name="Patch 2,2 mosaic cell"/>
          <p:cNvSpPr/>
          <p:nvPr/>
        </p:nvSpPr>
        <p:spPr>
          <a:xfrm>
            <a:off x="3794760" y="2802636"/>
            <a:ext cx="82296" cy="82296"/>
          </a:xfrm>
          <a:prstGeom prst="rect">
            <a:avLst/>
          </a:prstGeom>
          <a:solidFill>
            <a:srgbClr val="6D42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4" name="Patch 2,2 mosaic cell"/>
          <p:cNvSpPr/>
          <p:nvPr/>
        </p:nvSpPr>
        <p:spPr>
          <a:xfrm>
            <a:off x="3872484" y="2802636"/>
            <a:ext cx="82296" cy="82296"/>
          </a:xfrm>
          <a:prstGeom prst="rect">
            <a:avLst/>
          </a:prstGeom>
          <a:solidFill>
            <a:srgbClr val="6E43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5" name="Patch 2,2 mosaic cell"/>
          <p:cNvSpPr/>
          <p:nvPr/>
        </p:nvSpPr>
        <p:spPr>
          <a:xfrm>
            <a:off x="3950208" y="2802636"/>
            <a:ext cx="82296" cy="82296"/>
          </a:xfrm>
          <a:prstGeom prst="rect">
            <a:avLst/>
          </a:prstGeom>
          <a:solidFill>
            <a:srgbClr val="6A3A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6" name="Patch 2,2 mosaic cell"/>
          <p:cNvSpPr/>
          <p:nvPr/>
        </p:nvSpPr>
        <p:spPr>
          <a:xfrm>
            <a:off x="4027932" y="2802636"/>
            <a:ext cx="82296" cy="82296"/>
          </a:xfrm>
          <a:prstGeom prst="rect">
            <a:avLst/>
          </a:prstGeom>
          <a:solidFill>
            <a:srgbClr val="5D2D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7" name="Patch 2,2 mosaic cell"/>
          <p:cNvSpPr/>
          <p:nvPr/>
        </p:nvSpPr>
        <p:spPr>
          <a:xfrm>
            <a:off x="3794760" y="2880360"/>
            <a:ext cx="82296" cy="82296"/>
          </a:xfrm>
          <a:prstGeom prst="rect">
            <a:avLst/>
          </a:prstGeom>
          <a:solidFill>
            <a:srgbClr val="7442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8" name="Patch 2,2 mosaic cell"/>
          <p:cNvSpPr/>
          <p:nvPr/>
        </p:nvSpPr>
        <p:spPr>
          <a:xfrm>
            <a:off x="3872484" y="2880360"/>
            <a:ext cx="82296" cy="82296"/>
          </a:xfrm>
          <a:prstGeom prst="rect">
            <a:avLst/>
          </a:prstGeom>
          <a:solidFill>
            <a:srgbClr val="743C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9" name="Patch 2,2 mosaic cell"/>
          <p:cNvSpPr/>
          <p:nvPr/>
        </p:nvSpPr>
        <p:spPr>
          <a:xfrm>
            <a:off x="3950208" y="2880360"/>
            <a:ext cx="82296" cy="82296"/>
          </a:xfrm>
          <a:prstGeom prst="rect">
            <a:avLst/>
          </a:prstGeom>
          <a:solidFill>
            <a:srgbClr val="8540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0" name="Patch 2,2 mosaic cell"/>
          <p:cNvSpPr/>
          <p:nvPr/>
        </p:nvSpPr>
        <p:spPr>
          <a:xfrm>
            <a:off x="4027932" y="2880360"/>
            <a:ext cx="82296" cy="82296"/>
          </a:xfrm>
          <a:prstGeom prst="rect">
            <a:avLst/>
          </a:prstGeom>
          <a:solidFill>
            <a:srgbClr val="8541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1" name="Patch 2,2 mosaic cell"/>
          <p:cNvSpPr/>
          <p:nvPr/>
        </p:nvSpPr>
        <p:spPr>
          <a:xfrm>
            <a:off x="3794760" y="2958084"/>
            <a:ext cx="82296" cy="82296"/>
          </a:xfrm>
          <a:prstGeom prst="rect">
            <a:avLst/>
          </a:prstGeom>
          <a:solidFill>
            <a:srgbClr val="7D39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2" name="Patch 2,2 mosaic cell"/>
          <p:cNvSpPr/>
          <p:nvPr/>
        </p:nvSpPr>
        <p:spPr>
          <a:xfrm>
            <a:off x="3872484" y="2958084"/>
            <a:ext cx="82296" cy="82296"/>
          </a:xfrm>
          <a:prstGeom prst="rect">
            <a:avLst/>
          </a:prstGeom>
          <a:solidFill>
            <a:srgbClr val="9040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3" name="Patch 2,2 mosaic cell"/>
          <p:cNvSpPr/>
          <p:nvPr/>
        </p:nvSpPr>
        <p:spPr>
          <a:xfrm>
            <a:off x="3950208" y="2958084"/>
            <a:ext cx="82296" cy="82296"/>
          </a:xfrm>
          <a:prstGeom prst="rect">
            <a:avLst/>
          </a:prstGeom>
          <a:solidFill>
            <a:srgbClr val="9746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4" name="Patch 2,2 mosaic cell"/>
          <p:cNvSpPr/>
          <p:nvPr/>
        </p:nvSpPr>
        <p:spPr>
          <a:xfrm>
            <a:off x="4027932" y="2958084"/>
            <a:ext cx="82296" cy="82296"/>
          </a:xfrm>
          <a:prstGeom prst="rect">
            <a:avLst/>
          </a:prstGeom>
          <a:solidFill>
            <a:srgbClr val="974B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5" name="Patch tile border"/>
          <p:cNvSpPr/>
          <p:nvPr/>
        </p:nvSpPr>
        <p:spPr>
          <a:xfrm>
            <a:off x="3794760" y="2724912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316" name="Patch 2,3 mosaic cell"/>
          <p:cNvSpPr/>
          <p:nvPr/>
        </p:nvSpPr>
        <p:spPr>
          <a:xfrm>
            <a:off x="4155948" y="2724912"/>
            <a:ext cx="82296" cy="82296"/>
          </a:xfrm>
          <a:prstGeom prst="rect">
            <a:avLst/>
          </a:prstGeom>
          <a:solidFill>
            <a:srgbClr val="8949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7" name="Patch 2,3 mosaic cell"/>
          <p:cNvSpPr/>
          <p:nvPr/>
        </p:nvSpPr>
        <p:spPr>
          <a:xfrm>
            <a:off x="4233672" y="2724912"/>
            <a:ext cx="82296" cy="82296"/>
          </a:xfrm>
          <a:prstGeom prst="rect">
            <a:avLst/>
          </a:prstGeom>
          <a:solidFill>
            <a:srgbClr val="86636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8" name="Patch 2,3 mosaic cell"/>
          <p:cNvSpPr/>
          <p:nvPr/>
        </p:nvSpPr>
        <p:spPr>
          <a:xfrm>
            <a:off x="4311396" y="2724912"/>
            <a:ext cx="82296" cy="82296"/>
          </a:xfrm>
          <a:prstGeom prst="rect">
            <a:avLst/>
          </a:prstGeom>
          <a:solidFill>
            <a:srgbClr val="887D7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9" name="Patch 2,3 mosaic cell"/>
          <p:cNvSpPr/>
          <p:nvPr/>
        </p:nvSpPr>
        <p:spPr>
          <a:xfrm>
            <a:off x="4389120" y="2724912"/>
            <a:ext cx="82296" cy="82296"/>
          </a:xfrm>
          <a:prstGeom prst="rect">
            <a:avLst/>
          </a:prstGeom>
          <a:solidFill>
            <a:srgbClr val="928E9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0" name="Patch 2,3 mosaic cell"/>
          <p:cNvSpPr/>
          <p:nvPr/>
        </p:nvSpPr>
        <p:spPr>
          <a:xfrm>
            <a:off x="4155948" y="2802636"/>
            <a:ext cx="82296" cy="82296"/>
          </a:xfrm>
          <a:prstGeom prst="rect">
            <a:avLst/>
          </a:prstGeom>
          <a:solidFill>
            <a:srgbClr val="BC68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1" name="Patch 2,3 mosaic cell"/>
          <p:cNvSpPr/>
          <p:nvPr/>
        </p:nvSpPr>
        <p:spPr>
          <a:xfrm>
            <a:off x="4233672" y="2802636"/>
            <a:ext cx="82296" cy="82296"/>
          </a:xfrm>
          <a:prstGeom prst="rect">
            <a:avLst/>
          </a:prstGeom>
          <a:solidFill>
            <a:srgbClr val="AA625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2" name="Patch 2,3 mosaic cell"/>
          <p:cNvSpPr/>
          <p:nvPr/>
        </p:nvSpPr>
        <p:spPr>
          <a:xfrm>
            <a:off x="4311396" y="2802636"/>
            <a:ext cx="82296" cy="82296"/>
          </a:xfrm>
          <a:prstGeom prst="rect">
            <a:avLst/>
          </a:prstGeom>
          <a:solidFill>
            <a:srgbClr val="7955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3" name="Patch 2,3 mosaic cell"/>
          <p:cNvSpPr/>
          <p:nvPr/>
        </p:nvSpPr>
        <p:spPr>
          <a:xfrm>
            <a:off x="4389120" y="2802636"/>
            <a:ext cx="82296" cy="82296"/>
          </a:xfrm>
          <a:prstGeom prst="rect">
            <a:avLst/>
          </a:prstGeom>
          <a:solidFill>
            <a:srgbClr val="675B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4" name="Patch 2,3 mosaic cell"/>
          <p:cNvSpPr/>
          <p:nvPr/>
        </p:nvSpPr>
        <p:spPr>
          <a:xfrm>
            <a:off x="4155948" y="2880360"/>
            <a:ext cx="82296" cy="82296"/>
          </a:xfrm>
          <a:prstGeom prst="rect">
            <a:avLst/>
          </a:prstGeom>
          <a:solidFill>
            <a:srgbClr val="CF716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5" name="Patch 2,3 mosaic cell"/>
          <p:cNvSpPr/>
          <p:nvPr/>
        </p:nvSpPr>
        <p:spPr>
          <a:xfrm>
            <a:off x="4233672" y="2880360"/>
            <a:ext cx="82296" cy="82296"/>
          </a:xfrm>
          <a:prstGeom prst="rect">
            <a:avLst/>
          </a:prstGeom>
          <a:solidFill>
            <a:srgbClr val="C0676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6" name="Patch 2,3 mosaic cell"/>
          <p:cNvSpPr/>
          <p:nvPr/>
        </p:nvSpPr>
        <p:spPr>
          <a:xfrm>
            <a:off x="4311396" y="2880360"/>
            <a:ext cx="82296" cy="82296"/>
          </a:xfrm>
          <a:prstGeom prst="rect">
            <a:avLst/>
          </a:prstGeom>
          <a:solidFill>
            <a:srgbClr val="995A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7" name="Patch 2,3 mosaic cell"/>
          <p:cNvSpPr/>
          <p:nvPr/>
        </p:nvSpPr>
        <p:spPr>
          <a:xfrm>
            <a:off x="4389120" y="2880360"/>
            <a:ext cx="82296" cy="82296"/>
          </a:xfrm>
          <a:prstGeom prst="rect">
            <a:avLst/>
          </a:prstGeom>
          <a:solidFill>
            <a:srgbClr val="774C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8" name="Patch 2,3 mosaic cell"/>
          <p:cNvSpPr/>
          <p:nvPr/>
        </p:nvSpPr>
        <p:spPr>
          <a:xfrm>
            <a:off x="4155948" y="2958084"/>
            <a:ext cx="82296" cy="82296"/>
          </a:xfrm>
          <a:prstGeom prst="rect">
            <a:avLst/>
          </a:prstGeom>
          <a:solidFill>
            <a:srgbClr val="D373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9" name="Patch 2,3 mosaic cell"/>
          <p:cNvSpPr/>
          <p:nvPr/>
        </p:nvSpPr>
        <p:spPr>
          <a:xfrm>
            <a:off x="4233672" y="2958084"/>
            <a:ext cx="82296" cy="82296"/>
          </a:xfrm>
          <a:prstGeom prst="rect">
            <a:avLst/>
          </a:prstGeom>
          <a:solidFill>
            <a:srgbClr val="C76C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0" name="Patch 2,3 mosaic cell"/>
          <p:cNvSpPr/>
          <p:nvPr/>
        </p:nvSpPr>
        <p:spPr>
          <a:xfrm>
            <a:off x="4311396" y="2958084"/>
            <a:ext cx="82296" cy="82296"/>
          </a:xfrm>
          <a:prstGeom prst="rect">
            <a:avLst/>
          </a:prstGeom>
          <a:solidFill>
            <a:srgbClr val="AC67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1" name="Patch 2,3 mosaic cell"/>
          <p:cNvSpPr/>
          <p:nvPr/>
        </p:nvSpPr>
        <p:spPr>
          <a:xfrm>
            <a:off x="4389120" y="2958084"/>
            <a:ext cx="82296" cy="82296"/>
          </a:xfrm>
          <a:prstGeom prst="rect">
            <a:avLst/>
          </a:prstGeom>
          <a:solidFill>
            <a:srgbClr val="82443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2" name="Patch tile border"/>
          <p:cNvSpPr/>
          <p:nvPr/>
        </p:nvSpPr>
        <p:spPr>
          <a:xfrm>
            <a:off x="4155948" y="2724912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333" name="Patch 3,0 mosaic cell"/>
          <p:cNvSpPr/>
          <p:nvPr/>
        </p:nvSpPr>
        <p:spPr>
          <a:xfrm>
            <a:off x="3072384" y="3086100"/>
            <a:ext cx="82296" cy="82296"/>
          </a:xfrm>
          <a:prstGeom prst="rect">
            <a:avLst/>
          </a:prstGeom>
          <a:solidFill>
            <a:srgbClr val="C27B7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4" name="Patch 3,0 mosaic cell"/>
          <p:cNvSpPr/>
          <p:nvPr/>
        </p:nvSpPr>
        <p:spPr>
          <a:xfrm>
            <a:off x="3150108" y="3086100"/>
            <a:ext cx="82296" cy="82296"/>
          </a:xfrm>
          <a:prstGeom prst="rect">
            <a:avLst/>
          </a:prstGeom>
          <a:solidFill>
            <a:srgbClr val="B2625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5" name="Patch 3,0 mosaic cell"/>
          <p:cNvSpPr/>
          <p:nvPr/>
        </p:nvSpPr>
        <p:spPr>
          <a:xfrm>
            <a:off x="3227832" y="3086100"/>
            <a:ext cx="82296" cy="82296"/>
          </a:xfrm>
          <a:prstGeom prst="rect">
            <a:avLst/>
          </a:prstGeom>
          <a:solidFill>
            <a:srgbClr val="A64E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6" name="Patch 3,0 mosaic cell"/>
          <p:cNvSpPr/>
          <p:nvPr/>
        </p:nvSpPr>
        <p:spPr>
          <a:xfrm>
            <a:off x="3305556" y="3086100"/>
            <a:ext cx="82296" cy="82296"/>
          </a:xfrm>
          <a:prstGeom prst="rect">
            <a:avLst/>
          </a:prstGeom>
          <a:solidFill>
            <a:srgbClr val="B856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7" name="Patch 3,0 mosaic cell"/>
          <p:cNvSpPr/>
          <p:nvPr/>
        </p:nvSpPr>
        <p:spPr>
          <a:xfrm>
            <a:off x="3072384" y="3163824"/>
            <a:ext cx="82296" cy="82296"/>
          </a:xfrm>
          <a:prstGeom prst="rect">
            <a:avLst/>
          </a:prstGeom>
          <a:solidFill>
            <a:srgbClr val="A653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8" name="Patch 3,0 mosaic cell"/>
          <p:cNvSpPr/>
          <p:nvPr/>
        </p:nvSpPr>
        <p:spPr>
          <a:xfrm>
            <a:off x="3150108" y="3163824"/>
            <a:ext cx="82296" cy="82296"/>
          </a:xfrm>
          <a:prstGeom prst="rect">
            <a:avLst/>
          </a:prstGeom>
          <a:solidFill>
            <a:srgbClr val="A754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9" name="Patch 3,0 mosaic cell"/>
          <p:cNvSpPr/>
          <p:nvPr/>
        </p:nvSpPr>
        <p:spPr>
          <a:xfrm>
            <a:off x="3227832" y="3163824"/>
            <a:ext cx="82296" cy="82296"/>
          </a:xfrm>
          <a:prstGeom prst="rect">
            <a:avLst/>
          </a:prstGeom>
          <a:solidFill>
            <a:srgbClr val="A453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0" name="Patch 3,0 mosaic cell"/>
          <p:cNvSpPr/>
          <p:nvPr/>
        </p:nvSpPr>
        <p:spPr>
          <a:xfrm>
            <a:off x="3305556" y="3163824"/>
            <a:ext cx="82296" cy="82296"/>
          </a:xfrm>
          <a:prstGeom prst="rect">
            <a:avLst/>
          </a:prstGeom>
          <a:solidFill>
            <a:srgbClr val="B65A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1" name="Patch 3,0 mosaic cell"/>
          <p:cNvSpPr/>
          <p:nvPr/>
        </p:nvSpPr>
        <p:spPr>
          <a:xfrm>
            <a:off x="3072384" y="3241548"/>
            <a:ext cx="82296" cy="82296"/>
          </a:xfrm>
          <a:prstGeom prst="rect">
            <a:avLst/>
          </a:prstGeom>
          <a:solidFill>
            <a:srgbClr val="8F3A3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2" name="Patch 3,0 mosaic cell"/>
          <p:cNvSpPr/>
          <p:nvPr/>
        </p:nvSpPr>
        <p:spPr>
          <a:xfrm>
            <a:off x="3150108" y="3241548"/>
            <a:ext cx="82296" cy="82296"/>
          </a:xfrm>
          <a:prstGeom prst="rect">
            <a:avLst/>
          </a:prstGeom>
          <a:solidFill>
            <a:srgbClr val="A34E4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3" name="Patch 3,0 mosaic cell"/>
          <p:cNvSpPr/>
          <p:nvPr/>
        </p:nvSpPr>
        <p:spPr>
          <a:xfrm>
            <a:off x="3227832" y="3241548"/>
            <a:ext cx="82296" cy="82296"/>
          </a:xfrm>
          <a:prstGeom prst="rect">
            <a:avLst/>
          </a:prstGeom>
          <a:solidFill>
            <a:srgbClr val="A85B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4" name="Patch 3,0 mosaic cell"/>
          <p:cNvSpPr/>
          <p:nvPr/>
        </p:nvSpPr>
        <p:spPr>
          <a:xfrm>
            <a:off x="3305556" y="3241548"/>
            <a:ext cx="82296" cy="82296"/>
          </a:xfrm>
          <a:prstGeom prst="rect">
            <a:avLst/>
          </a:prstGeom>
          <a:solidFill>
            <a:srgbClr val="BD757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5" name="Patch 3,0 mosaic cell"/>
          <p:cNvSpPr/>
          <p:nvPr/>
        </p:nvSpPr>
        <p:spPr>
          <a:xfrm>
            <a:off x="3072384" y="3319272"/>
            <a:ext cx="82296" cy="82296"/>
          </a:xfrm>
          <a:prstGeom prst="rect">
            <a:avLst/>
          </a:prstGeom>
          <a:solidFill>
            <a:srgbClr val="894B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6" name="Patch 3,0 mosaic cell"/>
          <p:cNvSpPr/>
          <p:nvPr/>
        </p:nvSpPr>
        <p:spPr>
          <a:xfrm>
            <a:off x="3150108" y="3319272"/>
            <a:ext cx="82296" cy="82296"/>
          </a:xfrm>
          <a:prstGeom prst="rect">
            <a:avLst/>
          </a:prstGeom>
          <a:solidFill>
            <a:srgbClr val="9649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7" name="Patch 3,0 mosaic cell"/>
          <p:cNvSpPr/>
          <p:nvPr/>
        </p:nvSpPr>
        <p:spPr>
          <a:xfrm>
            <a:off x="3227832" y="3319272"/>
            <a:ext cx="82296" cy="82296"/>
          </a:xfrm>
          <a:prstGeom prst="rect">
            <a:avLst/>
          </a:prstGeom>
          <a:solidFill>
            <a:srgbClr val="A459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8" name="Patch 3,0 mosaic cell"/>
          <p:cNvSpPr/>
          <p:nvPr/>
        </p:nvSpPr>
        <p:spPr>
          <a:xfrm>
            <a:off x="3305556" y="3319272"/>
            <a:ext cx="82296" cy="82296"/>
          </a:xfrm>
          <a:prstGeom prst="rect">
            <a:avLst/>
          </a:prstGeom>
          <a:solidFill>
            <a:srgbClr val="AD5B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9" name="Patch tile border"/>
          <p:cNvSpPr/>
          <p:nvPr/>
        </p:nvSpPr>
        <p:spPr>
          <a:xfrm>
            <a:off x="3072384" y="3086100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350" name="Patch 3,1 mosaic cell"/>
          <p:cNvSpPr/>
          <p:nvPr/>
        </p:nvSpPr>
        <p:spPr>
          <a:xfrm>
            <a:off x="3433572" y="3086100"/>
            <a:ext cx="82296" cy="82296"/>
          </a:xfrm>
          <a:prstGeom prst="rect">
            <a:avLst/>
          </a:prstGeom>
          <a:solidFill>
            <a:srgbClr val="AB48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1" name="Patch 3,1 mosaic cell"/>
          <p:cNvSpPr/>
          <p:nvPr/>
        </p:nvSpPr>
        <p:spPr>
          <a:xfrm>
            <a:off x="3511296" y="3086100"/>
            <a:ext cx="82296" cy="82296"/>
          </a:xfrm>
          <a:prstGeom prst="rect">
            <a:avLst/>
          </a:prstGeom>
          <a:solidFill>
            <a:srgbClr val="602C2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2" name="Patch 3,1 mosaic cell"/>
          <p:cNvSpPr/>
          <p:nvPr/>
        </p:nvSpPr>
        <p:spPr>
          <a:xfrm>
            <a:off x="3589020" y="3086100"/>
            <a:ext cx="82296" cy="82296"/>
          </a:xfrm>
          <a:prstGeom prst="rect">
            <a:avLst/>
          </a:prstGeom>
          <a:solidFill>
            <a:srgbClr val="6D33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3" name="Patch 3,1 mosaic cell"/>
          <p:cNvSpPr/>
          <p:nvPr/>
        </p:nvSpPr>
        <p:spPr>
          <a:xfrm>
            <a:off x="3666744" y="3086100"/>
            <a:ext cx="82296" cy="82296"/>
          </a:xfrm>
          <a:prstGeom prst="rect">
            <a:avLst/>
          </a:prstGeom>
          <a:solidFill>
            <a:srgbClr val="873D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4" name="Patch 3,1 mosaic cell"/>
          <p:cNvSpPr/>
          <p:nvPr/>
        </p:nvSpPr>
        <p:spPr>
          <a:xfrm>
            <a:off x="3433572" y="3163824"/>
            <a:ext cx="82296" cy="82296"/>
          </a:xfrm>
          <a:prstGeom prst="rect">
            <a:avLst/>
          </a:prstGeom>
          <a:solidFill>
            <a:srgbClr val="B54C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5" name="Patch 3,1 mosaic cell"/>
          <p:cNvSpPr/>
          <p:nvPr/>
        </p:nvSpPr>
        <p:spPr>
          <a:xfrm>
            <a:off x="3511296" y="3163824"/>
            <a:ext cx="82296" cy="82296"/>
          </a:xfrm>
          <a:prstGeom prst="rect">
            <a:avLst/>
          </a:prstGeom>
          <a:solidFill>
            <a:srgbClr val="813B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6" name="Patch 3,1 mosaic cell"/>
          <p:cNvSpPr/>
          <p:nvPr/>
        </p:nvSpPr>
        <p:spPr>
          <a:xfrm>
            <a:off x="3589020" y="3163824"/>
            <a:ext cx="82296" cy="82296"/>
          </a:xfrm>
          <a:prstGeom prst="rect">
            <a:avLst/>
          </a:prstGeom>
          <a:solidFill>
            <a:srgbClr val="8A464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7" name="Patch 3,1 mosaic cell"/>
          <p:cNvSpPr/>
          <p:nvPr/>
        </p:nvSpPr>
        <p:spPr>
          <a:xfrm>
            <a:off x="3666744" y="3163824"/>
            <a:ext cx="82296" cy="82296"/>
          </a:xfrm>
          <a:prstGeom prst="rect">
            <a:avLst/>
          </a:prstGeom>
          <a:solidFill>
            <a:srgbClr val="9C4C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8" name="Patch 3,1 mosaic cell"/>
          <p:cNvSpPr/>
          <p:nvPr/>
        </p:nvSpPr>
        <p:spPr>
          <a:xfrm>
            <a:off x="3433572" y="3241548"/>
            <a:ext cx="82296" cy="82296"/>
          </a:xfrm>
          <a:prstGeom prst="rect">
            <a:avLst/>
          </a:prstGeom>
          <a:solidFill>
            <a:srgbClr val="B152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9" name="Patch 3,1 mosaic cell"/>
          <p:cNvSpPr/>
          <p:nvPr/>
        </p:nvSpPr>
        <p:spPr>
          <a:xfrm>
            <a:off x="3511296" y="3241548"/>
            <a:ext cx="82296" cy="82296"/>
          </a:xfrm>
          <a:prstGeom prst="rect">
            <a:avLst/>
          </a:prstGeom>
          <a:solidFill>
            <a:srgbClr val="8E44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0" name="Patch 3,1 mosaic cell"/>
          <p:cNvSpPr/>
          <p:nvPr/>
        </p:nvSpPr>
        <p:spPr>
          <a:xfrm>
            <a:off x="3589020" y="3241548"/>
            <a:ext cx="82296" cy="82296"/>
          </a:xfrm>
          <a:prstGeom prst="rect">
            <a:avLst/>
          </a:prstGeom>
          <a:solidFill>
            <a:srgbClr val="9A53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1" name="Patch 3,1 mosaic cell"/>
          <p:cNvSpPr/>
          <p:nvPr/>
        </p:nvSpPr>
        <p:spPr>
          <a:xfrm>
            <a:off x="3666744" y="3241548"/>
            <a:ext cx="82296" cy="82296"/>
          </a:xfrm>
          <a:prstGeom prst="rect">
            <a:avLst/>
          </a:prstGeom>
          <a:solidFill>
            <a:srgbClr val="A659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2" name="Patch 3,1 mosaic cell"/>
          <p:cNvSpPr/>
          <p:nvPr/>
        </p:nvSpPr>
        <p:spPr>
          <a:xfrm>
            <a:off x="3433572" y="3319272"/>
            <a:ext cx="82296" cy="82296"/>
          </a:xfrm>
          <a:prstGeom prst="rect">
            <a:avLst/>
          </a:prstGeom>
          <a:solidFill>
            <a:srgbClr val="9F4D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3" name="Patch 3,1 mosaic cell"/>
          <p:cNvSpPr/>
          <p:nvPr/>
        </p:nvSpPr>
        <p:spPr>
          <a:xfrm>
            <a:off x="3511296" y="3319272"/>
            <a:ext cx="82296" cy="82296"/>
          </a:xfrm>
          <a:prstGeom prst="rect">
            <a:avLst/>
          </a:prstGeom>
          <a:solidFill>
            <a:srgbClr val="7F3C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4" name="Patch 3,1 mosaic cell"/>
          <p:cNvSpPr/>
          <p:nvPr/>
        </p:nvSpPr>
        <p:spPr>
          <a:xfrm>
            <a:off x="3589020" y="3319272"/>
            <a:ext cx="82296" cy="82296"/>
          </a:xfrm>
          <a:prstGeom prst="rect">
            <a:avLst/>
          </a:prstGeom>
          <a:solidFill>
            <a:srgbClr val="9250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5" name="Patch 3,1 mosaic cell"/>
          <p:cNvSpPr/>
          <p:nvPr/>
        </p:nvSpPr>
        <p:spPr>
          <a:xfrm>
            <a:off x="3666744" y="3319272"/>
            <a:ext cx="82296" cy="82296"/>
          </a:xfrm>
          <a:prstGeom prst="rect">
            <a:avLst/>
          </a:prstGeom>
          <a:solidFill>
            <a:srgbClr val="9652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6" name="Patch tile border"/>
          <p:cNvSpPr/>
          <p:nvPr/>
        </p:nvSpPr>
        <p:spPr>
          <a:xfrm>
            <a:off x="3433572" y="3086100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367" name="Patch 3,2 mosaic cell"/>
          <p:cNvSpPr/>
          <p:nvPr/>
        </p:nvSpPr>
        <p:spPr>
          <a:xfrm>
            <a:off x="3794760" y="3086100"/>
            <a:ext cx="82296" cy="82296"/>
          </a:xfrm>
          <a:prstGeom prst="rect">
            <a:avLst/>
          </a:prstGeom>
          <a:solidFill>
            <a:srgbClr val="A04D5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8" name="Patch 3,2 mosaic cell"/>
          <p:cNvSpPr/>
          <p:nvPr/>
        </p:nvSpPr>
        <p:spPr>
          <a:xfrm>
            <a:off x="3872484" y="3086100"/>
            <a:ext cx="82296" cy="82296"/>
          </a:xfrm>
          <a:prstGeom prst="rect">
            <a:avLst/>
          </a:prstGeom>
          <a:solidFill>
            <a:srgbClr val="A7525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9" name="Patch 3,2 mosaic cell"/>
          <p:cNvSpPr/>
          <p:nvPr/>
        </p:nvSpPr>
        <p:spPr>
          <a:xfrm>
            <a:off x="3950208" y="3086100"/>
            <a:ext cx="82296" cy="82296"/>
          </a:xfrm>
          <a:prstGeom prst="rect">
            <a:avLst/>
          </a:prstGeom>
          <a:solidFill>
            <a:srgbClr val="9E505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0" name="Patch 3,2 mosaic cell"/>
          <p:cNvSpPr/>
          <p:nvPr/>
        </p:nvSpPr>
        <p:spPr>
          <a:xfrm>
            <a:off x="4027932" y="3086100"/>
            <a:ext cx="82296" cy="82296"/>
          </a:xfrm>
          <a:prstGeom prst="rect">
            <a:avLst/>
          </a:prstGeom>
          <a:solidFill>
            <a:srgbClr val="8E49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1" name="Patch 3,2 mosaic cell"/>
          <p:cNvSpPr/>
          <p:nvPr/>
        </p:nvSpPr>
        <p:spPr>
          <a:xfrm>
            <a:off x="3794760" y="3163824"/>
            <a:ext cx="82296" cy="82296"/>
          </a:xfrm>
          <a:prstGeom prst="rect">
            <a:avLst/>
          </a:prstGeom>
          <a:solidFill>
            <a:srgbClr val="9F4C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2" name="Patch 3,2 mosaic cell"/>
          <p:cNvSpPr/>
          <p:nvPr/>
        </p:nvSpPr>
        <p:spPr>
          <a:xfrm>
            <a:off x="3872484" y="3163824"/>
            <a:ext cx="82296" cy="82296"/>
          </a:xfrm>
          <a:prstGeom prst="rect">
            <a:avLst/>
          </a:prstGeom>
          <a:solidFill>
            <a:srgbClr val="A050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3" name="Patch 3,2 mosaic cell"/>
          <p:cNvSpPr/>
          <p:nvPr/>
        </p:nvSpPr>
        <p:spPr>
          <a:xfrm>
            <a:off x="3950208" y="3163824"/>
            <a:ext cx="82296" cy="82296"/>
          </a:xfrm>
          <a:prstGeom prst="rect">
            <a:avLst/>
          </a:prstGeom>
          <a:solidFill>
            <a:srgbClr val="964D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4" name="Patch 3,2 mosaic cell"/>
          <p:cNvSpPr/>
          <p:nvPr/>
        </p:nvSpPr>
        <p:spPr>
          <a:xfrm>
            <a:off x="4027932" y="3163824"/>
            <a:ext cx="82296" cy="82296"/>
          </a:xfrm>
          <a:prstGeom prst="rect">
            <a:avLst/>
          </a:prstGeom>
          <a:solidFill>
            <a:srgbClr val="8944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5" name="Patch 3,2 mosaic cell"/>
          <p:cNvSpPr/>
          <p:nvPr/>
        </p:nvSpPr>
        <p:spPr>
          <a:xfrm>
            <a:off x="3794760" y="3241548"/>
            <a:ext cx="82296" cy="82296"/>
          </a:xfrm>
          <a:prstGeom prst="rect">
            <a:avLst/>
          </a:prstGeom>
          <a:solidFill>
            <a:srgbClr val="9D53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6" name="Patch 3,2 mosaic cell"/>
          <p:cNvSpPr/>
          <p:nvPr/>
        </p:nvSpPr>
        <p:spPr>
          <a:xfrm>
            <a:off x="3872484" y="3241548"/>
            <a:ext cx="82296" cy="82296"/>
          </a:xfrm>
          <a:prstGeom prst="rect">
            <a:avLst/>
          </a:prstGeom>
          <a:solidFill>
            <a:srgbClr val="8841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7" name="Patch 3,2 mosaic cell"/>
          <p:cNvSpPr/>
          <p:nvPr/>
        </p:nvSpPr>
        <p:spPr>
          <a:xfrm>
            <a:off x="3950208" y="3241548"/>
            <a:ext cx="82296" cy="82296"/>
          </a:xfrm>
          <a:prstGeom prst="rect">
            <a:avLst/>
          </a:prstGeom>
          <a:solidFill>
            <a:srgbClr val="7C40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8" name="Patch 3,2 mosaic cell"/>
          <p:cNvSpPr/>
          <p:nvPr/>
        </p:nvSpPr>
        <p:spPr>
          <a:xfrm>
            <a:off x="4027932" y="3241548"/>
            <a:ext cx="82296" cy="82296"/>
          </a:xfrm>
          <a:prstGeom prst="rect">
            <a:avLst/>
          </a:prstGeom>
          <a:solidFill>
            <a:srgbClr val="884E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9" name="Patch 3,2 mosaic cell"/>
          <p:cNvSpPr/>
          <p:nvPr/>
        </p:nvSpPr>
        <p:spPr>
          <a:xfrm>
            <a:off x="3794760" y="3319272"/>
            <a:ext cx="82296" cy="82296"/>
          </a:xfrm>
          <a:prstGeom prst="rect">
            <a:avLst/>
          </a:prstGeom>
          <a:solidFill>
            <a:srgbClr val="884B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0" name="Patch 3,2 mosaic cell"/>
          <p:cNvSpPr/>
          <p:nvPr/>
        </p:nvSpPr>
        <p:spPr>
          <a:xfrm>
            <a:off x="3872484" y="3319272"/>
            <a:ext cx="82296" cy="82296"/>
          </a:xfrm>
          <a:prstGeom prst="rect">
            <a:avLst/>
          </a:prstGeom>
          <a:solidFill>
            <a:srgbClr val="612D2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1" name="Patch 3,2 mosaic cell"/>
          <p:cNvSpPr/>
          <p:nvPr/>
        </p:nvSpPr>
        <p:spPr>
          <a:xfrm>
            <a:off x="3950208" y="3319272"/>
            <a:ext cx="82296" cy="82296"/>
          </a:xfrm>
          <a:prstGeom prst="rect">
            <a:avLst/>
          </a:prstGeom>
          <a:solidFill>
            <a:srgbClr val="5F31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2" name="Patch 3,2 mosaic cell"/>
          <p:cNvSpPr/>
          <p:nvPr/>
        </p:nvSpPr>
        <p:spPr>
          <a:xfrm>
            <a:off x="4027932" y="3319272"/>
            <a:ext cx="82296" cy="82296"/>
          </a:xfrm>
          <a:prstGeom prst="rect">
            <a:avLst/>
          </a:prstGeom>
          <a:solidFill>
            <a:srgbClr val="8551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3" name="Patch tile border"/>
          <p:cNvSpPr/>
          <p:nvPr/>
        </p:nvSpPr>
        <p:spPr>
          <a:xfrm>
            <a:off x="3794760" y="3086100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384" name="Patch 3,3 mosaic cell"/>
          <p:cNvSpPr/>
          <p:nvPr/>
        </p:nvSpPr>
        <p:spPr>
          <a:xfrm>
            <a:off x="4155948" y="3086100"/>
            <a:ext cx="82296" cy="82296"/>
          </a:xfrm>
          <a:prstGeom prst="rect">
            <a:avLst/>
          </a:prstGeom>
          <a:solidFill>
            <a:srgbClr val="BA5B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5" name="Patch 3,3 mosaic cell"/>
          <p:cNvSpPr/>
          <p:nvPr/>
        </p:nvSpPr>
        <p:spPr>
          <a:xfrm>
            <a:off x="4233672" y="3086100"/>
            <a:ext cx="82296" cy="82296"/>
          </a:xfrm>
          <a:prstGeom prst="rect">
            <a:avLst/>
          </a:prstGeom>
          <a:solidFill>
            <a:srgbClr val="AF54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6" name="Patch 3,3 mosaic cell"/>
          <p:cNvSpPr/>
          <p:nvPr/>
        </p:nvSpPr>
        <p:spPr>
          <a:xfrm>
            <a:off x="4311396" y="3086100"/>
            <a:ext cx="82296" cy="82296"/>
          </a:xfrm>
          <a:prstGeom prst="rect">
            <a:avLst/>
          </a:prstGeom>
          <a:solidFill>
            <a:srgbClr val="9C534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7" name="Patch 3,3 mosaic cell"/>
          <p:cNvSpPr/>
          <p:nvPr/>
        </p:nvSpPr>
        <p:spPr>
          <a:xfrm>
            <a:off x="4389120" y="3086100"/>
            <a:ext cx="82296" cy="82296"/>
          </a:xfrm>
          <a:prstGeom prst="rect">
            <a:avLst/>
          </a:prstGeom>
          <a:solidFill>
            <a:srgbClr val="7A38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8" name="Patch 3,3 mosaic cell"/>
          <p:cNvSpPr/>
          <p:nvPr/>
        </p:nvSpPr>
        <p:spPr>
          <a:xfrm>
            <a:off x="4155948" y="3163824"/>
            <a:ext cx="82296" cy="82296"/>
          </a:xfrm>
          <a:prstGeom prst="rect">
            <a:avLst/>
          </a:prstGeom>
          <a:solidFill>
            <a:srgbClr val="A347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9" name="Patch 3,3 mosaic cell"/>
          <p:cNvSpPr/>
          <p:nvPr/>
        </p:nvSpPr>
        <p:spPr>
          <a:xfrm>
            <a:off x="4233672" y="3163824"/>
            <a:ext cx="82296" cy="82296"/>
          </a:xfrm>
          <a:prstGeom prst="rect">
            <a:avLst/>
          </a:prstGeom>
          <a:solidFill>
            <a:srgbClr val="9A3E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0" name="Patch 3,3 mosaic cell"/>
          <p:cNvSpPr/>
          <p:nvPr/>
        </p:nvSpPr>
        <p:spPr>
          <a:xfrm>
            <a:off x="4311396" y="3163824"/>
            <a:ext cx="82296" cy="82296"/>
          </a:xfrm>
          <a:prstGeom prst="rect">
            <a:avLst/>
          </a:prstGeom>
          <a:solidFill>
            <a:srgbClr val="944C4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1" name="Patch 3,3 mosaic cell"/>
          <p:cNvSpPr/>
          <p:nvPr/>
        </p:nvSpPr>
        <p:spPr>
          <a:xfrm>
            <a:off x="4389120" y="3163824"/>
            <a:ext cx="82296" cy="82296"/>
          </a:xfrm>
          <a:prstGeom prst="rect">
            <a:avLst/>
          </a:prstGeom>
          <a:solidFill>
            <a:srgbClr val="712F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2" name="Patch 3,3 mosaic cell"/>
          <p:cNvSpPr/>
          <p:nvPr/>
        </p:nvSpPr>
        <p:spPr>
          <a:xfrm>
            <a:off x="4155948" y="3241548"/>
            <a:ext cx="82296" cy="82296"/>
          </a:xfrm>
          <a:prstGeom prst="rect">
            <a:avLst/>
          </a:prstGeom>
          <a:solidFill>
            <a:srgbClr val="96423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3" name="Patch 3,3 mosaic cell"/>
          <p:cNvSpPr/>
          <p:nvPr/>
        </p:nvSpPr>
        <p:spPr>
          <a:xfrm>
            <a:off x="4233672" y="3241548"/>
            <a:ext cx="82296" cy="82296"/>
          </a:xfrm>
          <a:prstGeom prst="rect">
            <a:avLst/>
          </a:prstGeom>
          <a:solidFill>
            <a:srgbClr val="923D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4" name="Patch 3,3 mosaic cell"/>
          <p:cNvSpPr/>
          <p:nvPr/>
        </p:nvSpPr>
        <p:spPr>
          <a:xfrm>
            <a:off x="4311396" y="3241548"/>
            <a:ext cx="82296" cy="82296"/>
          </a:xfrm>
          <a:prstGeom prst="rect">
            <a:avLst/>
          </a:prstGeom>
          <a:solidFill>
            <a:srgbClr val="88424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5" name="Patch 3,3 mosaic cell"/>
          <p:cNvSpPr/>
          <p:nvPr/>
        </p:nvSpPr>
        <p:spPr>
          <a:xfrm>
            <a:off x="4389120" y="3241548"/>
            <a:ext cx="82296" cy="82296"/>
          </a:xfrm>
          <a:prstGeom prst="rect">
            <a:avLst/>
          </a:prstGeom>
          <a:solidFill>
            <a:srgbClr val="6F37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6" name="Patch 3,3 mosaic cell"/>
          <p:cNvSpPr/>
          <p:nvPr/>
        </p:nvSpPr>
        <p:spPr>
          <a:xfrm>
            <a:off x="4155948" y="3319272"/>
            <a:ext cx="82296" cy="82296"/>
          </a:xfrm>
          <a:prstGeom prst="rect">
            <a:avLst/>
          </a:prstGeom>
          <a:solidFill>
            <a:srgbClr val="8D444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7" name="Patch 3,3 mosaic cell"/>
          <p:cNvSpPr/>
          <p:nvPr/>
        </p:nvSpPr>
        <p:spPr>
          <a:xfrm>
            <a:off x="4233672" y="3319272"/>
            <a:ext cx="82296" cy="82296"/>
          </a:xfrm>
          <a:prstGeom prst="rect">
            <a:avLst/>
          </a:prstGeom>
          <a:solidFill>
            <a:srgbClr val="8B454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8" name="Patch 3,3 mosaic cell"/>
          <p:cNvSpPr/>
          <p:nvPr/>
        </p:nvSpPr>
        <p:spPr>
          <a:xfrm>
            <a:off x="4311396" y="3319272"/>
            <a:ext cx="82296" cy="82296"/>
          </a:xfrm>
          <a:prstGeom prst="rect">
            <a:avLst/>
          </a:prstGeom>
          <a:solidFill>
            <a:srgbClr val="7C44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9" name="Patch 3,3 mosaic cell"/>
          <p:cNvSpPr/>
          <p:nvPr/>
        </p:nvSpPr>
        <p:spPr>
          <a:xfrm>
            <a:off x="4389120" y="3319272"/>
            <a:ext cx="82296" cy="82296"/>
          </a:xfrm>
          <a:prstGeom prst="rect">
            <a:avLst/>
          </a:prstGeom>
          <a:solidFill>
            <a:srgbClr val="5D303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0" name="Patch tile border"/>
          <p:cNvSpPr/>
          <p:nvPr/>
        </p:nvSpPr>
        <p:spPr>
          <a:xfrm>
            <a:off x="4155948" y="3086100"/>
            <a:ext cx="310896" cy="310896"/>
          </a:xfrm>
          <a:prstGeom prst="rect">
            <a:avLst/>
          </a:prstGeom>
          <a:noFill/>
          <a:ln w="1016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401" name="Patch grid border"/>
          <p:cNvSpPr/>
          <p:nvPr/>
        </p:nvSpPr>
        <p:spPr>
          <a:xfrm>
            <a:off x="3044952" y="1975104"/>
            <a:ext cx="1449324" cy="1449324"/>
          </a:xfrm>
          <a:prstGeom prst="rect">
            <a:avLst/>
          </a:prstGeom>
          <a:noFill/>
          <a:ln w="10160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1402" name="Patch ellipsis"/>
          <p:cNvSpPr txBox="1"/>
          <p:nvPr/>
        </p:nvSpPr>
        <p:spPr>
          <a:xfrm>
            <a:off x="4558284" y="3012948"/>
            <a:ext cx="4114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cxnSp>
        <p:nvCxnSpPr>
          <p:cNvPr id="1403" name="Arrow"/>
          <p:cNvCxnSpPr/>
          <p:nvPr/>
        </p:nvCxnSpPr>
        <p:spPr>
          <a:xfrm>
            <a:off x="4617720" y="2706624"/>
            <a:ext cx="45720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1404" name="ViT title"/>
          <p:cNvSpPr txBox="1"/>
          <p:nvPr/>
        </p:nvSpPr>
        <p:spPr>
          <a:xfrm>
            <a:off x="5650992" y="69494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ViT-B/16</a:t>
            </a:r>
          </a:p>
        </p:txBody>
      </p:sp>
      <p:sp>
        <p:nvSpPr>
          <p:cNvPr id="1405" name="ViT subtitle"/>
          <p:cNvSpPr txBox="1"/>
          <p:nvPr/>
        </p:nvSpPr>
        <p:spPr>
          <a:xfrm>
            <a:off x="5102352" y="1005840"/>
            <a:ext cx="28346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20" b="0">
                <a:solidFill>
                  <a:srgbClr val="4B5563"/>
                </a:solidFill>
                <a:latin typeface="Arial"/>
              </a:rPr>
              <a:t>ImageNet-21k init; 12 transformer blocks</a:t>
            </a:r>
          </a:p>
        </p:txBody>
      </p:sp>
      <p:sp>
        <p:nvSpPr>
          <p:cNvPr id="1406" name="ViT stack container"/>
          <p:cNvSpPr/>
          <p:nvPr/>
        </p:nvSpPr>
        <p:spPr>
          <a:xfrm>
            <a:off x="5212080" y="1298448"/>
            <a:ext cx="2606040" cy="2907792"/>
          </a:xfrm>
          <a:prstGeom prst="roundRect">
            <a:avLst/>
          </a:prstGeom>
          <a:noFill/>
          <a:ln w="1270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1407" name="Block index"/>
          <p:cNvSpPr txBox="1"/>
          <p:nvPr/>
        </p:nvSpPr>
        <p:spPr>
          <a:xfrm>
            <a:off x="5321808" y="1627632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12</a:t>
            </a:r>
          </a:p>
        </p:txBody>
      </p:sp>
      <p:sp>
        <p:nvSpPr>
          <p:cNvPr id="1408" name="ViT trainable block"/>
          <p:cNvSpPr/>
          <p:nvPr/>
        </p:nvSpPr>
        <p:spPr>
          <a:xfrm>
            <a:off x="5596128" y="1609344"/>
            <a:ext cx="1856232" cy="182880"/>
          </a:xfrm>
          <a:prstGeom prst="roundRect">
            <a:avLst/>
          </a:prstGeom>
          <a:solidFill>
            <a:srgbClr val="1D4ED8"/>
          </a:solidFill>
          <a:ln w="8255">
            <a:solidFill>
              <a:srgbClr val="14388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Block 12</a:t>
            </a:r>
          </a:p>
        </p:txBody>
      </p:sp>
      <p:sp>
        <p:nvSpPr>
          <p:cNvPr id="1409" name="Block index"/>
          <p:cNvSpPr txBox="1"/>
          <p:nvPr/>
        </p:nvSpPr>
        <p:spPr>
          <a:xfrm>
            <a:off x="5321808" y="1858061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11</a:t>
            </a:r>
          </a:p>
        </p:txBody>
      </p:sp>
      <p:sp>
        <p:nvSpPr>
          <p:cNvPr id="1410" name="ViT trainable block"/>
          <p:cNvSpPr/>
          <p:nvPr/>
        </p:nvSpPr>
        <p:spPr>
          <a:xfrm>
            <a:off x="5596128" y="1839773"/>
            <a:ext cx="1856232" cy="182880"/>
          </a:xfrm>
          <a:prstGeom prst="roundRect">
            <a:avLst/>
          </a:prstGeom>
          <a:solidFill>
            <a:srgbClr val="1D4ED8"/>
          </a:solidFill>
          <a:ln w="8255">
            <a:solidFill>
              <a:srgbClr val="14388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Block 11</a:t>
            </a:r>
          </a:p>
        </p:txBody>
      </p:sp>
      <p:sp>
        <p:nvSpPr>
          <p:cNvPr id="1411" name="Block index"/>
          <p:cNvSpPr txBox="1"/>
          <p:nvPr/>
        </p:nvSpPr>
        <p:spPr>
          <a:xfrm>
            <a:off x="5321808" y="2088490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10</a:t>
            </a:r>
          </a:p>
        </p:txBody>
      </p:sp>
      <p:sp>
        <p:nvSpPr>
          <p:cNvPr id="1412" name="ViT trainable block"/>
          <p:cNvSpPr/>
          <p:nvPr/>
        </p:nvSpPr>
        <p:spPr>
          <a:xfrm>
            <a:off x="5596128" y="2070202"/>
            <a:ext cx="1856232" cy="182880"/>
          </a:xfrm>
          <a:prstGeom prst="roundRect">
            <a:avLst/>
          </a:prstGeom>
          <a:solidFill>
            <a:srgbClr val="1D4ED8"/>
          </a:solidFill>
          <a:ln w="8255">
            <a:solidFill>
              <a:srgbClr val="14388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Block 10</a:t>
            </a:r>
          </a:p>
        </p:txBody>
      </p:sp>
      <p:sp>
        <p:nvSpPr>
          <p:cNvPr id="1413" name="Block index"/>
          <p:cNvSpPr txBox="1"/>
          <p:nvPr/>
        </p:nvSpPr>
        <p:spPr>
          <a:xfrm>
            <a:off x="5321808" y="2318918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9</a:t>
            </a:r>
          </a:p>
        </p:txBody>
      </p:sp>
      <p:sp>
        <p:nvSpPr>
          <p:cNvPr id="1414" name="ViT trainable block"/>
          <p:cNvSpPr/>
          <p:nvPr/>
        </p:nvSpPr>
        <p:spPr>
          <a:xfrm>
            <a:off x="5596128" y="2300630"/>
            <a:ext cx="1856232" cy="182880"/>
          </a:xfrm>
          <a:prstGeom prst="roundRect">
            <a:avLst/>
          </a:prstGeom>
          <a:solidFill>
            <a:srgbClr val="1D4ED8"/>
          </a:solidFill>
          <a:ln w="8255">
            <a:solidFill>
              <a:srgbClr val="14388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Block 9</a:t>
            </a:r>
          </a:p>
        </p:txBody>
      </p:sp>
      <p:sp>
        <p:nvSpPr>
          <p:cNvPr id="1415" name="Block index"/>
          <p:cNvSpPr txBox="1"/>
          <p:nvPr/>
        </p:nvSpPr>
        <p:spPr>
          <a:xfrm>
            <a:off x="5321808" y="2549347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8</a:t>
            </a:r>
          </a:p>
        </p:txBody>
      </p:sp>
      <p:sp>
        <p:nvSpPr>
          <p:cNvPr id="1416" name="ViT trainable block"/>
          <p:cNvSpPr/>
          <p:nvPr/>
        </p:nvSpPr>
        <p:spPr>
          <a:xfrm>
            <a:off x="5596128" y="2531059"/>
            <a:ext cx="1856232" cy="182880"/>
          </a:xfrm>
          <a:prstGeom prst="roundRect">
            <a:avLst/>
          </a:prstGeom>
          <a:solidFill>
            <a:srgbClr val="1D4ED8"/>
          </a:solidFill>
          <a:ln w="8255">
            <a:solidFill>
              <a:srgbClr val="14388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Block 8</a:t>
            </a:r>
          </a:p>
        </p:txBody>
      </p:sp>
      <p:sp>
        <p:nvSpPr>
          <p:cNvPr id="1417" name="Block index"/>
          <p:cNvSpPr txBox="1"/>
          <p:nvPr/>
        </p:nvSpPr>
        <p:spPr>
          <a:xfrm>
            <a:off x="5321808" y="2779776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7</a:t>
            </a:r>
          </a:p>
        </p:txBody>
      </p:sp>
      <p:sp>
        <p:nvSpPr>
          <p:cNvPr id="1418" name="ViT trainable block"/>
          <p:cNvSpPr/>
          <p:nvPr/>
        </p:nvSpPr>
        <p:spPr>
          <a:xfrm>
            <a:off x="5596128" y="2761488"/>
            <a:ext cx="1856232" cy="182880"/>
          </a:xfrm>
          <a:prstGeom prst="roundRect">
            <a:avLst/>
          </a:prstGeom>
          <a:solidFill>
            <a:srgbClr val="1D4ED8"/>
          </a:solidFill>
          <a:ln w="8255">
            <a:solidFill>
              <a:srgbClr val="14388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Block 7</a:t>
            </a:r>
          </a:p>
        </p:txBody>
      </p:sp>
      <p:sp>
        <p:nvSpPr>
          <p:cNvPr id="1419" name="Block index"/>
          <p:cNvSpPr txBox="1"/>
          <p:nvPr/>
        </p:nvSpPr>
        <p:spPr>
          <a:xfrm>
            <a:off x="5321808" y="3010205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6</a:t>
            </a:r>
          </a:p>
        </p:txBody>
      </p:sp>
      <p:sp>
        <p:nvSpPr>
          <p:cNvPr id="1420" name="ViT frozen block"/>
          <p:cNvSpPr/>
          <p:nvPr/>
        </p:nvSpPr>
        <p:spPr>
          <a:xfrm>
            <a:off x="5596128" y="2991917"/>
            <a:ext cx="1856232" cy="182880"/>
          </a:xfrm>
          <a:prstGeom prst="roundRect">
            <a:avLst/>
          </a:prstGeom>
          <a:solidFill>
            <a:srgbClr val="DCE6F2"/>
          </a:solidFill>
          <a:ln w="825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Block 6</a:t>
            </a:r>
          </a:p>
        </p:txBody>
      </p:sp>
      <p:sp>
        <p:nvSpPr>
          <p:cNvPr id="1421" name="Block index"/>
          <p:cNvSpPr txBox="1"/>
          <p:nvPr/>
        </p:nvSpPr>
        <p:spPr>
          <a:xfrm>
            <a:off x="5321808" y="3240634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5</a:t>
            </a:r>
          </a:p>
        </p:txBody>
      </p:sp>
      <p:sp>
        <p:nvSpPr>
          <p:cNvPr id="1422" name="ViT frozen block"/>
          <p:cNvSpPr/>
          <p:nvPr/>
        </p:nvSpPr>
        <p:spPr>
          <a:xfrm>
            <a:off x="5596128" y="3222346"/>
            <a:ext cx="1856232" cy="182880"/>
          </a:xfrm>
          <a:prstGeom prst="roundRect">
            <a:avLst/>
          </a:prstGeom>
          <a:solidFill>
            <a:srgbClr val="DCE6F2"/>
          </a:solidFill>
          <a:ln w="825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Block 5</a:t>
            </a:r>
          </a:p>
        </p:txBody>
      </p:sp>
      <p:sp>
        <p:nvSpPr>
          <p:cNvPr id="1423" name="Block index"/>
          <p:cNvSpPr txBox="1"/>
          <p:nvPr/>
        </p:nvSpPr>
        <p:spPr>
          <a:xfrm>
            <a:off x="5321808" y="3471062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4</a:t>
            </a:r>
          </a:p>
        </p:txBody>
      </p:sp>
      <p:sp>
        <p:nvSpPr>
          <p:cNvPr id="1424" name="ViT frozen block"/>
          <p:cNvSpPr/>
          <p:nvPr/>
        </p:nvSpPr>
        <p:spPr>
          <a:xfrm>
            <a:off x="5596128" y="3452774"/>
            <a:ext cx="1856232" cy="182880"/>
          </a:xfrm>
          <a:prstGeom prst="roundRect">
            <a:avLst/>
          </a:prstGeom>
          <a:solidFill>
            <a:srgbClr val="DCE6F2"/>
          </a:solidFill>
          <a:ln w="825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Block 4</a:t>
            </a:r>
          </a:p>
        </p:txBody>
      </p:sp>
      <p:sp>
        <p:nvSpPr>
          <p:cNvPr id="1425" name="Block index"/>
          <p:cNvSpPr txBox="1"/>
          <p:nvPr/>
        </p:nvSpPr>
        <p:spPr>
          <a:xfrm>
            <a:off x="5321808" y="3701491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3</a:t>
            </a:r>
          </a:p>
        </p:txBody>
      </p:sp>
      <p:sp>
        <p:nvSpPr>
          <p:cNvPr id="1426" name="ViT frozen block"/>
          <p:cNvSpPr/>
          <p:nvPr/>
        </p:nvSpPr>
        <p:spPr>
          <a:xfrm>
            <a:off x="5596128" y="3683203"/>
            <a:ext cx="1856232" cy="182880"/>
          </a:xfrm>
          <a:prstGeom prst="roundRect">
            <a:avLst/>
          </a:prstGeom>
          <a:solidFill>
            <a:srgbClr val="DCE6F2"/>
          </a:solidFill>
          <a:ln w="825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Block 3</a:t>
            </a:r>
          </a:p>
        </p:txBody>
      </p:sp>
      <p:sp>
        <p:nvSpPr>
          <p:cNvPr id="1427" name="Block index"/>
          <p:cNvSpPr txBox="1"/>
          <p:nvPr/>
        </p:nvSpPr>
        <p:spPr>
          <a:xfrm>
            <a:off x="5321808" y="3931920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2</a:t>
            </a:r>
          </a:p>
        </p:txBody>
      </p:sp>
      <p:sp>
        <p:nvSpPr>
          <p:cNvPr id="1428" name="ViT frozen block"/>
          <p:cNvSpPr/>
          <p:nvPr/>
        </p:nvSpPr>
        <p:spPr>
          <a:xfrm>
            <a:off x="5596128" y="3913632"/>
            <a:ext cx="1856232" cy="182880"/>
          </a:xfrm>
          <a:prstGeom prst="roundRect">
            <a:avLst/>
          </a:prstGeom>
          <a:solidFill>
            <a:srgbClr val="DCE6F2"/>
          </a:solidFill>
          <a:ln w="825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Block 2</a:t>
            </a:r>
          </a:p>
        </p:txBody>
      </p:sp>
      <p:sp>
        <p:nvSpPr>
          <p:cNvPr id="1429" name="Block index"/>
          <p:cNvSpPr txBox="1"/>
          <p:nvPr/>
        </p:nvSpPr>
        <p:spPr>
          <a:xfrm>
            <a:off x="5321808" y="4162349"/>
            <a:ext cx="20116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00" b="0">
                <a:solidFill>
                  <a:srgbClr val="111827"/>
                </a:solidFill>
                <a:latin typeface="Arial"/>
              </a:rPr>
              <a:t>1</a:t>
            </a:r>
          </a:p>
        </p:txBody>
      </p:sp>
      <p:sp>
        <p:nvSpPr>
          <p:cNvPr id="1430" name="ViT frozen block"/>
          <p:cNvSpPr/>
          <p:nvPr/>
        </p:nvSpPr>
        <p:spPr>
          <a:xfrm>
            <a:off x="5596128" y="4144061"/>
            <a:ext cx="1856232" cy="182880"/>
          </a:xfrm>
          <a:prstGeom prst="roundRect">
            <a:avLst/>
          </a:prstGeom>
          <a:solidFill>
            <a:srgbClr val="DCE6F2"/>
          </a:solidFill>
          <a:ln w="8255">
            <a:solidFill>
              <a:srgbClr val="9FB6C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Block 1</a:t>
            </a:r>
          </a:p>
        </p:txBody>
      </p:sp>
      <p:cxnSp>
        <p:nvCxnSpPr>
          <p:cNvPr id="1431" name="Frozen separator"/>
          <p:cNvCxnSpPr/>
          <p:nvPr/>
        </p:nvCxnSpPr>
        <p:spPr>
          <a:xfrm>
            <a:off x="5376672" y="2968142"/>
            <a:ext cx="2276856" cy="0"/>
          </a:xfrm>
          <a:prstGeom prst="line">
            <a:avLst/>
          </a:prstGeom>
          <a:ln w="11430">
            <a:solidFill>
              <a:srgbClr val="334155"/>
            </a:solidFill>
            <a:prstDash val="dash"/>
          </a:ln>
        </p:spPr>
      </p:cxnSp>
      <p:cxnSp>
        <p:nvCxnSpPr>
          <p:cNvPr id="1432" name="Group bracket"/>
          <p:cNvCxnSpPr/>
          <p:nvPr/>
        </p:nvCxnSpPr>
        <p:spPr>
          <a:xfrm>
            <a:off x="7909560" y="1609344"/>
            <a:ext cx="0" cy="1335024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cxnSp>
        <p:nvCxnSpPr>
          <p:cNvPr id="1433" name="Group bracket cap"/>
          <p:cNvCxnSpPr/>
          <p:nvPr/>
        </p:nvCxnSpPr>
        <p:spPr>
          <a:xfrm>
            <a:off x="7836408" y="1609344"/>
            <a:ext cx="73152" cy="0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cxnSp>
        <p:nvCxnSpPr>
          <p:cNvPr id="1434" name="Group bracket cap"/>
          <p:cNvCxnSpPr/>
          <p:nvPr/>
        </p:nvCxnSpPr>
        <p:spPr>
          <a:xfrm>
            <a:off x="7836408" y="2944368"/>
            <a:ext cx="73152" cy="0"/>
          </a:xfrm>
          <a:prstGeom prst="line">
            <a:avLst/>
          </a:prstGeom>
          <a:ln w="15875">
            <a:solidFill>
              <a:srgbClr val="1D4ED8"/>
            </a:solidFill>
          </a:ln>
        </p:spPr>
      </p:cxnSp>
      <p:sp>
        <p:nvSpPr>
          <p:cNvPr id="1435" name="Group label"/>
          <p:cNvSpPr txBox="1"/>
          <p:nvPr/>
        </p:nvSpPr>
        <p:spPr>
          <a:xfrm>
            <a:off x="8019288" y="2130552"/>
            <a:ext cx="102412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20" b="1">
                <a:solidFill>
                  <a:srgbClr val="1D4ED8"/>
                </a:solidFill>
                <a:latin typeface="Arial"/>
              </a:rPr>
              <a:t>Fine-tuned</a:t>
            </a:r>
          </a:p>
        </p:txBody>
      </p:sp>
      <p:sp>
        <p:nvSpPr>
          <p:cNvPr id="1436" name="Group sublabel"/>
          <p:cNvSpPr txBox="1"/>
          <p:nvPr/>
        </p:nvSpPr>
        <p:spPr>
          <a:xfrm>
            <a:off x="8019288" y="2377440"/>
            <a:ext cx="10058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30" b="0">
                <a:solidFill>
                  <a:srgbClr val="1D4ED8"/>
                </a:solidFill>
                <a:latin typeface="Arial"/>
              </a:rPr>
              <a:t>blocks 7-12</a:t>
            </a:r>
          </a:p>
        </p:txBody>
      </p:sp>
      <p:cxnSp>
        <p:nvCxnSpPr>
          <p:cNvPr id="1437" name="Group bracket"/>
          <p:cNvCxnSpPr/>
          <p:nvPr/>
        </p:nvCxnSpPr>
        <p:spPr>
          <a:xfrm>
            <a:off x="7909560" y="2991917"/>
            <a:ext cx="0" cy="1335024"/>
          </a:xfrm>
          <a:prstGeom prst="line">
            <a:avLst/>
          </a:prstGeom>
          <a:ln w="15875">
            <a:solidFill>
              <a:srgbClr val="3B6F9C"/>
            </a:solidFill>
          </a:ln>
        </p:spPr>
      </p:cxnSp>
      <p:cxnSp>
        <p:nvCxnSpPr>
          <p:cNvPr id="1438" name="Group bracket cap"/>
          <p:cNvCxnSpPr/>
          <p:nvPr/>
        </p:nvCxnSpPr>
        <p:spPr>
          <a:xfrm>
            <a:off x="7836408" y="2991917"/>
            <a:ext cx="73152" cy="0"/>
          </a:xfrm>
          <a:prstGeom prst="line">
            <a:avLst/>
          </a:prstGeom>
          <a:ln w="15875">
            <a:solidFill>
              <a:srgbClr val="3B6F9C"/>
            </a:solidFill>
          </a:ln>
        </p:spPr>
      </p:cxnSp>
      <p:cxnSp>
        <p:nvCxnSpPr>
          <p:cNvPr id="1439" name="Group bracket cap"/>
          <p:cNvCxnSpPr/>
          <p:nvPr/>
        </p:nvCxnSpPr>
        <p:spPr>
          <a:xfrm>
            <a:off x="7836408" y="4326941"/>
            <a:ext cx="73152" cy="0"/>
          </a:xfrm>
          <a:prstGeom prst="line">
            <a:avLst/>
          </a:prstGeom>
          <a:ln w="15875">
            <a:solidFill>
              <a:srgbClr val="3B6F9C"/>
            </a:solidFill>
          </a:ln>
        </p:spPr>
      </p:cxnSp>
      <p:sp>
        <p:nvSpPr>
          <p:cNvPr id="1440" name="Group label"/>
          <p:cNvSpPr txBox="1"/>
          <p:nvPr/>
        </p:nvSpPr>
        <p:spPr>
          <a:xfrm>
            <a:off x="8019288" y="3513125"/>
            <a:ext cx="102412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20" b="1">
                <a:solidFill>
                  <a:srgbClr val="3B6F9C"/>
                </a:solidFill>
                <a:latin typeface="Arial"/>
              </a:rPr>
              <a:t>Frozen</a:t>
            </a:r>
          </a:p>
        </p:txBody>
      </p:sp>
      <p:sp>
        <p:nvSpPr>
          <p:cNvPr id="1441" name="Group sublabel"/>
          <p:cNvSpPr txBox="1"/>
          <p:nvPr/>
        </p:nvSpPr>
        <p:spPr>
          <a:xfrm>
            <a:off x="8019288" y="3760013"/>
            <a:ext cx="10058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30" b="0">
                <a:solidFill>
                  <a:srgbClr val="3B6F9C"/>
                </a:solidFill>
                <a:latin typeface="Arial"/>
              </a:rPr>
              <a:t>blocks 1-6</a:t>
            </a:r>
          </a:p>
        </p:txBody>
      </p:sp>
      <p:cxnSp>
        <p:nvCxnSpPr>
          <p:cNvPr id="1442" name="Arrow"/>
          <p:cNvCxnSpPr/>
          <p:nvPr/>
        </p:nvCxnSpPr>
        <p:spPr>
          <a:xfrm>
            <a:off x="8156448" y="2734056"/>
            <a:ext cx="576072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1443" name="CLS label"/>
          <p:cNvSpPr txBox="1"/>
          <p:nvPr/>
        </p:nvSpPr>
        <p:spPr>
          <a:xfrm>
            <a:off x="8961120" y="1920240"/>
            <a:ext cx="12801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111827"/>
                </a:solidFill>
                <a:latin typeface="Arial"/>
              </a:rPr>
              <a:t>[CLS] output</a:t>
            </a:r>
          </a:p>
        </p:txBody>
      </p:sp>
      <p:sp>
        <p:nvSpPr>
          <p:cNvPr id="1444" name="CLS box"/>
          <p:cNvSpPr/>
          <p:nvPr/>
        </p:nvSpPr>
        <p:spPr>
          <a:xfrm>
            <a:off x="9144000" y="2450592"/>
            <a:ext cx="713232" cy="53035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20" b="1">
                <a:solidFill>
                  <a:srgbClr val="111827"/>
                </a:solidFill>
                <a:latin typeface="Arial"/>
              </a:rPr>
              <a:t>CLS</a:t>
            </a:r>
          </a:p>
        </p:txBody>
      </p:sp>
      <p:cxnSp>
        <p:nvCxnSpPr>
          <p:cNvPr id="1445" name="Arrow"/>
          <p:cNvCxnSpPr/>
          <p:nvPr/>
        </p:nvCxnSpPr>
        <p:spPr>
          <a:xfrm flipV="1">
            <a:off x="9921240" y="2587752"/>
            <a:ext cx="658368" cy="128016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1446" name="Feature label"/>
          <p:cNvSpPr txBox="1"/>
          <p:nvPr/>
        </p:nvSpPr>
        <p:spPr>
          <a:xfrm>
            <a:off x="10332720" y="1728216"/>
            <a:ext cx="1325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40" b="1">
                <a:solidFill>
                  <a:srgbClr val="111827"/>
                </a:solidFill>
                <a:latin typeface="Arial"/>
              </a:rPr>
              <a:t>768-d</a:t>
            </a:r>
          </a:p>
          <a:p>
            <a:pPr algn="ctr"/>
            <a:r>
              <a:rPr sz="1240" b="1">
                <a:solidFill>
                  <a:srgbClr val="111827"/>
                </a:solidFill>
                <a:latin typeface="Arial"/>
              </a:rPr>
              <a:t>frame feature</a:t>
            </a:r>
          </a:p>
        </p:txBody>
      </p:sp>
      <p:sp>
        <p:nvSpPr>
          <p:cNvPr id="1447" name="Feature vector"/>
          <p:cNvSpPr/>
          <p:nvPr/>
        </p:nvSpPr>
        <p:spPr>
          <a:xfrm>
            <a:off x="10789920" y="2258568"/>
            <a:ext cx="384048" cy="1444752"/>
          </a:xfrm>
          <a:prstGeom prst="roundRect">
            <a:avLst/>
          </a:prstGeom>
          <a:solidFill>
            <a:srgbClr val="E8F3DC"/>
          </a:solidFill>
          <a:ln w="12700">
            <a:solidFill>
              <a:srgbClr val="64748B"/>
            </a:solidFill>
          </a:ln>
        </p:spPr>
        <p:txBody>
          <a:bodyPr rtlCol="0" anchor="ctr"/>
          <a:lstStyle/>
          <a:p/>
        </p:txBody>
      </p:sp>
      <p:sp>
        <p:nvSpPr>
          <p:cNvPr id="1448" name="Feature dot"/>
          <p:cNvSpPr/>
          <p:nvPr/>
        </p:nvSpPr>
        <p:spPr>
          <a:xfrm>
            <a:off x="10936224" y="2459736"/>
            <a:ext cx="100584" cy="100584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449" name="Feature dot"/>
          <p:cNvSpPr/>
          <p:nvPr/>
        </p:nvSpPr>
        <p:spPr>
          <a:xfrm>
            <a:off x="10936224" y="2697480"/>
            <a:ext cx="100584" cy="100584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450" name="Feature dot"/>
          <p:cNvSpPr/>
          <p:nvPr/>
        </p:nvSpPr>
        <p:spPr>
          <a:xfrm>
            <a:off x="10936224" y="2935224"/>
            <a:ext cx="100584" cy="100584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451" name="Feature dot"/>
          <p:cNvSpPr/>
          <p:nvPr/>
        </p:nvSpPr>
        <p:spPr>
          <a:xfrm>
            <a:off x="10936224" y="3172968"/>
            <a:ext cx="100584" cy="100584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452" name="Feature dot"/>
          <p:cNvSpPr/>
          <p:nvPr/>
        </p:nvSpPr>
        <p:spPr>
          <a:xfrm>
            <a:off x="10936224" y="3447288"/>
            <a:ext cx="100584" cy="100584"/>
          </a:xfrm>
          <a:prstGeom prst="ellipse">
            <a:avLst/>
          </a:prstGeom>
          <a:solidFill>
            <a:srgbClr val="75A65B"/>
          </a:solidFill>
          <a:ln w="2540">
            <a:solidFill>
              <a:srgbClr val="75A65B"/>
            </a:solidFill>
          </a:ln>
        </p:spPr>
        <p:txBody>
          <a:bodyPr rtlCol="0" anchor="ctr"/>
          <a:lstStyle/>
          <a:p/>
        </p:txBody>
      </p:sp>
      <p:sp>
        <p:nvSpPr>
          <p:cNvPr id="1453" name="Feature ellipsis"/>
          <p:cNvSpPr txBox="1"/>
          <p:nvPr/>
        </p:nvSpPr>
        <p:spPr>
          <a:xfrm>
            <a:off x="10863072" y="3246120"/>
            <a:ext cx="22860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...</a:t>
            </a:r>
          </a:p>
        </p:txBody>
      </p:sp>
      <p:sp>
        <p:nvSpPr>
          <p:cNvPr id="1454" name="Frame tensor note"/>
          <p:cNvSpPr txBox="1"/>
          <p:nvPr/>
        </p:nvSpPr>
        <p:spPr>
          <a:xfrm>
            <a:off x="10442448" y="3995928"/>
            <a:ext cx="1920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20" b="1">
                <a:solidFill>
                  <a:srgbClr val="1D4ED8"/>
                </a:solidFill>
                <a:latin typeface="Arial"/>
              </a:rPr>
              <a:t>Used per frame;</a:t>
            </a:r>
          </a:p>
          <a:p>
            <a:pPr algn="ctr"/>
            <a:r>
              <a:rPr sz="1020" b="1">
                <a:solidFill>
                  <a:srgbClr val="1D4ED8"/>
                </a:solidFill>
                <a:latin typeface="Arial"/>
              </a:rPr>
              <a:t>8 frames -&gt; 8 x 768 tensor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