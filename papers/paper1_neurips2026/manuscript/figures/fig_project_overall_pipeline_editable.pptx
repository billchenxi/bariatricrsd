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436475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47"/>
    <p:restoredTop sz="94653"/>
  </p:normalViewPr>
  <p:slideViewPr>
    <p:cSldViewPr snapToGrid="0" snapToObjects="1">
      <p:cViewPr>
        <p:scale>
          <a:sx n="199" d="100"/>
          <a:sy n="199" d="100"/>
        </p:scale>
        <p:origin x="-4184" y="-6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0.sv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9.svg"/><Relationship Id="rId2" Type="http://schemas.openxmlformats.org/officeDocument/2006/relationships/image" Target="../media/image1.jpe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5" Type="http://schemas.openxmlformats.org/officeDocument/2006/relationships/image" Target="../media/image12.sv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svg"/><Relationship Id="rId3" Type="http://schemas.openxmlformats.org/officeDocument/2006/relationships/image" Target="../media/image2.jpeg"/><Relationship Id="rId21" Type="http://schemas.openxmlformats.org/officeDocument/2006/relationships/image" Target="../media/image25.png"/><Relationship Id="rId7" Type="http://schemas.openxmlformats.org/officeDocument/2006/relationships/image" Target="../media/image6.jpe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1.jpe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4.jpe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rgical video"/>
          <p:cNvSpPr txBox="1"/>
          <p:nvPr/>
        </p:nvSpPr>
        <p:spPr>
          <a:xfrm>
            <a:off x="860806" y="99956"/>
            <a:ext cx="100584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dirty="0">
                <a:solidFill>
                  <a:srgbClr val="111827"/>
                </a:solidFill>
                <a:latin typeface="Arial"/>
              </a:rPr>
              <a:t>surgical video</a:t>
            </a:r>
          </a:p>
        </p:txBody>
      </p:sp>
      <p:sp>
        <p:nvSpPr>
          <p:cNvPr id="39" name="Clip label"/>
          <p:cNvSpPr txBox="1"/>
          <p:nvPr/>
        </p:nvSpPr>
        <p:spPr>
          <a:xfrm>
            <a:off x="805942" y="1090016"/>
            <a:ext cx="1060704" cy="615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" b="1" dirty="0">
                <a:solidFill>
                  <a:srgbClr val="1D4ED8"/>
                </a:solidFill>
                <a:latin typeface="Arial"/>
              </a:rPr>
              <a:t>8-frame clip</a:t>
            </a:r>
            <a:r>
              <a:rPr lang="en-US" sz="400" b="1" dirty="0">
                <a:solidFill>
                  <a:srgbClr val="1D4ED8"/>
                </a:solidFill>
                <a:latin typeface="Arial"/>
              </a:rPr>
              <a:t> at time </a:t>
            </a:r>
            <a:r>
              <a:rPr lang="en-US" sz="400" b="1" i="1" dirty="0">
                <a:solidFill>
                  <a:srgbClr val="1D4ED8"/>
                </a:solidFill>
                <a:latin typeface="Arial"/>
              </a:rPr>
              <a:t>t</a:t>
            </a:r>
            <a:endParaRPr sz="400" b="1" i="1" dirty="0">
              <a:solidFill>
                <a:srgbClr val="1D4ED8"/>
              </a:solidFill>
              <a:latin typeface="Arial"/>
            </a:endParaRPr>
          </a:p>
        </p:txBody>
      </p:sp>
      <p:cxnSp>
        <p:nvCxnSpPr>
          <p:cNvPr id="40" name="Arrow"/>
          <p:cNvCxnSpPr>
            <a:cxnSpLocks/>
          </p:cNvCxnSpPr>
          <p:nvPr/>
        </p:nvCxnSpPr>
        <p:spPr>
          <a:xfrm>
            <a:off x="2857640" y="776497"/>
            <a:ext cx="19177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sp>
        <p:nvSpPr>
          <p:cNvPr id="133" name="Block"/>
          <p:cNvSpPr/>
          <p:nvPr/>
        </p:nvSpPr>
        <p:spPr>
          <a:xfrm>
            <a:off x="8505010" y="-6262"/>
            <a:ext cx="13258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111827"/>
                </a:solidFill>
                <a:latin typeface="Arial"/>
              </a:rPr>
              <a:t>HTA-inspired</a:t>
            </a:r>
          </a:p>
          <a:p>
            <a:pPr algn="ctr"/>
            <a:r>
              <a:rPr sz="740" b="1">
                <a:solidFill>
                  <a:srgbClr val="111827"/>
                </a:solidFill>
                <a:latin typeface="Arial"/>
              </a:rPr>
              <a:t>6-block</a:t>
            </a:r>
          </a:p>
          <a:p>
            <a:pPr algn="ctr"/>
            <a:r>
              <a:rPr sz="740" b="1">
                <a:solidFill>
                  <a:srgbClr val="111827"/>
                </a:solidFill>
                <a:latin typeface="Arial"/>
              </a:rPr>
              <a:t>temporal head</a:t>
            </a:r>
          </a:p>
        </p:txBody>
      </p:sp>
      <p:cxnSp>
        <p:nvCxnSpPr>
          <p:cNvPr id="134" name="Arrow"/>
          <p:cNvCxnSpPr/>
          <p:nvPr/>
        </p:nvCxnSpPr>
        <p:spPr>
          <a:xfrm>
            <a:off x="8084386" y="524090"/>
            <a:ext cx="402336" cy="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35" name="Block"/>
          <p:cNvSpPr/>
          <p:nvPr/>
        </p:nvSpPr>
        <p:spPr>
          <a:xfrm>
            <a:off x="10269802" y="-262293"/>
            <a:ext cx="868680" cy="3931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RSD</a:t>
            </a:r>
          </a:p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sp>
        <p:nvSpPr>
          <p:cNvPr id="136" name="Block"/>
          <p:cNvSpPr/>
          <p:nvPr/>
        </p:nvSpPr>
        <p:spPr>
          <a:xfrm>
            <a:off x="10269802" y="295490"/>
            <a:ext cx="868680" cy="39319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 dirty="0">
                <a:solidFill>
                  <a:srgbClr val="111827"/>
                </a:solidFill>
                <a:latin typeface="Arial"/>
              </a:rPr>
              <a:t>phase</a:t>
            </a:r>
          </a:p>
          <a:p>
            <a:pPr algn="ctr"/>
            <a:r>
              <a:rPr sz="680" b="1" dirty="0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sp>
        <p:nvSpPr>
          <p:cNvPr id="137" name="Block"/>
          <p:cNvSpPr/>
          <p:nvPr/>
        </p:nvSpPr>
        <p:spPr>
          <a:xfrm>
            <a:off x="10269802" y="853274"/>
            <a:ext cx="868680" cy="39319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deviation</a:t>
            </a:r>
          </a:p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cxnSp>
        <p:nvCxnSpPr>
          <p:cNvPr id="138" name="Arrow"/>
          <p:cNvCxnSpPr/>
          <p:nvPr/>
        </p:nvCxnSpPr>
        <p:spPr>
          <a:xfrm flipV="1">
            <a:off x="9858322" y="-70270"/>
            <a:ext cx="393192" cy="54864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cxnSp>
        <p:nvCxnSpPr>
          <p:cNvPr id="139" name="Arrow"/>
          <p:cNvCxnSpPr/>
          <p:nvPr/>
        </p:nvCxnSpPr>
        <p:spPr>
          <a:xfrm>
            <a:off x="9858322" y="478370"/>
            <a:ext cx="393192" cy="9144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cxnSp>
        <p:nvCxnSpPr>
          <p:cNvPr id="140" name="Arrow"/>
          <p:cNvCxnSpPr/>
          <p:nvPr/>
        </p:nvCxnSpPr>
        <p:spPr>
          <a:xfrm>
            <a:off x="9858322" y="478370"/>
            <a:ext cx="393192" cy="566928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41" name="Block"/>
          <p:cNvSpPr/>
          <p:nvPr/>
        </p:nvSpPr>
        <p:spPr>
          <a:xfrm>
            <a:off x="11522530" y="-61126"/>
            <a:ext cx="1143000" cy="51206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remaining</a:t>
            </a:r>
          </a:p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surgery duration</a:t>
            </a:r>
          </a:p>
        </p:txBody>
      </p:sp>
      <p:cxnSp>
        <p:nvCxnSpPr>
          <p:cNvPr id="142" name="Arrow"/>
          <p:cNvCxnSpPr/>
          <p:nvPr/>
        </p:nvCxnSpPr>
        <p:spPr>
          <a:xfrm>
            <a:off x="11156770" y="-70270"/>
            <a:ext cx="347472" cy="274320"/>
          </a:xfrm>
          <a:prstGeom prst="line">
            <a:avLst/>
          </a:prstGeom>
          <a:ln w="13970">
            <a:solidFill>
              <a:srgbClr val="1D4ED8"/>
            </a:solidFill>
            <a:tailEnd type="triangle" w="med"/>
          </a:ln>
        </p:spPr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821EC50-DAD4-5DCC-B1DF-E4E8E2B54402}"/>
              </a:ext>
            </a:extLst>
          </p:cNvPr>
          <p:cNvGrpSpPr/>
          <p:nvPr/>
        </p:nvGrpSpPr>
        <p:grpSpPr>
          <a:xfrm>
            <a:off x="356616" y="541972"/>
            <a:ext cx="1934337" cy="297645"/>
            <a:chOff x="356616" y="831640"/>
            <a:chExt cx="1934337" cy="297645"/>
          </a:xfrm>
        </p:grpSpPr>
        <p:sp>
          <p:nvSpPr>
            <p:cNvPr id="161" name="Triangle 160">
              <a:extLst>
                <a:ext uri="{FF2B5EF4-FFF2-40B4-BE49-F238E27FC236}">
                  <a16:creationId xmlns:a16="http://schemas.microsoft.com/office/drawing/2014/main" id="{EBD318B0-F42C-031B-7ECF-24EC74884FB7}"/>
                </a:ext>
              </a:extLst>
            </p:cNvPr>
            <p:cNvSpPr/>
            <p:nvPr/>
          </p:nvSpPr>
          <p:spPr>
            <a:xfrm>
              <a:off x="438531" y="907035"/>
              <a:ext cx="1852422" cy="222250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alpha val="0"/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" name="Arrow">
              <a:extLst>
                <a:ext uri="{FF2B5EF4-FFF2-40B4-BE49-F238E27FC236}">
                  <a16:creationId xmlns:a16="http://schemas.microsoft.com/office/drawing/2014/main" id="{590EEF15-CD98-67FA-975F-98D855C729DA}"/>
                </a:ext>
              </a:extLst>
            </p:cNvPr>
            <p:cNvCxnSpPr>
              <a:cxnSpLocks/>
            </p:cNvCxnSpPr>
            <p:nvPr/>
          </p:nvCxnSpPr>
          <p:spPr>
            <a:xfrm>
              <a:off x="356616" y="859535"/>
              <a:ext cx="1934337" cy="0"/>
            </a:xfrm>
            <a:prstGeom prst="line">
              <a:avLst/>
            </a:prstGeom>
            <a:ln w="13970">
              <a:solidFill>
                <a:srgbClr val="334155"/>
              </a:solidFill>
              <a:headEnd w="sm" len="sm"/>
              <a:tailEnd type="triangle" w="sm" len="sm"/>
            </a:ln>
          </p:spPr>
        </p:cxn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69E638E4-6C1A-77F7-9CB6-5A074C2BBBC9}"/>
                </a:ext>
              </a:extLst>
            </p:cNvPr>
            <p:cNvSpPr/>
            <p:nvPr/>
          </p:nvSpPr>
          <p:spPr>
            <a:xfrm>
              <a:off x="1335024" y="831640"/>
              <a:ext cx="55789" cy="55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1587C6AD-BF42-95F2-5EF1-9DCD1186FFE3}"/>
                </a:ext>
              </a:extLst>
            </p:cNvPr>
            <p:cNvSpPr/>
            <p:nvPr/>
          </p:nvSpPr>
          <p:spPr>
            <a:xfrm flipH="1">
              <a:off x="438278" y="83667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E0666AC-6C20-0ED9-C885-F4D45BF33A82}"/>
              </a:ext>
            </a:extLst>
          </p:cNvPr>
          <p:cNvSpPr txBox="1"/>
          <p:nvPr/>
        </p:nvSpPr>
        <p:spPr>
          <a:xfrm>
            <a:off x="353060" y="5476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566E5FE-75FC-BB9F-3EC4-B413FFB25641}"/>
              </a:ext>
            </a:extLst>
          </p:cNvPr>
          <p:cNvSpPr txBox="1"/>
          <p:nvPr/>
        </p:nvSpPr>
        <p:spPr>
          <a:xfrm>
            <a:off x="1253426" y="553992"/>
            <a:ext cx="20550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i="1" dirty="0"/>
              <a:t>t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702E811-23D3-6B5B-8083-693A142740C6}"/>
              </a:ext>
            </a:extLst>
          </p:cNvPr>
          <p:cNvSpPr txBox="1"/>
          <p:nvPr/>
        </p:nvSpPr>
        <p:spPr>
          <a:xfrm>
            <a:off x="2208911" y="485228"/>
            <a:ext cx="21512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/>
              <a:t>T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7031467-8B68-E8D8-2311-4FF0A5466244}"/>
              </a:ext>
            </a:extLst>
          </p:cNvPr>
          <p:cNvGrpSpPr/>
          <p:nvPr/>
        </p:nvGrpSpPr>
        <p:grpSpPr>
          <a:xfrm>
            <a:off x="438531" y="841013"/>
            <a:ext cx="1815719" cy="233171"/>
            <a:chOff x="438531" y="1130681"/>
            <a:chExt cx="1815719" cy="233171"/>
          </a:xfrm>
        </p:grpSpPr>
        <p:sp>
          <p:nvSpPr>
            <p:cNvPr id="33" name="Clip outline"/>
            <p:cNvSpPr/>
            <p:nvPr/>
          </p:nvSpPr>
          <p:spPr>
            <a:xfrm>
              <a:off x="438531" y="1130681"/>
              <a:ext cx="1815719" cy="233171"/>
            </a:xfrm>
            <a:prstGeom prst="roundRect">
              <a:avLst/>
            </a:prstGeom>
            <a:noFill/>
            <a:ln w="12700">
              <a:solidFill>
                <a:srgbClr val="1D4ED8"/>
              </a:solidFill>
              <a:prstDash val="dash"/>
            </a:ln>
          </p:spPr>
          <p:txBody>
            <a:bodyPr rtlCol="0" anchor="ctr"/>
            <a:lstStyle/>
            <a:p>
              <a:endParaRPr dirty="0"/>
            </a:p>
          </p:txBody>
        </p:sp>
        <p:pic>
          <p:nvPicPr>
            <p:cNvPr id="162" name="Prefix frame 1">
              <a:extLst>
                <a:ext uri="{FF2B5EF4-FFF2-40B4-BE49-F238E27FC236}">
                  <a16:creationId xmlns:a16="http://schemas.microsoft.com/office/drawing/2014/main" id="{4DD13A8A-3700-5EB0-0F8E-43267C9FF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000" b="9000"/>
            <a:stretch>
              <a:fillRect/>
            </a:stretch>
          </p:blipFill>
          <p:spPr>
            <a:xfrm>
              <a:off x="456946" y="1149277"/>
              <a:ext cx="219587" cy="197938"/>
            </a:xfrm>
            <a:prstGeom prst="rect">
              <a:avLst/>
            </a:prstGeom>
          </p:spPr>
        </p:pic>
        <p:pic>
          <p:nvPicPr>
            <p:cNvPr id="163" name="Prefix frame 2">
              <a:extLst>
                <a:ext uri="{FF2B5EF4-FFF2-40B4-BE49-F238E27FC236}">
                  <a16:creationId xmlns:a16="http://schemas.microsoft.com/office/drawing/2014/main" id="{55DE0027-13E2-E0D0-28D9-C73897F44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000" b="9000"/>
            <a:stretch>
              <a:fillRect/>
            </a:stretch>
          </p:blipFill>
          <p:spPr>
            <a:xfrm>
              <a:off x="679304" y="1149277"/>
              <a:ext cx="219587" cy="197938"/>
            </a:xfrm>
            <a:prstGeom prst="rect">
              <a:avLst/>
            </a:prstGeom>
          </p:spPr>
        </p:pic>
        <p:pic>
          <p:nvPicPr>
            <p:cNvPr id="164" name="Prefix frame 3">
              <a:extLst>
                <a:ext uri="{FF2B5EF4-FFF2-40B4-BE49-F238E27FC236}">
                  <a16:creationId xmlns:a16="http://schemas.microsoft.com/office/drawing/2014/main" id="{B2CD017C-5920-4AA7-AA33-4443CD22C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000" b="9000"/>
            <a:stretch>
              <a:fillRect/>
            </a:stretch>
          </p:blipFill>
          <p:spPr>
            <a:xfrm>
              <a:off x="901662" y="1149277"/>
              <a:ext cx="219587" cy="197938"/>
            </a:xfrm>
            <a:prstGeom prst="rect">
              <a:avLst/>
            </a:prstGeom>
          </p:spPr>
        </p:pic>
        <p:pic>
          <p:nvPicPr>
            <p:cNvPr id="165" name="Prefix frame 4">
              <a:extLst>
                <a:ext uri="{FF2B5EF4-FFF2-40B4-BE49-F238E27FC236}">
                  <a16:creationId xmlns:a16="http://schemas.microsoft.com/office/drawing/2014/main" id="{3EBD0CDA-9BA3-CA50-0605-1F2BFD76F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9000" b="9000"/>
            <a:stretch>
              <a:fillRect/>
            </a:stretch>
          </p:blipFill>
          <p:spPr>
            <a:xfrm>
              <a:off x="1124020" y="1149277"/>
              <a:ext cx="219587" cy="197938"/>
            </a:xfrm>
            <a:prstGeom prst="rect">
              <a:avLst/>
            </a:prstGeom>
          </p:spPr>
        </p:pic>
        <p:pic>
          <p:nvPicPr>
            <p:cNvPr id="166" name="Prefix frame 5">
              <a:extLst>
                <a:ext uri="{FF2B5EF4-FFF2-40B4-BE49-F238E27FC236}">
                  <a16:creationId xmlns:a16="http://schemas.microsoft.com/office/drawing/2014/main" id="{59381EF9-8EDC-D9EF-07CD-A5D936FAE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000" b="9000"/>
            <a:stretch>
              <a:fillRect/>
            </a:stretch>
          </p:blipFill>
          <p:spPr>
            <a:xfrm>
              <a:off x="1346378" y="1149277"/>
              <a:ext cx="219587" cy="197938"/>
            </a:xfrm>
            <a:prstGeom prst="rect">
              <a:avLst/>
            </a:prstGeom>
          </p:spPr>
        </p:pic>
        <p:pic>
          <p:nvPicPr>
            <p:cNvPr id="167" name="Prefix frame 6">
              <a:extLst>
                <a:ext uri="{FF2B5EF4-FFF2-40B4-BE49-F238E27FC236}">
                  <a16:creationId xmlns:a16="http://schemas.microsoft.com/office/drawing/2014/main" id="{0631C660-4480-E50E-F308-D58372C71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9000" b="9000"/>
            <a:stretch>
              <a:fillRect/>
            </a:stretch>
          </p:blipFill>
          <p:spPr>
            <a:xfrm>
              <a:off x="1568736" y="1149277"/>
              <a:ext cx="219587" cy="197938"/>
            </a:xfrm>
            <a:prstGeom prst="rect">
              <a:avLst/>
            </a:prstGeom>
          </p:spPr>
        </p:pic>
        <p:pic>
          <p:nvPicPr>
            <p:cNvPr id="168" name="Prefix frame 7">
              <a:extLst>
                <a:ext uri="{FF2B5EF4-FFF2-40B4-BE49-F238E27FC236}">
                  <a16:creationId xmlns:a16="http://schemas.microsoft.com/office/drawing/2014/main" id="{D1966DA0-2BCF-4180-BB05-B7A51B265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9000" b="9000"/>
            <a:stretch>
              <a:fillRect/>
            </a:stretch>
          </p:blipFill>
          <p:spPr>
            <a:xfrm>
              <a:off x="1791094" y="1149277"/>
              <a:ext cx="219587" cy="197938"/>
            </a:xfrm>
            <a:prstGeom prst="rect">
              <a:avLst/>
            </a:prstGeom>
          </p:spPr>
        </p:pic>
        <p:pic>
          <p:nvPicPr>
            <p:cNvPr id="169" name="Prefix frame 8">
              <a:extLst>
                <a:ext uri="{FF2B5EF4-FFF2-40B4-BE49-F238E27FC236}">
                  <a16:creationId xmlns:a16="http://schemas.microsoft.com/office/drawing/2014/main" id="{56206219-554A-9E6E-E443-5AE035780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9000" b="9000"/>
            <a:stretch>
              <a:fillRect/>
            </a:stretch>
          </p:blipFill>
          <p:spPr>
            <a:xfrm>
              <a:off x="2013454" y="1149277"/>
              <a:ext cx="219587" cy="197938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67E254E-AF72-7D0C-25C8-54D534DDBD1D}"/>
              </a:ext>
            </a:extLst>
          </p:cNvPr>
          <p:cNvGrpSpPr/>
          <p:nvPr/>
        </p:nvGrpSpPr>
        <p:grpSpPr>
          <a:xfrm>
            <a:off x="670040" y="221889"/>
            <a:ext cx="1398409" cy="267462"/>
            <a:chOff x="670040" y="511557"/>
            <a:chExt cx="1398409" cy="267462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1C1DAF42-A680-80D8-ECFC-F2AA47F9101C}"/>
                </a:ext>
              </a:extLst>
            </p:cNvPr>
            <p:cNvGrpSpPr/>
            <p:nvPr/>
          </p:nvGrpSpPr>
          <p:grpSpPr>
            <a:xfrm>
              <a:off x="955385" y="511557"/>
              <a:ext cx="818713" cy="267462"/>
              <a:chOff x="250408" y="974484"/>
              <a:chExt cx="1574932" cy="449714"/>
            </a:xfrm>
          </p:grpSpPr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7620B050-01DF-C8CE-41F7-6C601109FD5C}"/>
                  </a:ext>
                </a:extLst>
              </p:cNvPr>
              <p:cNvGrpSpPr/>
              <p:nvPr/>
            </p:nvGrpSpPr>
            <p:grpSpPr>
              <a:xfrm rot="16200000">
                <a:off x="813017" y="411875"/>
                <a:ext cx="449714" cy="1574932"/>
                <a:chOff x="365760" y="1417320"/>
                <a:chExt cx="932688" cy="1975104"/>
              </a:xfrm>
            </p:grpSpPr>
            <p:sp>
              <p:nvSpPr>
                <p:cNvPr id="7" name="Filmstrip"/>
                <p:cNvSpPr/>
                <p:nvPr/>
              </p:nvSpPr>
              <p:spPr>
                <a:xfrm>
                  <a:off x="365760" y="1417320"/>
                  <a:ext cx="932688" cy="1975104"/>
                </a:xfrm>
                <a:prstGeom prst="rect">
                  <a:avLst/>
                </a:prstGeom>
                <a:solidFill>
                  <a:srgbClr val="0B0F19"/>
                </a:solidFill>
                <a:ln w="10160">
                  <a:solidFill>
                    <a:srgbClr val="000000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8" name="Film hole left"/>
                <p:cNvSpPr/>
                <p:nvPr/>
              </p:nvSpPr>
              <p:spPr>
                <a:xfrm>
                  <a:off x="402336" y="152704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9" name="Film hole right"/>
                <p:cNvSpPr/>
                <p:nvPr/>
              </p:nvSpPr>
              <p:spPr>
                <a:xfrm>
                  <a:off x="1207008" y="152704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0" name="Film hole left"/>
                <p:cNvSpPr/>
                <p:nvPr/>
              </p:nvSpPr>
              <p:spPr>
                <a:xfrm>
                  <a:off x="402336" y="174193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1" name="Film hole right"/>
                <p:cNvSpPr/>
                <p:nvPr/>
              </p:nvSpPr>
              <p:spPr>
                <a:xfrm>
                  <a:off x="1207008" y="174193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2" name="Film hole left"/>
                <p:cNvSpPr/>
                <p:nvPr/>
              </p:nvSpPr>
              <p:spPr>
                <a:xfrm>
                  <a:off x="402336" y="195681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3" name="Film hole right"/>
                <p:cNvSpPr/>
                <p:nvPr/>
              </p:nvSpPr>
              <p:spPr>
                <a:xfrm>
                  <a:off x="1207008" y="195681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4" name="Film hole left"/>
                <p:cNvSpPr/>
                <p:nvPr/>
              </p:nvSpPr>
              <p:spPr>
                <a:xfrm>
                  <a:off x="402336" y="217170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5" name="Film hole right"/>
                <p:cNvSpPr/>
                <p:nvPr/>
              </p:nvSpPr>
              <p:spPr>
                <a:xfrm>
                  <a:off x="1207008" y="217170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6" name="Film hole left"/>
                <p:cNvSpPr/>
                <p:nvPr/>
              </p:nvSpPr>
              <p:spPr>
                <a:xfrm>
                  <a:off x="402336" y="2386584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7" name="Film hole right"/>
                <p:cNvSpPr/>
                <p:nvPr/>
              </p:nvSpPr>
              <p:spPr>
                <a:xfrm>
                  <a:off x="1207008" y="2386584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8" name="Film hole left"/>
                <p:cNvSpPr/>
                <p:nvPr/>
              </p:nvSpPr>
              <p:spPr>
                <a:xfrm>
                  <a:off x="402336" y="260146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19" name="Film hole right"/>
                <p:cNvSpPr/>
                <p:nvPr/>
              </p:nvSpPr>
              <p:spPr>
                <a:xfrm>
                  <a:off x="1207008" y="260146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0" name="Film hole left"/>
                <p:cNvSpPr/>
                <p:nvPr/>
              </p:nvSpPr>
              <p:spPr>
                <a:xfrm>
                  <a:off x="402336" y="281635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1" name="Film hole right"/>
                <p:cNvSpPr/>
                <p:nvPr/>
              </p:nvSpPr>
              <p:spPr>
                <a:xfrm>
                  <a:off x="1207008" y="281635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2" name="Film hole left"/>
                <p:cNvSpPr/>
                <p:nvPr/>
              </p:nvSpPr>
              <p:spPr>
                <a:xfrm>
                  <a:off x="402336" y="303123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3" name="Film hole right"/>
                <p:cNvSpPr/>
                <p:nvPr/>
              </p:nvSpPr>
              <p:spPr>
                <a:xfrm>
                  <a:off x="1207008" y="303123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4" name="Film hole left"/>
                <p:cNvSpPr/>
                <p:nvPr/>
              </p:nvSpPr>
              <p:spPr>
                <a:xfrm>
                  <a:off x="402336" y="324612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" name="Film hole right"/>
                <p:cNvSpPr/>
                <p:nvPr/>
              </p:nvSpPr>
              <p:spPr>
                <a:xfrm>
                  <a:off x="1207008" y="324612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</p:grpSp>
          <p:pic>
            <p:nvPicPr>
              <p:cNvPr id="26" name="Film frame 1"/>
              <p:cNvPicPr>
                <a:picLocks noChangeAspect="1"/>
              </p:cNvPicPr>
              <p:nvPr/>
            </p:nvPicPr>
            <p:blipFill>
              <a:blip r:embed="rId2"/>
              <a:srcRect t="7000" b="7000"/>
              <a:stretch>
                <a:fillRect/>
              </a:stretch>
            </p:blipFill>
            <p:spPr>
              <a:xfrm>
                <a:off x="250408" y="1109337"/>
                <a:ext cx="391462" cy="201168"/>
              </a:xfrm>
              <a:prstGeom prst="rect">
                <a:avLst/>
              </a:prstGeom>
            </p:spPr>
          </p:pic>
          <p:pic>
            <p:nvPicPr>
              <p:cNvPr id="27" name="Film frame 2"/>
              <p:cNvPicPr>
                <a:picLocks noChangeAspect="1"/>
              </p:cNvPicPr>
              <p:nvPr/>
            </p:nvPicPr>
            <p:blipFill>
              <a:blip r:embed="rId3"/>
              <a:srcRect t="7000" b="7000"/>
              <a:stretch>
                <a:fillRect/>
              </a:stretch>
            </p:blipFill>
            <p:spPr>
              <a:xfrm>
                <a:off x="641870" y="1109337"/>
                <a:ext cx="391462" cy="201168"/>
              </a:xfrm>
              <a:prstGeom prst="rect">
                <a:avLst/>
              </a:prstGeom>
            </p:spPr>
          </p:pic>
          <p:pic>
            <p:nvPicPr>
              <p:cNvPr id="28" name="Film frame 3"/>
              <p:cNvPicPr>
                <a:picLocks noChangeAspect="1"/>
              </p:cNvPicPr>
              <p:nvPr/>
            </p:nvPicPr>
            <p:blipFill>
              <a:blip r:embed="rId4"/>
              <a:srcRect t="7000" b="7000"/>
              <a:stretch>
                <a:fillRect/>
              </a:stretch>
            </p:blipFill>
            <p:spPr>
              <a:xfrm>
                <a:off x="1033332" y="1109337"/>
                <a:ext cx="391462" cy="201168"/>
              </a:xfrm>
              <a:prstGeom prst="rect">
                <a:avLst/>
              </a:prstGeom>
            </p:spPr>
          </p:pic>
          <p:pic>
            <p:nvPicPr>
              <p:cNvPr id="29" name="Film frame 4"/>
              <p:cNvPicPr>
                <a:picLocks noChangeAspect="1"/>
              </p:cNvPicPr>
              <p:nvPr/>
            </p:nvPicPr>
            <p:blipFill>
              <a:blip r:embed="rId5"/>
              <a:srcRect t="7000" b="7000"/>
              <a:stretch>
                <a:fillRect/>
              </a:stretch>
            </p:blipFill>
            <p:spPr>
              <a:xfrm>
                <a:off x="1424794" y="1109337"/>
                <a:ext cx="391462" cy="201168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ED29108-F6D8-EB55-8EB9-833C6BDDEECE}"/>
                    </a:ext>
                  </a:extLst>
                </p:cNvPr>
                <p:cNvSpPr txBox="1"/>
                <p:nvPr/>
              </p:nvSpPr>
              <p:spPr>
                <a:xfrm>
                  <a:off x="1744322" y="514748"/>
                  <a:ext cx="32412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ED29108-F6D8-EB55-8EB9-833C6BDDEE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4322" y="514748"/>
                  <a:ext cx="324127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0BB39F5B-44F2-2F34-D67E-B1568BBDA64A}"/>
                    </a:ext>
                  </a:extLst>
                </p:cNvPr>
                <p:cNvSpPr txBox="1"/>
                <p:nvPr/>
              </p:nvSpPr>
              <p:spPr>
                <a:xfrm>
                  <a:off x="670040" y="514748"/>
                  <a:ext cx="32412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0BB39F5B-44F2-2F34-D67E-B1568BBDA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040" y="514748"/>
                  <a:ext cx="324127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A3C9A56-EB50-52A1-55F0-332C54FBD2FD}"/>
              </a:ext>
            </a:extLst>
          </p:cNvPr>
          <p:cNvGrpSpPr/>
          <p:nvPr/>
        </p:nvGrpSpPr>
        <p:grpSpPr>
          <a:xfrm>
            <a:off x="292590" y="1577709"/>
            <a:ext cx="790991" cy="562925"/>
            <a:chOff x="429768" y="1993392"/>
            <a:chExt cx="1997964" cy="1421892"/>
          </a:xfrm>
        </p:grpSpPr>
        <p:sp>
          <p:nvSpPr>
            <p:cNvPr id="186" name="Input frame mosaic cell">
              <a:extLst>
                <a:ext uri="{FF2B5EF4-FFF2-40B4-BE49-F238E27FC236}">
                  <a16:creationId xmlns:a16="http://schemas.microsoft.com/office/drawing/2014/main" id="{CC4F730A-8A3E-E906-6548-6D138934315E}"/>
                </a:ext>
              </a:extLst>
            </p:cNvPr>
            <p:cNvSpPr/>
            <p:nvPr/>
          </p:nvSpPr>
          <p:spPr>
            <a:xfrm>
              <a:off x="429768" y="1993392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87" name="Input frame mosaic cell">
              <a:extLst>
                <a:ext uri="{FF2B5EF4-FFF2-40B4-BE49-F238E27FC236}">
                  <a16:creationId xmlns:a16="http://schemas.microsoft.com/office/drawing/2014/main" id="{8382B71B-15F1-6380-9819-A8B9313836B0}"/>
                </a:ext>
              </a:extLst>
            </p:cNvPr>
            <p:cNvSpPr/>
            <p:nvPr/>
          </p:nvSpPr>
          <p:spPr>
            <a:xfrm>
              <a:off x="479603" y="1993392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88" name="Input frame mosaic cell">
              <a:extLst>
                <a:ext uri="{FF2B5EF4-FFF2-40B4-BE49-F238E27FC236}">
                  <a16:creationId xmlns:a16="http://schemas.microsoft.com/office/drawing/2014/main" id="{E59BE8E3-F041-2CD7-F591-232847A1A439}"/>
                </a:ext>
              </a:extLst>
            </p:cNvPr>
            <p:cNvSpPr/>
            <p:nvPr/>
          </p:nvSpPr>
          <p:spPr>
            <a:xfrm>
              <a:off x="529438" y="1993392"/>
              <a:ext cx="54407" cy="55191"/>
            </a:xfrm>
            <a:prstGeom prst="rect">
              <a:avLst/>
            </a:prstGeom>
            <a:solidFill>
              <a:srgbClr val="0704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89" name="Input frame mosaic cell">
              <a:extLst>
                <a:ext uri="{FF2B5EF4-FFF2-40B4-BE49-F238E27FC236}">
                  <a16:creationId xmlns:a16="http://schemas.microsoft.com/office/drawing/2014/main" id="{A18A12AB-B2AB-DE8F-8717-99F77E20E7F5}"/>
                </a:ext>
              </a:extLst>
            </p:cNvPr>
            <p:cNvSpPr/>
            <p:nvPr/>
          </p:nvSpPr>
          <p:spPr>
            <a:xfrm>
              <a:off x="579272" y="1993392"/>
              <a:ext cx="54407" cy="55191"/>
            </a:xfrm>
            <a:prstGeom prst="rect">
              <a:avLst/>
            </a:prstGeom>
            <a:solidFill>
              <a:srgbClr val="0E06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0" name="Input frame mosaic cell">
              <a:extLst>
                <a:ext uri="{FF2B5EF4-FFF2-40B4-BE49-F238E27FC236}">
                  <a16:creationId xmlns:a16="http://schemas.microsoft.com/office/drawing/2014/main" id="{BFAB1C34-7467-BC84-84F7-6BCBD76F2547}"/>
                </a:ext>
              </a:extLst>
            </p:cNvPr>
            <p:cNvSpPr/>
            <p:nvPr/>
          </p:nvSpPr>
          <p:spPr>
            <a:xfrm>
              <a:off x="629107" y="1993392"/>
              <a:ext cx="54407" cy="55191"/>
            </a:xfrm>
            <a:prstGeom prst="rect">
              <a:avLst/>
            </a:prstGeom>
            <a:solidFill>
              <a:srgbClr val="1107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1" name="Input frame mosaic cell">
              <a:extLst>
                <a:ext uri="{FF2B5EF4-FFF2-40B4-BE49-F238E27FC236}">
                  <a16:creationId xmlns:a16="http://schemas.microsoft.com/office/drawing/2014/main" id="{358B1539-F235-B542-1391-DED3F5420938}"/>
                </a:ext>
              </a:extLst>
            </p:cNvPr>
            <p:cNvSpPr/>
            <p:nvPr/>
          </p:nvSpPr>
          <p:spPr>
            <a:xfrm>
              <a:off x="678942" y="1993392"/>
              <a:ext cx="54407" cy="55191"/>
            </a:xfrm>
            <a:prstGeom prst="rect">
              <a:avLst/>
            </a:prstGeom>
            <a:solidFill>
              <a:srgbClr val="150A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2" name="Input frame mosaic cell">
              <a:extLst>
                <a:ext uri="{FF2B5EF4-FFF2-40B4-BE49-F238E27FC236}">
                  <a16:creationId xmlns:a16="http://schemas.microsoft.com/office/drawing/2014/main" id="{A9FBA472-B591-F883-6F54-9E614E1180AE}"/>
                </a:ext>
              </a:extLst>
            </p:cNvPr>
            <p:cNvSpPr/>
            <p:nvPr/>
          </p:nvSpPr>
          <p:spPr>
            <a:xfrm>
              <a:off x="728777" y="1993392"/>
              <a:ext cx="54407" cy="55191"/>
            </a:xfrm>
            <a:prstGeom prst="rect">
              <a:avLst/>
            </a:prstGeom>
            <a:solidFill>
              <a:srgbClr val="16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3" name="Input frame mosaic cell">
              <a:extLst>
                <a:ext uri="{FF2B5EF4-FFF2-40B4-BE49-F238E27FC236}">
                  <a16:creationId xmlns:a16="http://schemas.microsoft.com/office/drawing/2014/main" id="{4AE07963-6685-B54D-6EA3-1AB9A78E963C}"/>
                </a:ext>
              </a:extLst>
            </p:cNvPr>
            <p:cNvSpPr/>
            <p:nvPr/>
          </p:nvSpPr>
          <p:spPr>
            <a:xfrm>
              <a:off x="778612" y="1993392"/>
              <a:ext cx="54407" cy="55191"/>
            </a:xfrm>
            <a:prstGeom prst="rect">
              <a:avLst/>
            </a:prstGeom>
            <a:solidFill>
              <a:srgbClr val="170B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4" name="Input frame mosaic cell">
              <a:extLst>
                <a:ext uri="{FF2B5EF4-FFF2-40B4-BE49-F238E27FC236}">
                  <a16:creationId xmlns:a16="http://schemas.microsoft.com/office/drawing/2014/main" id="{42B62F91-AC00-BEB5-DC2D-78E35B3320BD}"/>
                </a:ext>
              </a:extLst>
            </p:cNvPr>
            <p:cNvSpPr/>
            <p:nvPr/>
          </p:nvSpPr>
          <p:spPr>
            <a:xfrm>
              <a:off x="828446" y="1993392"/>
              <a:ext cx="54407" cy="55191"/>
            </a:xfrm>
            <a:prstGeom prst="rect">
              <a:avLst/>
            </a:prstGeom>
            <a:solidFill>
              <a:srgbClr val="1B0C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5" name="Input frame mosaic cell">
              <a:extLst>
                <a:ext uri="{FF2B5EF4-FFF2-40B4-BE49-F238E27FC236}">
                  <a16:creationId xmlns:a16="http://schemas.microsoft.com/office/drawing/2014/main" id="{83D66B51-DF2A-1C96-FBE2-7125D1E5DABE}"/>
                </a:ext>
              </a:extLst>
            </p:cNvPr>
            <p:cNvSpPr/>
            <p:nvPr/>
          </p:nvSpPr>
          <p:spPr>
            <a:xfrm>
              <a:off x="878281" y="1993392"/>
              <a:ext cx="54407" cy="55191"/>
            </a:xfrm>
            <a:prstGeom prst="rect">
              <a:avLst/>
            </a:prstGeom>
            <a:solidFill>
              <a:srgbClr val="230E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6" name="Input frame mosaic cell">
              <a:extLst>
                <a:ext uri="{FF2B5EF4-FFF2-40B4-BE49-F238E27FC236}">
                  <a16:creationId xmlns:a16="http://schemas.microsoft.com/office/drawing/2014/main" id="{0BCD2855-17C2-74AC-4D42-1072250FF1DF}"/>
                </a:ext>
              </a:extLst>
            </p:cNvPr>
            <p:cNvSpPr/>
            <p:nvPr/>
          </p:nvSpPr>
          <p:spPr>
            <a:xfrm>
              <a:off x="928116" y="1993392"/>
              <a:ext cx="54407" cy="55191"/>
            </a:xfrm>
            <a:prstGeom prst="rect">
              <a:avLst/>
            </a:prstGeom>
            <a:solidFill>
              <a:srgbClr val="5B23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7" name="Input frame mosaic cell">
              <a:extLst>
                <a:ext uri="{FF2B5EF4-FFF2-40B4-BE49-F238E27FC236}">
                  <a16:creationId xmlns:a16="http://schemas.microsoft.com/office/drawing/2014/main" id="{B511231F-EF4C-42BE-5464-EE3956B74F7B}"/>
                </a:ext>
              </a:extLst>
            </p:cNvPr>
            <p:cNvSpPr/>
            <p:nvPr/>
          </p:nvSpPr>
          <p:spPr>
            <a:xfrm>
              <a:off x="977951" y="1993392"/>
              <a:ext cx="54407" cy="55191"/>
            </a:xfrm>
            <a:prstGeom prst="rect">
              <a:avLst/>
            </a:prstGeom>
            <a:solidFill>
              <a:srgbClr val="8C3B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8" name="Input frame mosaic cell">
              <a:extLst>
                <a:ext uri="{FF2B5EF4-FFF2-40B4-BE49-F238E27FC236}">
                  <a16:creationId xmlns:a16="http://schemas.microsoft.com/office/drawing/2014/main" id="{9E0CC5F0-DD39-7C06-6675-CA6EFC0B8CD2}"/>
                </a:ext>
              </a:extLst>
            </p:cNvPr>
            <p:cNvSpPr/>
            <p:nvPr/>
          </p:nvSpPr>
          <p:spPr>
            <a:xfrm>
              <a:off x="1027786" y="1993392"/>
              <a:ext cx="54407" cy="55191"/>
            </a:xfrm>
            <a:prstGeom prst="rect">
              <a:avLst/>
            </a:prstGeom>
            <a:solidFill>
              <a:srgbClr val="A450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99" name="Input frame mosaic cell">
              <a:extLst>
                <a:ext uri="{FF2B5EF4-FFF2-40B4-BE49-F238E27FC236}">
                  <a16:creationId xmlns:a16="http://schemas.microsoft.com/office/drawing/2014/main" id="{C2742266-BDCC-24DD-49F6-C5250A42D95C}"/>
                </a:ext>
              </a:extLst>
            </p:cNvPr>
            <p:cNvSpPr/>
            <p:nvPr/>
          </p:nvSpPr>
          <p:spPr>
            <a:xfrm>
              <a:off x="1077620" y="1993392"/>
              <a:ext cx="54407" cy="55191"/>
            </a:xfrm>
            <a:prstGeom prst="rect">
              <a:avLst/>
            </a:prstGeom>
            <a:solidFill>
              <a:srgbClr val="9D46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0" name="Input frame mosaic cell">
              <a:extLst>
                <a:ext uri="{FF2B5EF4-FFF2-40B4-BE49-F238E27FC236}">
                  <a16:creationId xmlns:a16="http://schemas.microsoft.com/office/drawing/2014/main" id="{9DD83942-C998-3C05-D0C2-04380CFFA775}"/>
                </a:ext>
              </a:extLst>
            </p:cNvPr>
            <p:cNvSpPr/>
            <p:nvPr/>
          </p:nvSpPr>
          <p:spPr>
            <a:xfrm>
              <a:off x="1127455" y="1993392"/>
              <a:ext cx="54407" cy="55191"/>
            </a:xfrm>
            <a:prstGeom prst="rect">
              <a:avLst/>
            </a:prstGeom>
            <a:solidFill>
              <a:srgbClr val="9644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1" name="Input frame mosaic cell">
              <a:extLst>
                <a:ext uri="{FF2B5EF4-FFF2-40B4-BE49-F238E27FC236}">
                  <a16:creationId xmlns:a16="http://schemas.microsoft.com/office/drawing/2014/main" id="{FBC8D154-3562-F38D-6E16-3DEC85C14427}"/>
                </a:ext>
              </a:extLst>
            </p:cNvPr>
            <p:cNvSpPr/>
            <p:nvPr/>
          </p:nvSpPr>
          <p:spPr>
            <a:xfrm>
              <a:off x="1177290" y="1993392"/>
              <a:ext cx="54407" cy="55191"/>
            </a:xfrm>
            <a:prstGeom prst="rect">
              <a:avLst/>
            </a:prstGeom>
            <a:solidFill>
              <a:srgbClr val="9440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2" name="Input frame mosaic cell">
              <a:extLst>
                <a:ext uri="{FF2B5EF4-FFF2-40B4-BE49-F238E27FC236}">
                  <a16:creationId xmlns:a16="http://schemas.microsoft.com/office/drawing/2014/main" id="{0341DD31-A64E-6B96-C38B-07AC6BB26CF9}"/>
                </a:ext>
              </a:extLst>
            </p:cNvPr>
            <p:cNvSpPr/>
            <p:nvPr/>
          </p:nvSpPr>
          <p:spPr>
            <a:xfrm>
              <a:off x="1227125" y="1993392"/>
              <a:ext cx="54407" cy="55191"/>
            </a:xfrm>
            <a:prstGeom prst="rect">
              <a:avLst/>
            </a:prstGeom>
            <a:solidFill>
              <a:srgbClr val="AC59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3" name="Input frame mosaic cell">
              <a:extLst>
                <a:ext uri="{FF2B5EF4-FFF2-40B4-BE49-F238E27FC236}">
                  <a16:creationId xmlns:a16="http://schemas.microsoft.com/office/drawing/2014/main" id="{56FAC8D1-FCF1-1631-6E1B-CCB5F02F72C9}"/>
                </a:ext>
              </a:extLst>
            </p:cNvPr>
            <p:cNvSpPr/>
            <p:nvPr/>
          </p:nvSpPr>
          <p:spPr>
            <a:xfrm>
              <a:off x="1276960" y="1993392"/>
              <a:ext cx="54407" cy="55191"/>
            </a:xfrm>
            <a:prstGeom prst="rect">
              <a:avLst/>
            </a:prstGeom>
            <a:solidFill>
              <a:srgbClr val="A95B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4" name="Input frame mosaic cell">
              <a:extLst>
                <a:ext uri="{FF2B5EF4-FFF2-40B4-BE49-F238E27FC236}">
                  <a16:creationId xmlns:a16="http://schemas.microsoft.com/office/drawing/2014/main" id="{C3D71021-7672-9AC0-88C2-A78D8ECEB8D1}"/>
                </a:ext>
              </a:extLst>
            </p:cNvPr>
            <p:cNvSpPr/>
            <p:nvPr/>
          </p:nvSpPr>
          <p:spPr>
            <a:xfrm>
              <a:off x="1326794" y="1993392"/>
              <a:ext cx="54407" cy="55191"/>
            </a:xfrm>
            <a:prstGeom prst="rect">
              <a:avLst/>
            </a:prstGeom>
            <a:solidFill>
              <a:srgbClr val="6F32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5" name="Input frame mosaic cell">
              <a:extLst>
                <a:ext uri="{FF2B5EF4-FFF2-40B4-BE49-F238E27FC236}">
                  <a16:creationId xmlns:a16="http://schemas.microsoft.com/office/drawing/2014/main" id="{8CD258BB-0124-4E9B-5620-9B8C393C5EE7}"/>
                </a:ext>
              </a:extLst>
            </p:cNvPr>
            <p:cNvSpPr/>
            <p:nvPr/>
          </p:nvSpPr>
          <p:spPr>
            <a:xfrm>
              <a:off x="1376629" y="1993392"/>
              <a:ext cx="54407" cy="55191"/>
            </a:xfrm>
            <a:prstGeom prst="rect">
              <a:avLst/>
            </a:prstGeom>
            <a:solidFill>
              <a:srgbClr val="4A1C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6" name="Input frame mosaic cell">
              <a:extLst>
                <a:ext uri="{FF2B5EF4-FFF2-40B4-BE49-F238E27FC236}">
                  <a16:creationId xmlns:a16="http://schemas.microsoft.com/office/drawing/2014/main" id="{7BFBE52B-335E-2C2A-D502-FC22660D6CE4}"/>
                </a:ext>
              </a:extLst>
            </p:cNvPr>
            <p:cNvSpPr/>
            <p:nvPr/>
          </p:nvSpPr>
          <p:spPr>
            <a:xfrm>
              <a:off x="1426464" y="1993392"/>
              <a:ext cx="54407" cy="55191"/>
            </a:xfrm>
            <a:prstGeom prst="rect">
              <a:avLst/>
            </a:prstGeom>
            <a:solidFill>
              <a:srgbClr val="3B15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7" name="Input frame mosaic cell">
              <a:extLst>
                <a:ext uri="{FF2B5EF4-FFF2-40B4-BE49-F238E27FC236}">
                  <a16:creationId xmlns:a16="http://schemas.microsoft.com/office/drawing/2014/main" id="{A77E4F58-B950-001C-5385-4D8C1449D0AC}"/>
                </a:ext>
              </a:extLst>
            </p:cNvPr>
            <p:cNvSpPr/>
            <p:nvPr/>
          </p:nvSpPr>
          <p:spPr>
            <a:xfrm>
              <a:off x="1476299" y="1993392"/>
              <a:ext cx="54407" cy="55191"/>
            </a:xfrm>
            <a:prstGeom prst="rect">
              <a:avLst/>
            </a:prstGeom>
            <a:solidFill>
              <a:srgbClr val="2D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8" name="Input frame mosaic cell">
              <a:extLst>
                <a:ext uri="{FF2B5EF4-FFF2-40B4-BE49-F238E27FC236}">
                  <a16:creationId xmlns:a16="http://schemas.microsoft.com/office/drawing/2014/main" id="{FDEE8B07-0DD8-244C-4DA4-1A6CE4124D8F}"/>
                </a:ext>
              </a:extLst>
            </p:cNvPr>
            <p:cNvSpPr/>
            <p:nvPr/>
          </p:nvSpPr>
          <p:spPr>
            <a:xfrm>
              <a:off x="1526134" y="1993392"/>
              <a:ext cx="54407" cy="55191"/>
            </a:xfrm>
            <a:prstGeom prst="rect">
              <a:avLst/>
            </a:prstGeom>
            <a:solidFill>
              <a:srgbClr val="230E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09" name="Input frame mosaic cell">
              <a:extLst>
                <a:ext uri="{FF2B5EF4-FFF2-40B4-BE49-F238E27FC236}">
                  <a16:creationId xmlns:a16="http://schemas.microsoft.com/office/drawing/2014/main" id="{0F3C37F2-59C3-CE3E-8086-E8233AEECAE7}"/>
                </a:ext>
              </a:extLst>
            </p:cNvPr>
            <p:cNvSpPr/>
            <p:nvPr/>
          </p:nvSpPr>
          <p:spPr>
            <a:xfrm>
              <a:off x="1575968" y="1993392"/>
              <a:ext cx="54407" cy="55191"/>
            </a:xfrm>
            <a:prstGeom prst="rect">
              <a:avLst/>
            </a:prstGeom>
            <a:solidFill>
              <a:srgbClr val="1B0B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0" name="Input frame mosaic cell">
              <a:extLst>
                <a:ext uri="{FF2B5EF4-FFF2-40B4-BE49-F238E27FC236}">
                  <a16:creationId xmlns:a16="http://schemas.microsoft.com/office/drawing/2014/main" id="{D0AB937D-1B08-0FDF-E4E0-1BD75D4C4A3F}"/>
                </a:ext>
              </a:extLst>
            </p:cNvPr>
            <p:cNvSpPr/>
            <p:nvPr/>
          </p:nvSpPr>
          <p:spPr>
            <a:xfrm>
              <a:off x="1625803" y="1993392"/>
              <a:ext cx="54407" cy="55191"/>
            </a:xfrm>
            <a:prstGeom prst="rect">
              <a:avLst/>
            </a:prstGeom>
            <a:solidFill>
              <a:srgbClr val="1B0D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1" name="Input frame mosaic cell">
              <a:extLst>
                <a:ext uri="{FF2B5EF4-FFF2-40B4-BE49-F238E27FC236}">
                  <a16:creationId xmlns:a16="http://schemas.microsoft.com/office/drawing/2014/main" id="{A6F33DCB-8CA6-667B-E91E-06497DC4A0F3}"/>
                </a:ext>
              </a:extLst>
            </p:cNvPr>
            <p:cNvSpPr/>
            <p:nvPr/>
          </p:nvSpPr>
          <p:spPr>
            <a:xfrm>
              <a:off x="1675638" y="1993392"/>
              <a:ext cx="54407" cy="55191"/>
            </a:xfrm>
            <a:prstGeom prst="rect">
              <a:avLst/>
            </a:prstGeom>
            <a:solidFill>
              <a:srgbClr val="1F11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2" name="Input frame mosaic cell">
              <a:extLst>
                <a:ext uri="{FF2B5EF4-FFF2-40B4-BE49-F238E27FC236}">
                  <a16:creationId xmlns:a16="http://schemas.microsoft.com/office/drawing/2014/main" id="{7E28DE3F-A219-CF83-2C21-4CCFF5D9FADC}"/>
                </a:ext>
              </a:extLst>
            </p:cNvPr>
            <p:cNvSpPr/>
            <p:nvPr/>
          </p:nvSpPr>
          <p:spPr>
            <a:xfrm>
              <a:off x="1725473" y="1993392"/>
              <a:ext cx="54407" cy="55191"/>
            </a:xfrm>
            <a:prstGeom prst="rect">
              <a:avLst/>
            </a:prstGeom>
            <a:solidFill>
              <a:srgbClr val="2013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3" name="Input frame mosaic cell">
              <a:extLst>
                <a:ext uri="{FF2B5EF4-FFF2-40B4-BE49-F238E27FC236}">
                  <a16:creationId xmlns:a16="http://schemas.microsoft.com/office/drawing/2014/main" id="{838542EC-885F-F8BE-4EAB-3539681F3847}"/>
                </a:ext>
              </a:extLst>
            </p:cNvPr>
            <p:cNvSpPr/>
            <p:nvPr/>
          </p:nvSpPr>
          <p:spPr>
            <a:xfrm>
              <a:off x="1775308" y="1993392"/>
              <a:ext cx="54407" cy="55191"/>
            </a:xfrm>
            <a:prstGeom prst="rect">
              <a:avLst/>
            </a:prstGeom>
            <a:solidFill>
              <a:srgbClr val="1B10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4" name="Input frame mosaic cell">
              <a:extLst>
                <a:ext uri="{FF2B5EF4-FFF2-40B4-BE49-F238E27FC236}">
                  <a16:creationId xmlns:a16="http://schemas.microsoft.com/office/drawing/2014/main" id="{3655D3B4-ACF8-CFCE-BA99-E91F1670CF81}"/>
                </a:ext>
              </a:extLst>
            </p:cNvPr>
            <p:cNvSpPr/>
            <p:nvPr/>
          </p:nvSpPr>
          <p:spPr>
            <a:xfrm>
              <a:off x="1825142" y="1993392"/>
              <a:ext cx="54407" cy="55191"/>
            </a:xfrm>
            <a:prstGeom prst="rect">
              <a:avLst/>
            </a:prstGeom>
            <a:solidFill>
              <a:srgbClr val="1C10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5" name="Input frame mosaic cell">
              <a:extLst>
                <a:ext uri="{FF2B5EF4-FFF2-40B4-BE49-F238E27FC236}">
                  <a16:creationId xmlns:a16="http://schemas.microsoft.com/office/drawing/2014/main" id="{9168E56E-57CD-7CEE-3098-9587958CDD4A}"/>
                </a:ext>
              </a:extLst>
            </p:cNvPr>
            <p:cNvSpPr/>
            <p:nvPr/>
          </p:nvSpPr>
          <p:spPr>
            <a:xfrm>
              <a:off x="1874977" y="1993392"/>
              <a:ext cx="54407" cy="55191"/>
            </a:xfrm>
            <a:prstGeom prst="rect">
              <a:avLst/>
            </a:prstGeom>
            <a:solidFill>
              <a:srgbClr val="1D11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6" name="Input frame mosaic cell">
              <a:extLst>
                <a:ext uri="{FF2B5EF4-FFF2-40B4-BE49-F238E27FC236}">
                  <a16:creationId xmlns:a16="http://schemas.microsoft.com/office/drawing/2014/main" id="{6433864A-DE7B-826B-D75A-3C6D1871BDBD}"/>
                </a:ext>
              </a:extLst>
            </p:cNvPr>
            <p:cNvSpPr/>
            <p:nvPr/>
          </p:nvSpPr>
          <p:spPr>
            <a:xfrm>
              <a:off x="1924812" y="1993392"/>
              <a:ext cx="54407" cy="55191"/>
            </a:xfrm>
            <a:prstGeom prst="rect">
              <a:avLst/>
            </a:prstGeom>
            <a:solidFill>
              <a:srgbClr val="180D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7" name="Input frame mosaic cell">
              <a:extLst>
                <a:ext uri="{FF2B5EF4-FFF2-40B4-BE49-F238E27FC236}">
                  <a16:creationId xmlns:a16="http://schemas.microsoft.com/office/drawing/2014/main" id="{1457AA15-6A88-3B24-DCFC-536996F6CEEF}"/>
                </a:ext>
              </a:extLst>
            </p:cNvPr>
            <p:cNvSpPr/>
            <p:nvPr/>
          </p:nvSpPr>
          <p:spPr>
            <a:xfrm>
              <a:off x="1974647" y="1993392"/>
              <a:ext cx="54407" cy="55191"/>
            </a:xfrm>
            <a:prstGeom prst="rect">
              <a:avLst/>
            </a:prstGeom>
            <a:solidFill>
              <a:srgbClr val="17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8" name="Input frame mosaic cell">
              <a:extLst>
                <a:ext uri="{FF2B5EF4-FFF2-40B4-BE49-F238E27FC236}">
                  <a16:creationId xmlns:a16="http://schemas.microsoft.com/office/drawing/2014/main" id="{5D7B4981-0876-B3E2-0D24-A3B4F832CB5B}"/>
                </a:ext>
              </a:extLst>
            </p:cNvPr>
            <p:cNvSpPr/>
            <p:nvPr/>
          </p:nvSpPr>
          <p:spPr>
            <a:xfrm>
              <a:off x="2024482" y="1993392"/>
              <a:ext cx="54407" cy="55191"/>
            </a:xfrm>
            <a:prstGeom prst="rect">
              <a:avLst/>
            </a:prstGeom>
            <a:solidFill>
              <a:srgbClr val="16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19" name="Input frame mosaic cell">
              <a:extLst>
                <a:ext uri="{FF2B5EF4-FFF2-40B4-BE49-F238E27FC236}">
                  <a16:creationId xmlns:a16="http://schemas.microsoft.com/office/drawing/2014/main" id="{BE00575D-0DE1-5176-1259-06B170D501FD}"/>
                </a:ext>
              </a:extLst>
            </p:cNvPr>
            <p:cNvSpPr/>
            <p:nvPr/>
          </p:nvSpPr>
          <p:spPr>
            <a:xfrm>
              <a:off x="2074316" y="1993392"/>
              <a:ext cx="54407" cy="55191"/>
            </a:xfrm>
            <a:prstGeom prst="rect">
              <a:avLst/>
            </a:prstGeom>
            <a:solidFill>
              <a:srgbClr val="190F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0" name="Input frame mosaic cell">
              <a:extLst>
                <a:ext uri="{FF2B5EF4-FFF2-40B4-BE49-F238E27FC236}">
                  <a16:creationId xmlns:a16="http://schemas.microsoft.com/office/drawing/2014/main" id="{0ECCB00B-3932-CA20-C114-DF247121094A}"/>
                </a:ext>
              </a:extLst>
            </p:cNvPr>
            <p:cNvSpPr/>
            <p:nvPr/>
          </p:nvSpPr>
          <p:spPr>
            <a:xfrm>
              <a:off x="2124151" y="1993392"/>
              <a:ext cx="54407" cy="55191"/>
            </a:xfrm>
            <a:prstGeom prst="rect">
              <a:avLst/>
            </a:prstGeom>
            <a:solidFill>
              <a:srgbClr val="180E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1" name="Input frame mosaic cell">
              <a:extLst>
                <a:ext uri="{FF2B5EF4-FFF2-40B4-BE49-F238E27FC236}">
                  <a16:creationId xmlns:a16="http://schemas.microsoft.com/office/drawing/2014/main" id="{6C50F68A-189C-7E45-5153-E961D184E114}"/>
                </a:ext>
              </a:extLst>
            </p:cNvPr>
            <p:cNvSpPr/>
            <p:nvPr/>
          </p:nvSpPr>
          <p:spPr>
            <a:xfrm>
              <a:off x="2173986" y="1993392"/>
              <a:ext cx="54407" cy="55191"/>
            </a:xfrm>
            <a:prstGeom prst="rect">
              <a:avLst/>
            </a:prstGeom>
            <a:solidFill>
              <a:srgbClr val="140A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2" name="Input frame mosaic cell">
              <a:extLst>
                <a:ext uri="{FF2B5EF4-FFF2-40B4-BE49-F238E27FC236}">
                  <a16:creationId xmlns:a16="http://schemas.microsoft.com/office/drawing/2014/main" id="{D12ACA14-0ADB-A21F-4AB5-F4100BB1250B}"/>
                </a:ext>
              </a:extLst>
            </p:cNvPr>
            <p:cNvSpPr/>
            <p:nvPr/>
          </p:nvSpPr>
          <p:spPr>
            <a:xfrm>
              <a:off x="2223821" y="1993392"/>
              <a:ext cx="54407" cy="55191"/>
            </a:xfrm>
            <a:prstGeom prst="rect">
              <a:avLst/>
            </a:prstGeom>
            <a:solidFill>
              <a:srgbClr val="1107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3" name="Input frame mosaic cell">
              <a:extLst>
                <a:ext uri="{FF2B5EF4-FFF2-40B4-BE49-F238E27FC236}">
                  <a16:creationId xmlns:a16="http://schemas.microsoft.com/office/drawing/2014/main" id="{B1A102DE-986E-F500-8F3A-AA22DB9DCCC9}"/>
                </a:ext>
              </a:extLst>
            </p:cNvPr>
            <p:cNvSpPr/>
            <p:nvPr/>
          </p:nvSpPr>
          <p:spPr>
            <a:xfrm>
              <a:off x="2273656" y="1993392"/>
              <a:ext cx="54407" cy="55191"/>
            </a:xfrm>
            <a:prstGeom prst="rect">
              <a:avLst/>
            </a:prstGeom>
            <a:solidFill>
              <a:srgbClr val="1107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4" name="Input frame mosaic cell">
              <a:extLst>
                <a:ext uri="{FF2B5EF4-FFF2-40B4-BE49-F238E27FC236}">
                  <a16:creationId xmlns:a16="http://schemas.microsoft.com/office/drawing/2014/main" id="{B6EF87D6-2394-9E3F-D198-75A65B1E808F}"/>
                </a:ext>
              </a:extLst>
            </p:cNvPr>
            <p:cNvSpPr/>
            <p:nvPr/>
          </p:nvSpPr>
          <p:spPr>
            <a:xfrm>
              <a:off x="2323490" y="1993392"/>
              <a:ext cx="54407" cy="55191"/>
            </a:xfrm>
            <a:prstGeom prst="rect">
              <a:avLst/>
            </a:prstGeom>
            <a:solidFill>
              <a:srgbClr val="0402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5" name="Input frame mosaic cell">
              <a:extLst>
                <a:ext uri="{FF2B5EF4-FFF2-40B4-BE49-F238E27FC236}">
                  <a16:creationId xmlns:a16="http://schemas.microsoft.com/office/drawing/2014/main" id="{D400F937-C492-C524-B983-70CE2B6C5A18}"/>
                </a:ext>
              </a:extLst>
            </p:cNvPr>
            <p:cNvSpPr/>
            <p:nvPr/>
          </p:nvSpPr>
          <p:spPr>
            <a:xfrm>
              <a:off x="2373325" y="1993392"/>
              <a:ext cx="54407" cy="5519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6" name="Input frame mosaic cell">
              <a:extLst>
                <a:ext uri="{FF2B5EF4-FFF2-40B4-BE49-F238E27FC236}">
                  <a16:creationId xmlns:a16="http://schemas.microsoft.com/office/drawing/2014/main" id="{BEF2A6BE-C518-4478-BC4A-2C9FEAF53CE5}"/>
                </a:ext>
              </a:extLst>
            </p:cNvPr>
            <p:cNvSpPr/>
            <p:nvPr/>
          </p:nvSpPr>
          <p:spPr>
            <a:xfrm>
              <a:off x="429768" y="2044011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7" name="Input frame mosaic cell">
              <a:extLst>
                <a:ext uri="{FF2B5EF4-FFF2-40B4-BE49-F238E27FC236}">
                  <a16:creationId xmlns:a16="http://schemas.microsoft.com/office/drawing/2014/main" id="{85CE47D3-42BD-9E1E-660E-9B8761E10BFF}"/>
                </a:ext>
              </a:extLst>
            </p:cNvPr>
            <p:cNvSpPr/>
            <p:nvPr/>
          </p:nvSpPr>
          <p:spPr>
            <a:xfrm>
              <a:off x="479603" y="2044011"/>
              <a:ext cx="54407" cy="55191"/>
            </a:xfrm>
            <a:prstGeom prst="rect">
              <a:avLst/>
            </a:prstGeom>
            <a:solidFill>
              <a:srgbClr val="0102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8" name="Input frame mosaic cell">
              <a:extLst>
                <a:ext uri="{FF2B5EF4-FFF2-40B4-BE49-F238E27FC236}">
                  <a16:creationId xmlns:a16="http://schemas.microsoft.com/office/drawing/2014/main" id="{D41D469D-7C98-199F-0249-09D4F75C5DB1}"/>
                </a:ext>
              </a:extLst>
            </p:cNvPr>
            <p:cNvSpPr/>
            <p:nvPr/>
          </p:nvSpPr>
          <p:spPr>
            <a:xfrm>
              <a:off x="529438" y="2044011"/>
              <a:ext cx="54407" cy="55191"/>
            </a:xfrm>
            <a:prstGeom prst="rect">
              <a:avLst/>
            </a:prstGeom>
            <a:solidFill>
              <a:srgbClr val="0D06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29" name="Input frame mosaic cell">
              <a:extLst>
                <a:ext uri="{FF2B5EF4-FFF2-40B4-BE49-F238E27FC236}">
                  <a16:creationId xmlns:a16="http://schemas.microsoft.com/office/drawing/2014/main" id="{399D69B8-CC6A-A583-9D1A-FF221BB22840}"/>
                </a:ext>
              </a:extLst>
            </p:cNvPr>
            <p:cNvSpPr/>
            <p:nvPr/>
          </p:nvSpPr>
          <p:spPr>
            <a:xfrm>
              <a:off x="579272" y="2044011"/>
              <a:ext cx="54407" cy="55191"/>
            </a:xfrm>
            <a:prstGeom prst="rect">
              <a:avLst/>
            </a:prstGeom>
            <a:solidFill>
              <a:srgbClr val="1207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0" name="Input frame mosaic cell">
              <a:extLst>
                <a:ext uri="{FF2B5EF4-FFF2-40B4-BE49-F238E27FC236}">
                  <a16:creationId xmlns:a16="http://schemas.microsoft.com/office/drawing/2014/main" id="{F2F598A1-5112-B1F4-2C33-E6F6B74CD952}"/>
                </a:ext>
              </a:extLst>
            </p:cNvPr>
            <p:cNvSpPr/>
            <p:nvPr/>
          </p:nvSpPr>
          <p:spPr>
            <a:xfrm>
              <a:off x="629107" y="2044011"/>
              <a:ext cx="54407" cy="55191"/>
            </a:xfrm>
            <a:prstGeom prst="rect">
              <a:avLst/>
            </a:prstGeom>
            <a:solidFill>
              <a:srgbClr val="150A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1" name="Input frame mosaic cell">
              <a:extLst>
                <a:ext uri="{FF2B5EF4-FFF2-40B4-BE49-F238E27FC236}">
                  <a16:creationId xmlns:a16="http://schemas.microsoft.com/office/drawing/2014/main" id="{EE8D1D93-F503-FD0D-AE35-B951FC55E4F0}"/>
                </a:ext>
              </a:extLst>
            </p:cNvPr>
            <p:cNvSpPr/>
            <p:nvPr/>
          </p:nvSpPr>
          <p:spPr>
            <a:xfrm>
              <a:off x="678942" y="2044011"/>
              <a:ext cx="54407" cy="55191"/>
            </a:xfrm>
            <a:prstGeom prst="rect">
              <a:avLst/>
            </a:prstGeom>
            <a:solidFill>
              <a:srgbClr val="170C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2" name="Input frame mosaic cell">
              <a:extLst>
                <a:ext uri="{FF2B5EF4-FFF2-40B4-BE49-F238E27FC236}">
                  <a16:creationId xmlns:a16="http://schemas.microsoft.com/office/drawing/2014/main" id="{5CEA4312-1196-C2D2-9629-DFF3A4A768DA}"/>
                </a:ext>
              </a:extLst>
            </p:cNvPr>
            <p:cNvSpPr/>
            <p:nvPr/>
          </p:nvSpPr>
          <p:spPr>
            <a:xfrm>
              <a:off x="728777" y="2044011"/>
              <a:ext cx="54407" cy="55191"/>
            </a:xfrm>
            <a:prstGeom prst="rect">
              <a:avLst/>
            </a:prstGeom>
            <a:solidFill>
              <a:srgbClr val="17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3" name="Input frame mosaic cell">
              <a:extLst>
                <a:ext uri="{FF2B5EF4-FFF2-40B4-BE49-F238E27FC236}">
                  <a16:creationId xmlns:a16="http://schemas.microsoft.com/office/drawing/2014/main" id="{9E52BC34-79B3-59E1-D50D-6139460F775B}"/>
                </a:ext>
              </a:extLst>
            </p:cNvPr>
            <p:cNvSpPr/>
            <p:nvPr/>
          </p:nvSpPr>
          <p:spPr>
            <a:xfrm>
              <a:off x="778612" y="2044011"/>
              <a:ext cx="54407" cy="55191"/>
            </a:xfrm>
            <a:prstGeom prst="rect">
              <a:avLst/>
            </a:prstGeom>
            <a:solidFill>
              <a:srgbClr val="180C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4" name="Input frame mosaic cell">
              <a:extLst>
                <a:ext uri="{FF2B5EF4-FFF2-40B4-BE49-F238E27FC236}">
                  <a16:creationId xmlns:a16="http://schemas.microsoft.com/office/drawing/2014/main" id="{8B2FD2E2-431A-9874-445E-FA1B35A09797}"/>
                </a:ext>
              </a:extLst>
            </p:cNvPr>
            <p:cNvSpPr/>
            <p:nvPr/>
          </p:nvSpPr>
          <p:spPr>
            <a:xfrm>
              <a:off x="828446" y="2044011"/>
              <a:ext cx="54407" cy="55191"/>
            </a:xfrm>
            <a:prstGeom prst="rect">
              <a:avLst/>
            </a:prstGeom>
            <a:solidFill>
              <a:srgbClr val="190D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5" name="Input frame mosaic cell">
              <a:extLst>
                <a:ext uri="{FF2B5EF4-FFF2-40B4-BE49-F238E27FC236}">
                  <a16:creationId xmlns:a16="http://schemas.microsoft.com/office/drawing/2014/main" id="{F4B62E08-F54A-9D2C-31DF-DC39619F6FBD}"/>
                </a:ext>
              </a:extLst>
            </p:cNvPr>
            <p:cNvSpPr/>
            <p:nvPr/>
          </p:nvSpPr>
          <p:spPr>
            <a:xfrm>
              <a:off x="878281" y="2044011"/>
              <a:ext cx="54407" cy="55191"/>
            </a:xfrm>
            <a:prstGeom prst="rect">
              <a:avLst/>
            </a:prstGeom>
            <a:solidFill>
              <a:srgbClr val="1C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6" name="Input frame mosaic cell">
              <a:extLst>
                <a:ext uri="{FF2B5EF4-FFF2-40B4-BE49-F238E27FC236}">
                  <a16:creationId xmlns:a16="http://schemas.microsoft.com/office/drawing/2014/main" id="{FB89272B-D466-D601-7C61-DC19B23BE6FF}"/>
                </a:ext>
              </a:extLst>
            </p:cNvPr>
            <p:cNvSpPr/>
            <p:nvPr/>
          </p:nvSpPr>
          <p:spPr>
            <a:xfrm>
              <a:off x="928116" y="2044011"/>
              <a:ext cx="54407" cy="55191"/>
            </a:xfrm>
            <a:prstGeom prst="rect">
              <a:avLst/>
            </a:prstGeom>
            <a:solidFill>
              <a:srgbClr val="3514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7" name="Input frame mosaic cell">
              <a:extLst>
                <a:ext uri="{FF2B5EF4-FFF2-40B4-BE49-F238E27FC236}">
                  <a16:creationId xmlns:a16="http://schemas.microsoft.com/office/drawing/2014/main" id="{F771860A-6945-D905-1E8B-E969DC99535C}"/>
                </a:ext>
              </a:extLst>
            </p:cNvPr>
            <p:cNvSpPr/>
            <p:nvPr/>
          </p:nvSpPr>
          <p:spPr>
            <a:xfrm>
              <a:off x="977951" y="2044011"/>
              <a:ext cx="54407" cy="55191"/>
            </a:xfrm>
            <a:prstGeom prst="rect">
              <a:avLst/>
            </a:prstGeom>
            <a:solidFill>
              <a:srgbClr val="6F251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8" name="Input frame mosaic cell">
              <a:extLst>
                <a:ext uri="{FF2B5EF4-FFF2-40B4-BE49-F238E27FC236}">
                  <a16:creationId xmlns:a16="http://schemas.microsoft.com/office/drawing/2014/main" id="{4998FCB5-E174-0A02-D63F-342B8B966951}"/>
                </a:ext>
              </a:extLst>
            </p:cNvPr>
            <p:cNvSpPr/>
            <p:nvPr/>
          </p:nvSpPr>
          <p:spPr>
            <a:xfrm>
              <a:off x="1027786" y="2044011"/>
              <a:ext cx="54407" cy="55191"/>
            </a:xfrm>
            <a:prstGeom prst="rect">
              <a:avLst/>
            </a:prstGeom>
            <a:solidFill>
              <a:srgbClr val="8C36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39" name="Input frame mosaic cell">
              <a:extLst>
                <a:ext uri="{FF2B5EF4-FFF2-40B4-BE49-F238E27FC236}">
                  <a16:creationId xmlns:a16="http://schemas.microsoft.com/office/drawing/2014/main" id="{F7964D23-E812-784B-7825-6846BD8855C8}"/>
                </a:ext>
              </a:extLst>
            </p:cNvPr>
            <p:cNvSpPr/>
            <p:nvPr/>
          </p:nvSpPr>
          <p:spPr>
            <a:xfrm>
              <a:off x="1077620" y="2044011"/>
              <a:ext cx="54407" cy="55191"/>
            </a:xfrm>
            <a:prstGeom prst="rect">
              <a:avLst/>
            </a:prstGeom>
            <a:solidFill>
              <a:srgbClr val="9640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0" name="Input frame mosaic cell">
              <a:extLst>
                <a:ext uri="{FF2B5EF4-FFF2-40B4-BE49-F238E27FC236}">
                  <a16:creationId xmlns:a16="http://schemas.microsoft.com/office/drawing/2014/main" id="{39E460AE-E812-7750-D03D-0E5744FA398D}"/>
                </a:ext>
              </a:extLst>
            </p:cNvPr>
            <p:cNvSpPr/>
            <p:nvPr/>
          </p:nvSpPr>
          <p:spPr>
            <a:xfrm>
              <a:off x="1127455" y="2044011"/>
              <a:ext cx="54407" cy="55191"/>
            </a:xfrm>
            <a:prstGeom prst="rect">
              <a:avLst/>
            </a:prstGeom>
            <a:solidFill>
              <a:srgbClr val="9747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1" name="Input frame mosaic cell">
              <a:extLst>
                <a:ext uri="{FF2B5EF4-FFF2-40B4-BE49-F238E27FC236}">
                  <a16:creationId xmlns:a16="http://schemas.microsoft.com/office/drawing/2014/main" id="{3DE0EF13-AAD6-AA03-FE4D-CAE47C233962}"/>
                </a:ext>
              </a:extLst>
            </p:cNvPr>
            <p:cNvSpPr/>
            <p:nvPr/>
          </p:nvSpPr>
          <p:spPr>
            <a:xfrm>
              <a:off x="1177290" y="2044011"/>
              <a:ext cx="54407" cy="55191"/>
            </a:xfrm>
            <a:prstGeom prst="rect">
              <a:avLst/>
            </a:prstGeom>
            <a:solidFill>
              <a:srgbClr val="9741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2" name="Input frame mosaic cell">
              <a:extLst>
                <a:ext uri="{FF2B5EF4-FFF2-40B4-BE49-F238E27FC236}">
                  <a16:creationId xmlns:a16="http://schemas.microsoft.com/office/drawing/2014/main" id="{41FEF134-A937-AED0-DDD5-14CC75525EC3}"/>
                </a:ext>
              </a:extLst>
            </p:cNvPr>
            <p:cNvSpPr/>
            <p:nvPr/>
          </p:nvSpPr>
          <p:spPr>
            <a:xfrm>
              <a:off x="1227125" y="2044011"/>
              <a:ext cx="54407" cy="55191"/>
            </a:xfrm>
            <a:prstGeom prst="rect">
              <a:avLst/>
            </a:prstGeom>
            <a:solidFill>
              <a:srgbClr val="B25A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3" name="Input frame mosaic cell">
              <a:extLst>
                <a:ext uri="{FF2B5EF4-FFF2-40B4-BE49-F238E27FC236}">
                  <a16:creationId xmlns:a16="http://schemas.microsoft.com/office/drawing/2014/main" id="{C8C2C254-9161-14F1-3E1B-BC2206DA833C}"/>
                </a:ext>
              </a:extLst>
            </p:cNvPr>
            <p:cNvSpPr/>
            <p:nvPr/>
          </p:nvSpPr>
          <p:spPr>
            <a:xfrm>
              <a:off x="1276960" y="2044011"/>
              <a:ext cx="54407" cy="55191"/>
            </a:xfrm>
            <a:prstGeom prst="rect">
              <a:avLst/>
            </a:prstGeom>
            <a:solidFill>
              <a:srgbClr val="B25E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4" name="Input frame mosaic cell">
              <a:extLst>
                <a:ext uri="{FF2B5EF4-FFF2-40B4-BE49-F238E27FC236}">
                  <a16:creationId xmlns:a16="http://schemas.microsoft.com/office/drawing/2014/main" id="{FFEC8169-8960-4000-009E-9903777433FA}"/>
                </a:ext>
              </a:extLst>
            </p:cNvPr>
            <p:cNvSpPr/>
            <p:nvPr/>
          </p:nvSpPr>
          <p:spPr>
            <a:xfrm>
              <a:off x="1326794" y="2044011"/>
              <a:ext cx="54407" cy="55191"/>
            </a:xfrm>
            <a:prstGeom prst="rect">
              <a:avLst/>
            </a:prstGeom>
            <a:solidFill>
              <a:srgbClr val="7E3B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5" name="Input frame mosaic cell">
              <a:extLst>
                <a:ext uri="{FF2B5EF4-FFF2-40B4-BE49-F238E27FC236}">
                  <a16:creationId xmlns:a16="http://schemas.microsoft.com/office/drawing/2014/main" id="{42466E54-6925-2999-4FC5-FA1E8793037A}"/>
                </a:ext>
              </a:extLst>
            </p:cNvPr>
            <p:cNvSpPr/>
            <p:nvPr/>
          </p:nvSpPr>
          <p:spPr>
            <a:xfrm>
              <a:off x="1376629" y="2044011"/>
              <a:ext cx="54407" cy="55191"/>
            </a:xfrm>
            <a:prstGeom prst="rect">
              <a:avLst/>
            </a:prstGeom>
            <a:solidFill>
              <a:srgbClr val="4E1D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6" name="Input frame mosaic cell">
              <a:extLst>
                <a:ext uri="{FF2B5EF4-FFF2-40B4-BE49-F238E27FC236}">
                  <a16:creationId xmlns:a16="http://schemas.microsoft.com/office/drawing/2014/main" id="{465AF0DA-2BAC-29B2-A3CC-197679BCB443}"/>
                </a:ext>
              </a:extLst>
            </p:cNvPr>
            <p:cNvSpPr/>
            <p:nvPr/>
          </p:nvSpPr>
          <p:spPr>
            <a:xfrm>
              <a:off x="1426464" y="2044011"/>
              <a:ext cx="54407" cy="55191"/>
            </a:xfrm>
            <a:prstGeom prst="rect">
              <a:avLst/>
            </a:prstGeom>
            <a:solidFill>
              <a:srgbClr val="3E17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7" name="Input frame mosaic cell">
              <a:extLst>
                <a:ext uri="{FF2B5EF4-FFF2-40B4-BE49-F238E27FC236}">
                  <a16:creationId xmlns:a16="http://schemas.microsoft.com/office/drawing/2014/main" id="{9C4D1D4B-D30B-456A-5262-2199633CFE41}"/>
                </a:ext>
              </a:extLst>
            </p:cNvPr>
            <p:cNvSpPr/>
            <p:nvPr/>
          </p:nvSpPr>
          <p:spPr>
            <a:xfrm>
              <a:off x="1476299" y="2044011"/>
              <a:ext cx="54407" cy="55191"/>
            </a:xfrm>
            <a:prstGeom prst="rect">
              <a:avLst/>
            </a:prstGeom>
            <a:solidFill>
              <a:srgbClr val="3013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8" name="Input frame mosaic cell">
              <a:extLst>
                <a:ext uri="{FF2B5EF4-FFF2-40B4-BE49-F238E27FC236}">
                  <a16:creationId xmlns:a16="http://schemas.microsoft.com/office/drawing/2014/main" id="{7DEB0AA3-C506-CD1F-DBF6-6264CA2A0571}"/>
                </a:ext>
              </a:extLst>
            </p:cNvPr>
            <p:cNvSpPr/>
            <p:nvPr/>
          </p:nvSpPr>
          <p:spPr>
            <a:xfrm>
              <a:off x="1526134" y="2044011"/>
              <a:ext cx="54407" cy="55191"/>
            </a:xfrm>
            <a:prstGeom prst="rect">
              <a:avLst/>
            </a:prstGeom>
            <a:solidFill>
              <a:srgbClr val="230E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49" name="Input frame mosaic cell">
              <a:extLst>
                <a:ext uri="{FF2B5EF4-FFF2-40B4-BE49-F238E27FC236}">
                  <a16:creationId xmlns:a16="http://schemas.microsoft.com/office/drawing/2014/main" id="{E493E20F-6815-6D7F-11D7-ACDA5A9E260D}"/>
                </a:ext>
              </a:extLst>
            </p:cNvPr>
            <p:cNvSpPr/>
            <p:nvPr/>
          </p:nvSpPr>
          <p:spPr>
            <a:xfrm>
              <a:off x="1575968" y="2044011"/>
              <a:ext cx="54407" cy="55191"/>
            </a:xfrm>
            <a:prstGeom prst="rect">
              <a:avLst/>
            </a:prstGeom>
            <a:solidFill>
              <a:srgbClr val="1C0C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0" name="Input frame mosaic cell">
              <a:extLst>
                <a:ext uri="{FF2B5EF4-FFF2-40B4-BE49-F238E27FC236}">
                  <a16:creationId xmlns:a16="http://schemas.microsoft.com/office/drawing/2014/main" id="{60544197-1FD5-A25A-46FD-D7584757B88A}"/>
                </a:ext>
              </a:extLst>
            </p:cNvPr>
            <p:cNvSpPr/>
            <p:nvPr/>
          </p:nvSpPr>
          <p:spPr>
            <a:xfrm>
              <a:off x="1625803" y="2044011"/>
              <a:ext cx="54407" cy="55191"/>
            </a:xfrm>
            <a:prstGeom prst="rect">
              <a:avLst/>
            </a:prstGeom>
            <a:solidFill>
              <a:srgbClr val="1B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1" name="Input frame mosaic cell">
              <a:extLst>
                <a:ext uri="{FF2B5EF4-FFF2-40B4-BE49-F238E27FC236}">
                  <a16:creationId xmlns:a16="http://schemas.microsoft.com/office/drawing/2014/main" id="{112D9530-6E61-9259-4071-26F56CE1F22C}"/>
                </a:ext>
              </a:extLst>
            </p:cNvPr>
            <p:cNvSpPr/>
            <p:nvPr/>
          </p:nvSpPr>
          <p:spPr>
            <a:xfrm>
              <a:off x="1675638" y="2044011"/>
              <a:ext cx="54407" cy="55191"/>
            </a:xfrm>
            <a:prstGeom prst="rect">
              <a:avLst/>
            </a:prstGeom>
            <a:solidFill>
              <a:srgbClr val="1C0F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2" name="Input frame mosaic cell">
              <a:extLst>
                <a:ext uri="{FF2B5EF4-FFF2-40B4-BE49-F238E27FC236}">
                  <a16:creationId xmlns:a16="http://schemas.microsoft.com/office/drawing/2014/main" id="{8E291815-D1A4-0EF2-88AA-E82EEDD67F38}"/>
                </a:ext>
              </a:extLst>
            </p:cNvPr>
            <p:cNvSpPr/>
            <p:nvPr/>
          </p:nvSpPr>
          <p:spPr>
            <a:xfrm>
              <a:off x="1725473" y="2044011"/>
              <a:ext cx="54407" cy="55191"/>
            </a:xfrm>
            <a:prstGeom prst="rect">
              <a:avLst/>
            </a:prstGeom>
            <a:solidFill>
              <a:srgbClr val="2416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3" name="Input frame mosaic cell">
              <a:extLst>
                <a:ext uri="{FF2B5EF4-FFF2-40B4-BE49-F238E27FC236}">
                  <a16:creationId xmlns:a16="http://schemas.microsoft.com/office/drawing/2014/main" id="{E766A7A3-C999-288C-4CB6-68550BE19B4A}"/>
                </a:ext>
              </a:extLst>
            </p:cNvPr>
            <p:cNvSpPr/>
            <p:nvPr/>
          </p:nvSpPr>
          <p:spPr>
            <a:xfrm>
              <a:off x="1775308" y="2044011"/>
              <a:ext cx="54407" cy="55191"/>
            </a:xfrm>
            <a:prstGeom prst="rect">
              <a:avLst/>
            </a:prstGeom>
            <a:solidFill>
              <a:srgbClr val="2015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4" name="Input frame mosaic cell">
              <a:extLst>
                <a:ext uri="{FF2B5EF4-FFF2-40B4-BE49-F238E27FC236}">
                  <a16:creationId xmlns:a16="http://schemas.microsoft.com/office/drawing/2014/main" id="{78D9F779-1932-0F86-83B7-26725C9D54F4}"/>
                </a:ext>
              </a:extLst>
            </p:cNvPr>
            <p:cNvSpPr/>
            <p:nvPr/>
          </p:nvSpPr>
          <p:spPr>
            <a:xfrm>
              <a:off x="1825142" y="2044011"/>
              <a:ext cx="54407" cy="55191"/>
            </a:xfrm>
            <a:prstGeom prst="rect">
              <a:avLst/>
            </a:prstGeom>
            <a:solidFill>
              <a:srgbClr val="1F13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5" name="Input frame mosaic cell">
              <a:extLst>
                <a:ext uri="{FF2B5EF4-FFF2-40B4-BE49-F238E27FC236}">
                  <a16:creationId xmlns:a16="http://schemas.microsoft.com/office/drawing/2014/main" id="{3822CA79-DA1F-0290-785F-DCC92BC1FC72}"/>
                </a:ext>
              </a:extLst>
            </p:cNvPr>
            <p:cNvSpPr/>
            <p:nvPr/>
          </p:nvSpPr>
          <p:spPr>
            <a:xfrm>
              <a:off x="1874977" y="2044011"/>
              <a:ext cx="54407" cy="55191"/>
            </a:xfrm>
            <a:prstGeom prst="rect">
              <a:avLst/>
            </a:prstGeom>
            <a:solidFill>
              <a:srgbClr val="2114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6" name="Input frame mosaic cell">
              <a:extLst>
                <a:ext uri="{FF2B5EF4-FFF2-40B4-BE49-F238E27FC236}">
                  <a16:creationId xmlns:a16="http://schemas.microsoft.com/office/drawing/2014/main" id="{58650141-9683-A7A8-8A15-074826E97AE5}"/>
                </a:ext>
              </a:extLst>
            </p:cNvPr>
            <p:cNvSpPr/>
            <p:nvPr/>
          </p:nvSpPr>
          <p:spPr>
            <a:xfrm>
              <a:off x="1924812" y="2044011"/>
              <a:ext cx="54407" cy="55191"/>
            </a:xfrm>
            <a:prstGeom prst="rect">
              <a:avLst/>
            </a:prstGeom>
            <a:solidFill>
              <a:srgbClr val="1B0F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7" name="Input frame mosaic cell">
              <a:extLst>
                <a:ext uri="{FF2B5EF4-FFF2-40B4-BE49-F238E27FC236}">
                  <a16:creationId xmlns:a16="http://schemas.microsoft.com/office/drawing/2014/main" id="{2CF74602-46A4-4564-1B54-5334B78D151F}"/>
                </a:ext>
              </a:extLst>
            </p:cNvPr>
            <p:cNvSpPr/>
            <p:nvPr/>
          </p:nvSpPr>
          <p:spPr>
            <a:xfrm>
              <a:off x="1974647" y="2044011"/>
              <a:ext cx="54407" cy="55191"/>
            </a:xfrm>
            <a:prstGeom prst="rect">
              <a:avLst/>
            </a:prstGeom>
            <a:solidFill>
              <a:srgbClr val="190E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8" name="Input frame mosaic cell">
              <a:extLst>
                <a:ext uri="{FF2B5EF4-FFF2-40B4-BE49-F238E27FC236}">
                  <a16:creationId xmlns:a16="http://schemas.microsoft.com/office/drawing/2014/main" id="{2F7F469C-BD33-1169-D7E9-C343193DF7B3}"/>
                </a:ext>
              </a:extLst>
            </p:cNvPr>
            <p:cNvSpPr/>
            <p:nvPr/>
          </p:nvSpPr>
          <p:spPr>
            <a:xfrm>
              <a:off x="2024482" y="2044011"/>
              <a:ext cx="54407" cy="55191"/>
            </a:xfrm>
            <a:prstGeom prst="rect">
              <a:avLst/>
            </a:prstGeom>
            <a:solidFill>
              <a:srgbClr val="190D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59" name="Input frame mosaic cell">
              <a:extLst>
                <a:ext uri="{FF2B5EF4-FFF2-40B4-BE49-F238E27FC236}">
                  <a16:creationId xmlns:a16="http://schemas.microsoft.com/office/drawing/2014/main" id="{23E1C9AD-CA08-F900-5921-DCB4F4388859}"/>
                </a:ext>
              </a:extLst>
            </p:cNvPr>
            <p:cNvSpPr/>
            <p:nvPr/>
          </p:nvSpPr>
          <p:spPr>
            <a:xfrm>
              <a:off x="2074316" y="2044011"/>
              <a:ext cx="54407" cy="55191"/>
            </a:xfrm>
            <a:prstGeom prst="rect">
              <a:avLst/>
            </a:prstGeom>
            <a:solidFill>
              <a:srgbClr val="190F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0" name="Input frame mosaic cell">
              <a:extLst>
                <a:ext uri="{FF2B5EF4-FFF2-40B4-BE49-F238E27FC236}">
                  <a16:creationId xmlns:a16="http://schemas.microsoft.com/office/drawing/2014/main" id="{1240B7F8-367D-3A2F-2C60-A2B8F76188A8}"/>
                </a:ext>
              </a:extLst>
            </p:cNvPr>
            <p:cNvSpPr/>
            <p:nvPr/>
          </p:nvSpPr>
          <p:spPr>
            <a:xfrm>
              <a:off x="2124151" y="2044011"/>
              <a:ext cx="54407" cy="55191"/>
            </a:xfrm>
            <a:prstGeom prst="rect">
              <a:avLst/>
            </a:prstGeom>
            <a:solidFill>
              <a:srgbClr val="170D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1" name="Input frame mosaic cell">
              <a:extLst>
                <a:ext uri="{FF2B5EF4-FFF2-40B4-BE49-F238E27FC236}">
                  <a16:creationId xmlns:a16="http://schemas.microsoft.com/office/drawing/2014/main" id="{3AA19D8A-A74B-987D-15C8-4C7A6BB60DDB}"/>
                </a:ext>
              </a:extLst>
            </p:cNvPr>
            <p:cNvSpPr/>
            <p:nvPr/>
          </p:nvSpPr>
          <p:spPr>
            <a:xfrm>
              <a:off x="2173986" y="2044011"/>
              <a:ext cx="54407" cy="55191"/>
            </a:xfrm>
            <a:prstGeom prst="rect">
              <a:avLst/>
            </a:prstGeom>
            <a:solidFill>
              <a:srgbClr val="140A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2" name="Input frame mosaic cell">
              <a:extLst>
                <a:ext uri="{FF2B5EF4-FFF2-40B4-BE49-F238E27FC236}">
                  <a16:creationId xmlns:a16="http://schemas.microsoft.com/office/drawing/2014/main" id="{31650C71-4D7F-4555-4D8A-33488C826D11}"/>
                </a:ext>
              </a:extLst>
            </p:cNvPr>
            <p:cNvSpPr/>
            <p:nvPr/>
          </p:nvSpPr>
          <p:spPr>
            <a:xfrm>
              <a:off x="2223821" y="2044011"/>
              <a:ext cx="54407" cy="55191"/>
            </a:xfrm>
            <a:prstGeom prst="rect">
              <a:avLst/>
            </a:prstGeom>
            <a:solidFill>
              <a:srgbClr val="1107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3" name="Input frame mosaic cell">
              <a:extLst>
                <a:ext uri="{FF2B5EF4-FFF2-40B4-BE49-F238E27FC236}">
                  <a16:creationId xmlns:a16="http://schemas.microsoft.com/office/drawing/2014/main" id="{57512C58-188F-E83C-54C4-5E7B7BDDA046}"/>
                </a:ext>
              </a:extLst>
            </p:cNvPr>
            <p:cNvSpPr/>
            <p:nvPr/>
          </p:nvSpPr>
          <p:spPr>
            <a:xfrm>
              <a:off x="2273656" y="2044011"/>
              <a:ext cx="54407" cy="55191"/>
            </a:xfrm>
            <a:prstGeom prst="rect">
              <a:avLst/>
            </a:prstGeom>
            <a:solidFill>
              <a:srgbClr val="1107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4" name="Input frame mosaic cell">
              <a:extLst>
                <a:ext uri="{FF2B5EF4-FFF2-40B4-BE49-F238E27FC236}">
                  <a16:creationId xmlns:a16="http://schemas.microsoft.com/office/drawing/2014/main" id="{2E8D1093-CB0F-037D-0F6F-346FBCB7A107}"/>
                </a:ext>
              </a:extLst>
            </p:cNvPr>
            <p:cNvSpPr/>
            <p:nvPr/>
          </p:nvSpPr>
          <p:spPr>
            <a:xfrm>
              <a:off x="2323490" y="2044011"/>
              <a:ext cx="54407" cy="55191"/>
            </a:xfrm>
            <a:prstGeom prst="rect">
              <a:avLst/>
            </a:prstGeom>
            <a:solidFill>
              <a:srgbClr val="0904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5" name="Input frame mosaic cell">
              <a:extLst>
                <a:ext uri="{FF2B5EF4-FFF2-40B4-BE49-F238E27FC236}">
                  <a16:creationId xmlns:a16="http://schemas.microsoft.com/office/drawing/2014/main" id="{7185B9CC-1600-6261-E2A0-CB4ED5BA436E}"/>
                </a:ext>
              </a:extLst>
            </p:cNvPr>
            <p:cNvSpPr/>
            <p:nvPr/>
          </p:nvSpPr>
          <p:spPr>
            <a:xfrm>
              <a:off x="2373325" y="2044011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6" name="Input frame mosaic cell">
              <a:extLst>
                <a:ext uri="{FF2B5EF4-FFF2-40B4-BE49-F238E27FC236}">
                  <a16:creationId xmlns:a16="http://schemas.microsoft.com/office/drawing/2014/main" id="{EF591EAD-B7FA-0A84-1A08-5542D7538663}"/>
                </a:ext>
              </a:extLst>
            </p:cNvPr>
            <p:cNvSpPr/>
            <p:nvPr/>
          </p:nvSpPr>
          <p:spPr>
            <a:xfrm>
              <a:off x="429768" y="2094629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7" name="Input frame mosaic cell">
              <a:extLst>
                <a:ext uri="{FF2B5EF4-FFF2-40B4-BE49-F238E27FC236}">
                  <a16:creationId xmlns:a16="http://schemas.microsoft.com/office/drawing/2014/main" id="{6122112D-30F5-213B-ACBC-A99A323D518A}"/>
                </a:ext>
              </a:extLst>
            </p:cNvPr>
            <p:cNvSpPr/>
            <p:nvPr/>
          </p:nvSpPr>
          <p:spPr>
            <a:xfrm>
              <a:off x="479603" y="2094629"/>
              <a:ext cx="54407" cy="55191"/>
            </a:xfrm>
            <a:prstGeom prst="rect">
              <a:avLst/>
            </a:prstGeom>
            <a:solidFill>
              <a:srgbClr val="0403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8" name="Input frame mosaic cell">
              <a:extLst>
                <a:ext uri="{FF2B5EF4-FFF2-40B4-BE49-F238E27FC236}">
                  <a16:creationId xmlns:a16="http://schemas.microsoft.com/office/drawing/2014/main" id="{94C7CE28-8C7E-BAF6-1A8A-991B2A06D74C}"/>
                </a:ext>
              </a:extLst>
            </p:cNvPr>
            <p:cNvSpPr/>
            <p:nvPr/>
          </p:nvSpPr>
          <p:spPr>
            <a:xfrm>
              <a:off x="529438" y="2094629"/>
              <a:ext cx="54407" cy="55191"/>
            </a:xfrm>
            <a:prstGeom prst="rect">
              <a:avLst/>
            </a:prstGeom>
            <a:solidFill>
              <a:srgbClr val="1209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69" name="Input frame mosaic cell">
              <a:extLst>
                <a:ext uri="{FF2B5EF4-FFF2-40B4-BE49-F238E27FC236}">
                  <a16:creationId xmlns:a16="http://schemas.microsoft.com/office/drawing/2014/main" id="{88689059-DE59-EF89-808B-0D3780D5B9C2}"/>
                </a:ext>
              </a:extLst>
            </p:cNvPr>
            <p:cNvSpPr/>
            <p:nvPr/>
          </p:nvSpPr>
          <p:spPr>
            <a:xfrm>
              <a:off x="579272" y="2094629"/>
              <a:ext cx="54407" cy="55191"/>
            </a:xfrm>
            <a:prstGeom prst="rect">
              <a:avLst/>
            </a:prstGeom>
            <a:solidFill>
              <a:srgbClr val="1409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0" name="Input frame mosaic cell">
              <a:extLst>
                <a:ext uri="{FF2B5EF4-FFF2-40B4-BE49-F238E27FC236}">
                  <a16:creationId xmlns:a16="http://schemas.microsoft.com/office/drawing/2014/main" id="{F4F8709A-A888-1E64-1FF0-7E3DAB2FAA19}"/>
                </a:ext>
              </a:extLst>
            </p:cNvPr>
            <p:cNvSpPr/>
            <p:nvPr/>
          </p:nvSpPr>
          <p:spPr>
            <a:xfrm>
              <a:off x="629107" y="2094629"/>
              <a:ext cx="54407" cy="55191"/>
            </a:xfrm>
            <a:prstGeom prst="rect">
              <a:avLst/>
            </a:prstGeom>
            <a:solidFill>
              <a:srgbClr val="160B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1" name="Input frame mosaic cell">
              <a:extLst>
                <a:ext uri="{FF2B5EF4-FFF2-40B4-BE49-F238E27FC236}">
                  <a16:creationId xmlns:a16="http://schemas.microsoft.com/office/drawing/2014/main" id="{5CD6C78C-2CE4-3B93-7515-F94CBDBC3722}"/>
                </a:ext>
              </a:extLst>
            </p:cNvPr>
            <p:cNvSpPr/>
            <p:nvPr/>
          </p:nvSpPr>
          <p:spPr>
            <a:xfrm>
              <a:off x="678942" y="2094629"/>
              <a:ext cx="54407" cy="55191"/>
            </a:xfrm>
            <a:prstGeom prst="rect">
              <a:avLst/>
            </a:prstGeom>
            <a:solidFill>
              <a:srgbClr val="170C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2" name="Input frame mosaic cell">
              <a:extLst>
                <a:ext uri="{FF2B5EF4-FFF2-40B4-BE49-F238E27FC236}">
                  <a16:creationId xmlns:a16="http://schemas.microsoft.com/office/drawing/2014/main" id="{F5C57E2D-7301-59B4-0843-DB33CB65F2CA}"/>
                </a:ext>
              </a:extLst>
            </p:cNvPr>
            <p:cNvSpPr/>
            <p:nvPr/>
          </p:nvSpPr>
          <p:spPr>
            <a:xfrm>
              <a:off x="728777" y="2094629"/>
              <a:ext cx="54407" cy="55191"/>
            </a:xfrm>
            <a:prstGeom prst="rect">
              <a:avLst/>
            </a:prstGeom>
            <a:solidFill>
              <a:srgbClr val="180D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3" name="Input frame mosaic cell">
              <a:extLst>
                <a:ext uri="{FF2B5EF4-FFF2-40B4-BE49-F238E27FC236}">
                  <a16:creationId xmlns:a16="http://schemas.microsoft.com/office/drawing/2014/main" id="{6510CAF4-CD40-E72F-E0A3-830C30A24DD3}"/>
                </a:ext>
              </a:extLst>
            </p:cNvPr>
            <p:cNvSpPr/>
            <p:nvPr/>
          </p:nvSpPr>
          <p:spPr>
            <a:xfrm>
              <a:off x="778612" y="2094629"/>
              <a:ext cx="54407" cy="55191"/>
            </a:xfrm>
            <a:prstGeom prst="rect">
              <a:avLst/>
            </a:prstGeom>
            <a:solidFill>
              <a:srgbClr val="190E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4" name="Input frame mosaic cell">
              <a:extLst>
                <a:ext uri="{FF2B5EF4-FFF2-40B4-BE49-F238E27FC236}">
                  <a16:creationId xmlns:a16="http://schemas.microsoft.com/office/drawing/2014/main" id="{C9AAD3EB-80AA-04A1-81D4-EF6181774790}"/>
                </a:ext>
              </a:extLst>
            </p:cNvPr>
            <p:cNvSpPr/>
            <p:nvPr/>
          </p:nvSpPr>
          <p:spPr>
            <a:xfrm>
              <a:off x="828446" y="2094629"/>
              <a:ext cx="54407" cy="55191"/>
            </a:xfrm>
            <a:prstGeom prst="rect">
              <a:avLst/>
            </a:prstGeom>
            <a:solidFill>
              <a:srgbClr val="1B0E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5" name="Input frame mosaic cell">
              <a:extLst>
                <a:ext uri="{FF2B5EF4-FFF2-40B4-BE49-F238E27FC236}">
                  <a16:creationId xmlns:a16="http://schemas.microsoft.com/office/drawing/2014/main" id="{B2E1902F-7475-44C8-F084-B33EB0D512F4}"/>
                </a:ext>
              </a:extLst>
            </p:cNvPr>
            <p:cNvSpPr/>
            <p:nvPr/>
          </p:nvSpPr>
          <p:spPr>
            <a:xfrm>
              <a:off x="878281" y="2094629"/>
              <a:ext cx="54407" cy="55191"/>
            </a:xfrm>
            <a:prstGeom prst="rect">
              <a:avLst/>
            </a:prstGeom>
            <a:solidFill>
              <a:srgbClr val="1C0C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6" name="Input frame mosaic cell">
              <a:extLst>
                <a:ext uri="{FF2B5EF4-FFF2-40B4-BE49-F238E27FC236}">
                  <a16:creationId xmlns:a16="http://schemas.microsoft.com/office/drawing/2014/main" id="{1E0EF307-C66C-94DC-8092-F03F0FC9380C}"/>
                </a:ext>
              </a:extLst>
            </p:cNvPr>
            <p:cNvSpPr/>
            <p:nvPr/>
          </p:nvSpPr>
          <p:spPr>
            <a:xfrm>
              <a:off x="928116" y="2094629"/>
              <a:ext cx="54407" cy="55191"/>
            </a:xfrm>
            <a:prstGeom prst="rect">
              <a:avLst/>
            </a:prstGeom>
            <a:solidFill>
              <a:srgbClr val="240F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7" name="Input frame mosaic cell">
              <a:extLst>
                <a:ext uri="{FF2B5EF4-FFF2-40B4-BE49-F238E27FC236}">
                  <a16:creationId xmlns:a16="http://schemas.microsoft.com/office/drawing/2014/main" id="{6F879DCB-3AD4-017C-BE85-992BBCC9765E}"/>
                </a:ext>
              </a:extLst>
            </p:cNvPr>
            <p:cNvSpPr/>
            <p:nvPr/>
          </p:nvSpPr>
          <p:spPr>
            <a:xfrm>
              <a:off x="977951" y="2094629"/>
              <a:ext cx="54407" cy="55191"/>
            </a:xfrm>
            <a:prstGeom prst="rect">
              <a:avLst/>
            </a:prstGeom>
            <a:solidFill>
              <a:srgbClr val="4B19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8" name="Input frame mosaic cell">
              <a:extLst>
                <a:ext uri="{FF2B5EF4-FFF2-40B4-BE49-F238E27FC236}">
                  <a16:creationId xmlns:a16="http://schemas.microsoft.com/office/drawing/2014/main" id="{8062F92E-ABE8-F8A6-69AF-6DF87ADA640F}"/>
                </a:ext>
              </a:extLst>
            </p:cNvPr>
            <p:cNvSpPr/>
            <p:nvPr/>
          </p:nvSpPr>
          <p:spPr>
            <a:xfrm>
              <a:off x="1027786" y="2094629"/>
              <a:ext cx="54407" cy="55191"/>
            </a:xfrm>
            <a:prstGeom prst="rect">
              <a:avLst/>
            </a:prstGeom>
            <a:solidFill>
              <a:srgbClr val="782D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79" name="Input frame mosaic cell">
              <a:extLst>
                <a:ext uri="{FF2B5EF4-FFF2-40B4-BE49-F238E27FC236}">
                  <a16:creationId xmlns:a16="http://schemas.microsoft.com/office/drawing/2014/main" id="{37D19C5C-5300-A0E8-F0C8-6CE355895AB8}"/>
                </a:ext>
              </a:extLst>
            </p:cNvPr>
            <p:cNvSpPr/>
            <p:nvPr/>
          </p:nvSpPr>
          <p:spPr>
            <a:xfrm>
              <a:off x="1077620" y="2094629"/>
              <a:ext cx="54407" cy="55191"/>
            </a:xfrm>
            <a:prstGeom prst="rect">
              <a:avLst/>
            </a:prstGeom>
            <a:solidFill>
              <a:srgbClr val="8E3F3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0" name="Input frame mosaic cell">
              <a:extLst>
                <a:ext uri="{FF2B5EF4-FFF2-40B4-BE49-F238E27FC236}">
                  <a16:creationId xmlns:a16="http://schemas.microsoft.com/office/drawing/2014/main" id="{2874784E-CE01-5C78-6C96-808EBBB2712F}"/>
                </a:ext>
              </a:extLst>
            </p:cNvPr>
            <p:cNvSpPr/>
            <p:nvPr/>
          </p:nvSpPr>
          <p:spPr>
            <a:xfrm>
              <a:off x="1127455" y="2094629"/>
              <a:ext cx="54407" cy="55191"/>
            </a:xfrm>
            <a:prstGeom prst="rect">
              <a:avLst/>
            </a:prstGeom>
            <a:solidFill>
              <a:srgbClr val="9242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1" name="Input frame mosaic cell">
              <a:extLst>
                <a:ext uri="{FF2B5EF4-FFF2-40B4-BE49-F238E27FC236}">
                  <a16:creationId xmlns:a16="http://schemas.microsoft.com/office/drawing/2014/main" id="{4C262062-044B-301B-A351-5F42C8C945FB}"/>
                </a:ext>
              </a:extLst>
            </p:cNvPr>
            <p:cNvSpPr/>
            <p:nvPr/>
          </p:nvSpPr>
          <p:spPr>
            <a:xfrm>
              <a:off x="1177290" y="2094629"/>
              <a:ext cx="54407" cy="55191"/>
            </a:xfrm>
            <a:prstGeom prst="rect">
              <a:avLst/>
            </a:prstGeom>
            <a:solidFill>
              <a:srgbClr val="9740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2" name="Input frame mosaic cell">
              <a:extLst>
                <a:ext uri="{FF2B5EF4-FFF2-40B4-BE49-F238E27FC236}">
                  <a16:creationId xmlns:a16="http://schemas.microsoft.com/office/drawing/2014/main" id="{157BA5C9-7C4F-2DF2-8618-509126997A7B}"/>
                </a:ext>
              </a:extLst>
            </p:cNvPr>
            <p:cNvSpPr/>
            <p:nvPr/>
          </p:nvSpPr>
          <p:spPr>
            <a:xfrm>
              <a:off x="1227125" y="2094629"/>
              <a:ext cx="54407" cy="55191"/>
            </a:xfrm>
            <a:prstGeom prst="rect">
              <a:avLst/>
            </a:prstGeom>
            <a:solidFill>
              <a:srgbClr val="B458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3" name="Input frame mosaic cell">
              <a:extLst>
                <a:ext uri="{FF2B5EF4-FFF2-40B4-BE49-F238E27FC236}">
                  <a16:creationId xmlns:a16="http://schemas.microsoft.com/office/drawing/2014/main" id="{D8845A4A-A10C-457A-BFB8-22BC603C0836}"/>
                </a:ext>
              </a:extLst>
            </p:cNvPr>
            <p:cNvSpPr/>
            <p:nvPr/>
          </p:nvSpPr>
          <p:spPr>
            <a:xfrm>
              <a:off x="1276960" y="2094629"/>
              <a:ext cx="54407" cy="55191"/>
            </a:xfrm>
            <a:prstGeom prst="rect">
              <a:avLst/>
            </a:prstGeom>
            <a:solidFill>
              <a:srgbClr val="B65B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4" name="Input frame mosaic cell">
              <a:extLst>
                <a:ext uri="{FF2B5EF4-FFF2-40B4-BE49-F238E27FC236}">
                  <a16:creationId xmlns:a16="http://schemas.microsoft.com/office/drawing/2014/main" id="{064F9E48-D2C4-3639-D9CF-10A22D9EE603}"/>
                </a:ext>
              </a:extLst>
            </p:cNvPr>
            <p:cNvSpPr/>
            <p:nvPr/>
          </p:nvSpPr>
          <p:spPr>
            <a:xfrm>
              <a:off x="1326794" y="2094629"/>
              <a:ext cx="54407" cy="55191"/>
            </a:xfrm>
            <a:prstGeom prst="rect">
              <a:avLst/>
            </a:prstGeom>
            <a:solidFill>
              <a:srgbClr val="863C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5" name="Input frame mosaic cell">
              <a:extLst>
                <a:ext uri="{FF2B5EF4-FFF2-40B4-BE49-F238E27FC236}">
                  <a16:creationId xmlns:a16="http://schemas.microsoft.com/office/drawing/2014/main" id="{46FD52E9-C63C-F9CE-1E0E-2B25DB738B28}"/>
                </a:ext>
              </a:extLst>
            </p:cNvPr>
            <p:cNvSpPr/>
            <p:nvPr/>
          </p:nvSpPr>
          <p:spPr>
            <a:xfrm>
              <a:off x="1376629" y="2094629"/>
              <a:ext cx="54407" cy="55191"/>
            </a:xfrm>
            <a:prstGeom prst="rect">
              <a:avLst/>
            </a:prstGeom>
            <a:solidFill>
              <a:srgbClr val="511D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6" name="Input frame mosaic cell">
              <a:extLst>
                <a:ext uri="{FF2B5EF4-FFF2-40B4-BE49-F238E27FC236}">
                  <a16:creationId xmlns:a16="http://schemas.microsoft.com/office/drawing/2014/main" id="{9EFABF43-47CF-F969-AF30-7F7350FFE5A5}"/>
                </a:ext>
              </a:extLst>
            </p:cNvPr>
            <p:cNvSpPr/>
            <p:nvPr/>
          </p:nvSpPr>
          <p:spPr>
            <a:xfrm>
              <a:off x="1426464" y="2094629"/>
              <a:ext cx="54407" cy="55191"/>
            </a:xfrm>
            <a:prstGeom prst="rect">
              <a:avLst/>
            </a:prstGeom>
            <a:solidFill>
              <a:srgbClr val="4118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7" name="Input frame mosaic cell">
              <a:extLst>
                <a:ext uri="{FF2B5EF4-FFF2-40B4-BE49-F238E27FC236}">
                  <a16:creationId xmlns:a16="http://schemas.microsoft.com/office/drawing/2014/main" id="{56775143-BF86-4D0D-E612-E3755371E476}"/>
                </a:ext>
              </a:extLst>
            </p:cNvPr>
            <p:cNvSpPr/>
            <p:nvPr/>
          </p:nvSpPr>
          <p:spPr>
            <a:xfrm>
              <a:off x="1476299" y="2094629"/>
              <a:ext cx="54407" cy="55191"/>
            </a:xfrm>
            <a:prstGeom prst="rect">
              <a:avLst/>
            </a:prstGeom>
            <a:solidFill>
              <a:srgbClr val="3114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8" name="Input frame mosaic cell">
              <a:extLst>
                <a:ext uri="{FF2B5EF4-FFF2-40B4-BE49-F238E27FC236}">
                  <a16:creationId xmlns:a16="http://schemas.microsoft.com/office/drawing/2014/main" id="{6B87F5B7-74C6-59CF-26E0-3A1B32546F13}"/>
                </a:ext>
              </a:extLst>
            </p:cNvPr>
            <p:cNvSpPr/>
            <p:nvPr/>
          </p:nvSpPr>
          <p:spPr>
            <a:xfrm>
              <a:off x="1526134" y="2094629"/>
              <a:ext cx="54407" cy="55191"/>
            </a:xfrm>
            <a:prstGeom prst="rect">
              <a:avLst/>
            </a:prstGeom>
            <a:solidFill>
              <a:srgbClr val="240E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89" name="Input frame mosaic cell">
              <a:extLst>
                <a:ext uri="{FF2B5EF4-FFF2-40B4-BE49-F238E27FC236}">
                  <a16:creationId xmlns:a16="http://schemas.microsoft.com/office/drawing/2014/main" id="{74FC48BC-D460-F6CC-D150-A53C3875929B}"/>
                </a:ext>
              </a:extLst>
            </p:cNvPr>
            <p:cNvSpPr/>
            <p:nvPr/>
          </p:nvSpPr>
          <p:spPr>
            <a:xfrm>
              <a:off x="1575968" y="2094629"/>
              <a:ext cx="54407" cy="55191"/>
            </a:xfrm>
            <a:prstGeom prst="rect">
              <a:avLst/>
            </a:prstGeom>
            <a:solidFill>
              <a:srgbClr val="1D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0" name="Input frame mosaic cell">
              <a:extLst>
                <a:ext uri="{FF2B5EF4-FFF2-40B4-BE49-F238E27FC236}">
                  <a16:creationId xmlns:a16="http://schemas.microsoft.com/office/drawing/2014/main" id="{6772E347-8C73-410E-B325-493E56E598EF}"/>
                </a:ext>
              </a:extLst>
            </p:cNvPr>
            <p:cNvSpPr/>
            <p:nvPr/>
          </p:nvSpPr>
          <p:spPr>
            <a:xfrm>
              <a:off x="1625803" y="2094629"/>
              <a:ext cx="54407" cy="55191"/>
            </a:xfrm>
            <a:prstGeom prst="rect">
              <a:avLst/>
            </a:prstGeom>
            <a:solidFill>
              <a:srgbClr val="2013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1" name="Input frame mosaic cell">
              <a:extLst>
                <a:ext uri="{FF2B5EF4-FFF2-40B4-BE49-F238E27FC236}">
                  <a16:creationId xmlns:a16="http://schemas.microsoft.com/office/drawing/2014/main" id="{BC71841C-CBBA-13BE-83A1-1E524D76C7F8}"/>
                </a:ext>
              </a:extLst>
            </p:cNvPr>
            <p:cNvSpPr/>
            <p:nvPr/>
          </p:nvSpPr>
          <p:spPr>
            <a:xfrm>
              <a:off x="1675638" y="2094629"/>
              <a:ext cx="54407" cy="55191"/>
            </a:xfrm>
            <a:prstGeom prst="rect">
              <a:avLst/>
            </a:prstGeom>
            <a:solidFill>
              <a:srgbClr val="2115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2" name="Input frame mosaic cell">
              <a:extLst>
                <a:ext uri="{FF2B5EF4-FFF2-40B4-BE49-F238E27FC236}">
                  <a16:creationId xmlns:a16="http://schemas.microsoft.com/office/drawing/2014/main" id="{AC5F284B-2A13-10B1-A533-42C8429158C6}"/>
                </a:ext>
              </a:extLst>
            </p:cNvPr>
            <p:cNvSpPr/>
            <p:nvPr/>
          </p:nvSpPr>
          <p:spPr>
            <a:xfrm>
              <a:off x="1725473" y="2094629"/>
              <a:ext cx="54407" cy="55191"/>
            </a:xfrm>
            <a:prstGeom prst="rect">
              <a:avLst/>
            </a:prstGeom>
            <a:solidFill>
              <a:srgbClr val="1D10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3" name="Input frame mosaic cell">
              <a:extLst>
                <a:ext uri="{FF2B5EF4-FFF2-40B4-BE49-F238E27FC236}">
                  <a16:creationId xmlns:a16="http://schemas.microsoft.com/office/drawing/2014/main" id="{DD710B7A-32CF-A8B6-AEEC-AA2EAC889680}"/>
                </a:ext>
              </a:extLst>
            </p:cNvPr>
            <p:cNvSpPr/>
            <p:nvPr/>
          </p:nvSpPr>
          <p:spPr>
            <a:xfrm>
              <a:off x="1775308" y="2094629"/>
              <a:ext cx="54407" cy="55191"/>
            </a:xfrm>
            <a:prstGeom prst="rect">
              <a:avLst/>
            </a:prstGeom>
            <a:solidFill>
              <a:srgbClr val="1E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4" name="Input frame mosaic cell">
              <a:extLst>
                <a:ext uri="{FF2B5EF4-FFF2-40B4-BE49-F238E27FC236}">
                  <a16:creationId xmlns:a16="http://schemas.microsoft.com/office/drawing/2014/main" id="{88043C8C-0FC9-F4ED-A4FB-DE2318FA6264}"/>
                </a:ext>
              </a:extLst>
            </p:cNvPr>
            <p:cNvSpPr/>
            <p:nvPr/>
          </p:nvSpPr>
          <p:spPr>
            <a:xfrm>
              <a:off x="1825142" y="2094629"/>
              <a:ext cx="54407" cy="55191"/>
            </a:xfrm>
            <a:prstGeom prst="rect">
              <a:avLst/>
            </a:prstGeom>
            <a:solidFill>
              <a:srgbClr val="2013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5" name="Input frame mosaic cell">
              <a:extLst>
                <a:ext uri="{FF2B5EF4-FFF2-40B4-BE49-F238E27FC236}">
                  <a16:creationId xmlns:a16="http://schemas.microsoft.com/office/drawing/2014/main" id="{2EA37041-8642-8897-04DB-071F49D1BC85}"/>
                </a:ext>
              </a:extLst>
            </p:cNvPr>
            <p:cNvSpPr/>
            <p:nvPr/>
          </p:nvSpPr>
          <p:spPr>
            <a:xfrm>
              <a:off x="1874977" y="2094629"/>
              <a:ext cx="54407" cy="55191"/>
            </a:xfrm>
            <a:prstGeom prst="rect">
              <a:avLst/>
            </a:prstGeom>
            <a:solidFill>
              <a:srgbClr val="2012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6" name="Input frame mosaic cell">
              <a:extLst>
                <a:ext uri="{FF2B5EF4-FFF2-40B4-BE49-F238E27FC236}">
                  <a16:creationId xmlns:a16="http://schemas.microsoft.com/office/drawing/2014/main" id="{C892CED2-AE67-5142-1A76-EB69E44BF02B}"/>
                </a:ext>
              </a:extLst>
            </p:cNvPr>
            <p:cNvSpPr/>
            <p:nvPr/>
          </p:nvSpPr>
          <p:spPr>
            <a:xfrm>
              <a:off x="1924812" y="2094629"/>
              <a:ext cx="54407" cy="55191"/>
            </a:xfrm>
            <a:prstGeom prst="rect">
              <a:avLst/>
            </a:prstGeom>
            <a:solidFill>
              <a:srgbClr val="1E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7" name="Input frame mosaic cell">
              <a:extLst>
                <a:ext uri="{FF2B5EF4-FFF2-40B4-BE49-F238E27FC236}">
                  <a16:creationId xmlns:a16="http://schemas.microsoft.com/office/drawing/2014/main" id="{88732D67-B4A3-713E-7016-EDACE1A2F1D1}"/>
                </a:ext>
              </a:extLst>
            </p:cNvPr>
            <p:cNvSpPr/>
            <p:nvPr/>
          </p:nvSpPr>
          <p:spPr>
            <a:xfrm>
              <a:off x="1974647" y="2094629"/>
              <a:ext cx="54407" cy="55191"/>
            </a:xfrm>
            <a:prstGeom prst="rect">
              <a:avLst/>
            </a:prstGeom>
            <a:solidFill>
              <a:srgbClr val="1C10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8" name="Input frame mosaic cell">
              <a:extLst>
                <a:ext uri="{FF2B5EF4-FFF2-40B4-BE49-F238E27FC236}">
                  <a16:creationId xmlns:a16="http://schemas.microsoft.com/office/drawing/2014/main" id="{30A5E8F5-EC91-CDCE-332D-70B0379ACA58}"/>
                </a:ext>
              </a:extLst>
            </p:cNvPr>
            <p:cNvSpPr/>
            <p:nvPr/>
          </p:nvSpPr>
          <p:spPr>
            <a:xfrm>
              <a:off x="2024482" y="2094629"/>
              <a:ext cx="54407" cy="55191"/>
            </a:xfrm>
            <a:prstGeom prst="rect">
              <a:avLst/>
            </a:prstGeom>
            <a:solidFill>
              <a:srgbClr val="1A0F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299" name="Input frame mosaic cell">
              <a:extLst>
                <a:ext uri="{FF2B5EF4-FFF2-40B4-BE49-F238E27FC236}">
                  <a16:creationId xmlns:a16="http://schemas.microsoft.com/office/drawing/2014/main" id="{D0A349FD-6726-F782-49AB-002837289E1A}"/>
                </a:ext>
              </a:extLst>
            </p:cNvPr>
            <p:cNvSpPr/>
            <p:nvPr/>
          </p:nvSpPr>
          <p:spPr>
            <a:xfrm>
              <a:off x="2074316" y="2094629"/>
              <a:ext cx="54407" cy="55191"/>
            </a:xfrm>
            <a:prstGeom prst="rect">
              <a:avLst/>
            </a:prstGeom>
            <a:solidFill>
              <a:srgbClr val="180D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0" name="Input frame mosaic cell">
              <a:extLst>
                <a:ext uri="{FF2B5EF4-FFF2-40B4-BE49-F238E27FC236}">
                  <a16:creationId xmlns:a16="http://schemas.microsoft.com/office/drawing/2014/main" id="{2B197756-75CC-EDDD-5401-384FD2DE5D6B}"/>
                </a:ext>
              </a:extLst>
            </p:cNvPr>
            <p:cNvSpPr/>
            <p:nvPr/>
          </p:nvSpPr>
          <p:spPr>
            <a:xfrm>
              <a:off x="2124151" y="2094629"/>
              <a:ext cx="54407" cy="55191"/>
            </a:xfrm>
            <a:prstGeom prst="rect">
              <a:avLst/>
            </a:prstGeom>
            <a:solidFill>
              <a:srgbClr val="180D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1" name="Input frame mosaic cell">
              <a:extLst>
                <a:ext uri="{FF2B5EF4-FFF2-40B4-BE49-F238E27FC236}">
                  <a16:creationId xmlns:a16="http://schemas.microsoft.com/office/drawing/2014/main" id="{A3A7C15E-2B9F-C28E-6A2D-B1AF1FADD31D}"/>
                </a:ext>
              </a:extLst>
            </p:cNvPr>
            <p:cNvSpPr/>
            <p:nvPr/>
          </p:nvSpPr>
          <p:spPr>
            <a:xfrm>
              <a:off x="2173986" y="2094629"/>
              <a:ext cx="54407" cy="55191"/>
            </a:xfrm>
            <a:prstGeom prst="rect">
              <a:avLst/>
            </a:prstGeom>
            <a:solidFill>
              <a:srgbClr val="160B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2" name="Input frame mosaic cell">
              <a:extLst>
                <a:ext uri="{FF2B5EF4-FFF2-40B4-BE49-F238E27FC236}">
                  <a16:creationId xmlns:a16="http://schemas.microsoft.com/office/drawing/2014/main" id="{FC9B4345-452D-220A-75F1-C7DB08D65141}"/>
                </a:ext>
              </a:extLst>
            </p:cNvPr>
            <p:cNvSpPr/>
            <p:nvPr/>
          </p:nvSpPr>
          <p:spPr>
            <a:xfrm>
              <a:off x="2223821" y="2094629"/>
              <a:ext cx="54407" cy="55191"/>
            </a:xfrm>
            <a:prstGeom prst="rect">
              <a:avLst/>
            </a:prstGeom>
            <a:solidFill>
              <a:srgbClr val="1208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3" name="Input frame mosaic cell">
              <a:extLst>
                <a:ext uri="{FF2B5EF4-FFF2-40B4-BE49-F238E27FC236}">
                  <a16:creationId xmlns:a16="http://schemas.microsoft.com/office/drawing/2014/main" id="{51A4795B-419C-BD96-B01C-19C6F686E019}"/>
                </a:ext>
              </a:extLst>
            </p:cNvPr>
            <p:cNvSpPr/>
            <p:nvPr/>
          </p:nvSpPr>
          <p:spPr>
            <a:xfrm>
              <a:off x="2273656" y="2094629"/>
              <a:ext cx="54407" cy="55191"/>
            </a:xfrm>
            <a:prstGeom prst="rect">
              <a:avLst/>
            </a:prstGeom>
            <a:solidFill>
              <a:srgbClr val="1207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4" name="Input frame mosaic cell">
              <a:extLst>
                <a:ext uri="{FF2B5EF4-FFF2-40B4-BE49-F238E27FC236}">
                  <a16:creationId xmlns:a16="http://schemas.microsoft.com/office/drawing/2014/main" id="{9D6CD9BF-10F1-DE8C-015D-65E2653BD8C0}"/>
                </a:ext>
              </a:extLst>
            </p:cNvPr>
            <p:cNvSpPr/>
            <p:nvPr/>
          </p:nvSpPr>
          <p:spPr>
            <a:xfrm>
              <a:off x="2323490" y="2094629"/>
              <a:ext cx="54407" cy="55191"/>
            </a:xfrm>
            <a:prstGeom prst="rect">
              <a:avLst/>
            </a:prstGeom>
            <a:solidFill>
              <a:srgbClr val="0E06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5" name="Input frame mosaic cell">
              <a:extLst>
                <a:ext uri="{FF2B5EF4-FFF2-40B4-BE49-F238E27FC236}">
                  <a16:creationId xmlns:a16="http://schemas.microsoft.com/office/drawing/2014/main" id="{E4AABA05-1125-DDB0-22E7-64C15D9B70B9}"/>
                </a:ext>
              </a:extLst>
            </p:cNvPr>
            <p:cNvSpPr/>
            <p:nvPr/>
          </p:nvSpPr>
          <p:spPr>
            <a:xfrm>
              <a:off x="2373325" y="2094629"/>
              <a:ext cx="54407" cy="55191"/>
            </a:xfrm>
            <a:prstGeom prst="rect">
              <a:avLst/>
            </a:prstGeom>
            <a:solidFill>
              <a:srgbClr val="01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6" name="Input frame mosaic cell">
              <a:extLst>
                <a:ext uri="{FF2B5EF4-FFF2-40B4-BE49-F238E27FC236}">
                  <a16:creationId xmlns:a16="http://schemas.microsoft.com/office/drawing/2014/main" id="{EC2BE76C-48DC-2F2A-8A6E-A2F7F816DB26}"/>
                </a:ext>
              </a:extLst>
            </p:cNvPr>
            <p:cNvSpPr/>
            <p:nvPr/>
          </p:nvSpPr>
          <p:spPr>
            <a:xfrm>
              <a:off x="429768" y="2145248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7" name="Input frame mosaic cell">
              <a:extLst>
                <a:ext uri="{FF2B5EF4-FFF2-40B4-BE49-F238E27FC236}">
                  <a16:creationId xmlns:a16="http://schemas.microsoft.com/office/drawing/2014/main" id="{E07E5AFC-E61C-EC58-10CE-2F26DDFF1CE4}"/>
                </a:ext>
              </a:extLst>
            </p:cNvPr>
            <p:cNvSpPr/>
            <p:nvPr/>
          </p:nvSpPr>
          <p:spPr>
            <a:xfrm>
              <a:off x="479603" y="2145248"/>
              <a:ext cx="54407" cy="55191"/>
            </a:xfrm>
            <a:prstGeom prst="rect">
              <a:avLst/>
            </a:prstGeom>
            <a:solidFill>
              <a:srgbClr val="0906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8" name="Input frame mosaic cell">
              <a:extLst>
                <a:ext uri="{FF2B5EF4-FFF2-40B4-BE49-F238E27FC236}">
                  <a16:creationId xmlns:a16="http://schemas.microsoft.com/office/drawing/2014/main" id="{CCF2F0B7-88CC-1B8F-6765-03C23802A8AD}"/>
                </a:ext>
              </a:extLst>
            </p:cNvPr>
            <p:cNvSpPr/>
            <p:nvPr/>
          </p:nvSpPr>
          <p:spPr>
            <a:xfrm>
              <a:off x="529438" y="2145248"/>
              <a:ext cx="54407" cy="55191"/>
            </a:xfrm>
            <a:prstGeom prst="rect">
              <a:avLst/>
            </a:prstGeom>
            <a:solidFill>
              <a:srgbClr val="160B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09" name="Input frame mosaic cell">
              <a:extLst>
                <a:ext uri="{FF2B5EF4-FFF2-40B4-BE49-F238E27FC236}">
                  <a16:creationId xmlns:a16="http://schemas.microsoft.com/office/drawing/2014/main" id="{824CB3FB-9587-8E63-4177-E465DAE30D1F}"/>
                </a:ext>
              </a:extLst>
            </p:cNvPr>
            <p:cNvSpPr/>
            <p:nvPr/>
          </p:nvSpPr>
          <p:spPr>
            <a:xfrm>
              <a:off x="579272" y="2145248"/>
              <a:ext cx="54407" cy="55191"/>
            </a:xfrm>
            <a:prstGeom prst="rect">
              <a:avLst/>
            </a:prstGeom>
            <a:solidFill>
              <a:srgbClr val="16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0" name="Input frame mosaic cell">
              <a:extLst>
                <a:ext uri="{FF2B5EF4-FFF2-40B4-BE49-F238E27FC236}">
                  <a16:creationId xmlns:a16="http://schemas.microsoft.com/office/drawing/2014/main" id="{3B66E885-5EC1-19B6-AFEC-5F936BCABA5A}"/>
                </a:ext>
              </a:extLst>
            </p:cNvPr>
            <p:cNvSpPr/>
            <p:nvPr/>
          </p:nvSpPr>
          <p:spPr>
            <a:xfrm>
              <a:off x="629107" y="2145248"/>
              <a:ext cx="54407" cy="55191"/>
            </a:xfrm>
            <a:prstGeom prst="rect">
              <a:avLst/>
            </a:prstGeom>
            <a:solidFill>
              <a:srgbClr val="160B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1" name="Input frame mosaic cell">
              <a:extLst>
                <a:ext uri="{FF2B5EF4-FFF2-40B4-BE49-F238E27FC236}">
                  <a16:creationId xmlns:a16="http://schemas.microsoft.com/office/drawing/2014/main" id="{76C30A11-DB30-342A-54AB-067F17C5D558}"/>
                </a:ext>
              </a:extLst>
            </p:cNvPr>
            <p:cNvSpPr/>
            <p:nvPr/>
          </p:nvSpPr>
          <p:spPr>
            <a:xfrm>
              <a:off x="678942" y="2145248"/>
              <a:ext cx="54407" cy="55191"/>
            </a:xfrm>
            <a:prstGeom prst="rect">
              <a:avLst/>
            </a:prstGeom>
            <a:solidFill>
              <a:srgbClr val="160B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2" name="Input frame mosaic cell">
              <a:extLst>
                <a:ext uri="{FF2B5EF4-FFF2-40B4-BE49-F238E27FC236}">
                  <a16:creationId xmlns:a16="http://schemas.microsoft.com/office/drawing/2014/main" id="{EBDE3A8F-2EE3-F22B-F1AE-527DAAD7AFFD}"/>
                </a:ext>
              </a:extLst>
            </p:cNvPr>
            <p:cNvSpPr/>
            <p:nvPr/>
          </p:nvSpPr>
          <p:spPr>
            <a:xfrm>
              <a:off x="728777" y="2145248"/>
              <a:ext cx="54407" cy="55191"/>
            </a:xfrm>
            <a:prstGeom prst="rect">
              <a:avLst/>
            </a:prstGeom>
            <a:solidFill>
              <a:srgbClr val="170C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3" name="Input frame mosaic cell">
              <a:extLst>
                <a:ext uri="{FF2B5EF4-FFF2-40B4-BE49-F238E27FC236}">
                  <a16:creationId xmlns:a16="http://schemas.microsoft.com/office/drawing/2014/main" id="{36DBB2B8-D42D-2EFD-4BB1-F122707C2930}"/>
                </a:ext>
              </a:extLst>
            </p:cNvPr>
            <p:cNvSpPr/>
            <p:nvPr/>
          </p:nvSpPr>
          <p:spPr>
            <a:xfrm>
              <a:off x="778612" y="2145248"/>
              <a:ext cx="54407" cy="55191"/>
            </a:xfrm>
            <a:prstGeom prst="rect">
              <a:avLst/>
            </a:prstGeom>
            <a:solidFill>
              <a:srgbClr val="1A0F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4" name="Input frame mosaic cell">
              <a:extLst>
                <a:ext uri="{FF2B5EF4-FFF2-40B4-BE49-F238E27FC236}">
                  <a16:creationId xmlns:a16="http://schemas.microsoft.com/office/drawing/2014/main" id="{0B4949CE-2EB8-4D8D-793A-BC4222D59910}"/>
                </a:ext>
              </a:extLst>
            </p:cNvPr>
            <p:cNvSpPr/>
            <p:nvPr/>
          </p:nvSpPr>
          <p:spPr>
            <a:xfrm>
              <a:off x="828446" y="2145248"/>
              <a:ext cx="54407" cy="55191"/>
            </a:xfrm>
            <a:prstGeom prst="rect">
              <a:avLst/>
            </a:prstGeom>
            <a:solidFill>
              <a:srgbClr val="1F12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5" name="Input frame mosaic cell">
              <a:extLst>
                <a:ext uri="{FF2B5EF4-FFF2-40B4-BE49-F238E27FC236}">
                  <a16:creationId xmlns:a16="http://schemas.microsoft.com/office/drawing/2014/main" id="{07DBE5F4-51AD-6D80-09F4-857269FF225F}"/>
                </a:ext>
              </a:extLst>
            </p:cNvPr>
            <p:cNvSpPr/>
            <p:nvPr/>
          </p:nvSpPr>
          <p:spPr>
            <a:xfrm>
              <a:off x="878281" y="2145248"/>
              <a:ext cx="54407" cy="55191"/>
            </a:xfrm>
            <a:prstGeom prst="rect">
              <a:avLst/>
            </a:prstGeom>
            <a:solidFill>
              <a:srgbClr val="1C0F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6" name="Input frame mosaic cell">
              <a:extLst>
                <a:ext uri="{FF2B5EF4-FFF2-40B4-BE49-F238E27FC236}">
                  <a16:creationId xmlns:a16="http://schemas.microsoft.com/office/drawing/2014/main" id="{60AE798F-0B85-5D64-D330-B03961B13CBB}"/>
                </a:ext>
              </a:extLst>
            </p:cNvPr>
            <p:cNvSpPr/>
            <p:nvPr/>
          </p:nvSpPr>
          <p:spPr>
            <a:xfrm>
              <a:off x="928116" y="2145248"/>
              <a:ext cx="54407" cy="55191"/>
            </a:xfrm>
            <a:prstGeom prst="rect">
              <a:avLst/>
            </a:prstGeom>
            <a:solidFill>
              <a:srgbClr val="1D0D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7" name="Input frame mosaic cell">
              <a:extLst>
                <a:ext uri="{FF2B5EF4-FFF2-40B4-BE49-F238E27FC236}">
                  <a16:creationId xmlns:a16="http://schemas.microsoft.com/office/drawing/2014/main" id="{3EE4B383-F9E0-B135-0EE5-006016676C2D}"/>
                </a:ext>
              </a:extLst>
            </p:cNvPr>
            <p:cNvSpPr/>
            <p:nvPr/>
          </p:nvSpPr>
          <p:spPr>
            <a:xfrm>
              <a:off x="977951" y="2145248"/>
              <a:ext cx="54407" cy="55191"/>
            </a:xfrm>
            <a:prstGeom prst="rect">
              <a:avLst/>
            </a:prstGeom>
            <a:solidFill>
              <a:srgbClr val="2C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8" name="Input frame mosaic cell">
              <a:extLst>
                <a:ext uri="{FF2B5EF4-FFF2-40B4-BE49-F238E27FC236}">
                  <a16:creationId xmlns:a16="http://schemas.microsoft.com/office/drawing/2014/main" id="{150E38B2-9EF8-872C-E5FD-481BA52DCF5F}"/>
                </a:ext>
              </a:extLst>
            </p:cNvPr>
            <p:cNvSpPr/>
            <p:nvPr/>
          </p:nvSpPr>
          <p:spPr>
            <a:xfrm>
              <a:off x="1027786" y="2145248"/>
              <a:ext cx="54407" cy="55191"/>
            </a:xfrm>
            <a:prstGeom prst="rect">
              <a:avLst/>
            </a:prstGeom>
            <a:solidFill>
              <a:srgbClr val="571A1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19" name="Input frame mosaic cell">
              <a:extLst>
                <a:ext uri="{FF2B5EF4-FFF2-40B4-BE49-F238E27FC236}">
                  <a16:creationId xmlns:a16="http://schemas.microsoft.com/office/drawing/2014/main" id="{668059FF-D582-5E9C-299D-C33780E6CC95}"/>
                </a:ext>
              </a:extLst>
            </p:cNvPr>
            <p:cNvSpPr/>
            <p:nvPr/>
          </p:nvSpPr>
          <p:spPr>
            <a:xfrm>
              <a:off x="1077620" y="2145248"/>
              <a:ext cx="54407" cy="55191"/>
            </a:xfrm>
            <a:prstGeom prst="rect">
              <a:avLst/>
            </a:prstGeom>
            <a:solidFill>
              <a:srgbClr val="7527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0" name="Input frame mosaic cell">
              <a:extLst>
                <a:ext uri="{FF2B5EF4-FFF2-40B4-BE49-F238E27FC236}">
                  <a16:creationId xmlns:a16="http://schemas.microsoft.com/office/drawing/2014/main" id="{75ECB34C-426F-53B8-33F2-C3B718136490}"/>
                </a:ext>
              </a:extLst>
            </p:cNvPr>
            <p:cNvSpPr/>
            <p:nvPr/>
          </p:nvSpPr>
          <p:spPr>
            <a:xfrm>
              <a:off x="1127455" y="2145248"/>
              <a:ext cx="54407" cy="55191"/>
            </a:xfrm>
            <a:prstGeom prst="rect">
              <a:avLst/>
            </a:prstGeom>
            <a:solidFill>
              <a:srgbClr val="7E29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1" name="Input frame mosaic cell">
              <a:extLst>
                <a:ext uri="{FF2B5EF4-FFF2-40B4-BE49-F238E27FC236}">
                  <a16:creationId xmlns:a16="http://schemas.microsoft.com/office/drawing/2014/main" id="{90076205-9964-3254-AAA1-2E6D423484D4}"/>
                </a:ext>
              </a:extLst>
            </p:cNvPr>
            <p:cNvSpPr/>
            <p:nvPr/>
          </p:nvSpPr>
          <p:spPr>
            <a:xfrm>
              <a:off x="1177290" y="2145248"/>
              <a:ext cx="54407" cy="55191"/>
            </a:xfrm>
            <a:prstGeom prst="rect">
              <a:avLst/>
            </a:prstGeom>
            <a:solidFill>
              <a:srgbClr val="9438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2" name="Input frame mosaic cell">
              <a:extLst>
                <a:ext uri="{FF2B5EF4-FFF2-40B4-BE49-F238E27FC236}">
                  <a16:creationId xmlns:a16="http://schemas.microsoft.com/office/drawing/2014/main" id="{7D4A105A-9962-F9C7-1969-F00A2E974D37}"/>
                </a:ext>
              </a:extLst>
            </p:cNvPr>
            <p:cNvSpPr/>
            <p:nvPr/>
          </p:nvSpPr>
          <p:spPr>
            <a:xfrm>
              <a:off x="1227125" y="2145248"/>
              <a:ext cx="54407" cy="55191"/>
            </a:xfrm>
            <a:prstGeom prst="rect">
              <a:avLst/>
            </a:prstGeom>
            <a:solidFill>
              <a:srgbClr val="B151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3" name="Input frame mosaic cell">
              <a:extLst>
                <a:ext uri="{FF2B5EF4-FFF2-40B4-BE49-F238E27FC236}">
                  <a16:creationId xmlns:a16="http://schemas.microsoft.com/office/drawing/2014/main" id="{D15F912C-73D7-78F5-6E16-8056CB595873}"/>
                </a:ext>
              </a:extLst>
            </p:cNvPr>
            <p:cNvSpPr/>
            <p:nvPr/>
          </p:nvSpPr>
          <p:spPr>
            <a:xfrm>
              <a:off x="1276960" y="2145248"/>
              <a:ext cx="54407" cy="55191"/>
            </a:xfrm>
            <a:prstGeom prst="rect">
              <a:avLst/>
            </a:prstGeom>
            <a:solidFill>
              <a:srgbClr val="B051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4" name="Input frame mosaic cell">
              <a:extLst>
                <a:ext uri="{FF2B5EF4-FFF2-40B4-BE49-F238E27FC236}">
                  <a16:creationId xmlns:a16="http://schemas.microsoft.com/office/drawing/2014/main" id="{05857833-8F00-A0C3-19A2-D0B4CB1EF4F8}"/>
                </a:ext>
              </a:extLst>
            </p:cNvPr>
            <p:cNvSpPr/>
            <p:nvPr/>
          </p:nvSpPr>
          <p:spPr>
            <a:xfrm>
              <a:off x="1326794" y="2145248"/>
              <a:ext cx="54407" cy="55191"/>
            </a:xfrm>
            <a:prstGeom prst="rect">
              <a:avLst/>
            </a:prstGeom>
            <a:solidFill>
              <a:srgbClr val="8835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5" name="Input frame mosaic cell">
              <a:extLst>
                <a:ext uri="{FF2B5EF4-FFF2-40B4-BE49-F238E27FC236}">
                  <a16:creationId xmlns:a16="http://schemas.microsoft.com/office/drawing/2014/main" id="{FD403572-7D0E-7F1B-66E4-E5720F938FA8}"/>
                </a:ext>
              </a:extLst>
            </p:cNvPr>
            <p:cNvSpPr/>
            <p:nvPr/>
          </p:nvSpPr>
          <p:spPr>
            <a:xfrm>
              <a:off x="1376629" y="2145248"/>
              <a:ext cx="54407" cy="55191"/>
            </a:xfrm>
            <a:prstGeom prst="rect">
              <a:avLst/>
            </a:prstGeom>
            <a:solidFill>
              <a:srgbClr val="531D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6" name="Input frame mosaic cell">
              <a:extLst>
                <a:ext uri="{FF2B5EF4-FFF2-40B4-BE49-F238E27FC236}">
                  <a16:creationId xmlns:a16="http://schemas.microsoft.com/office/drawing/2014/main" id="{F8C9950D-00A6-DDE8-BB26-1BF9129A70D8}"/>
                </a:ext>
              </a:extLst>
            </p:cNvPr>
            <p:cNvSpPr/>
            <p:nvPr/>
          </p:nvSpPr>
          <p:spPr>
            <a:xfrm>
              <a:off x="1426464" y="2145248"/>
              <a:ext cx="54407" cy="55191"/>
            </a:xfrm>
            <a:prstGeom prst="rect">
              <a:avLst/>
            </a:prstGeom>
            <a:solidFill>
              <a:srgbClr val="4218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7" name="Input frame mosaic cell">
              <a:extLst>
                <a:ext uri="{FF2B5EF4-FFF2-40B4-BE49-F238E27FC236}">
                  <a16:creationId xmlns:a16="http://schemas.microsoft.com/office/drawing/2014/main" id="{F4E69AC9-3904-69DE-2FCF-CA89995FB70E}"/>
                </a:ext>
              </a:extLst>
            </p:cNvPr>
            <p:cNvSpPr/>
            <p:nvPr/>
          </p:nvSpPr>
          <p:spPr>
            <a:xfrm>
              <a:off x="1476299" y="2145248"/>
              <a:ext cx="54407" cy="55191"/>
            </a:xfrm>
            <a:prstGeom prst="rect">
              <a:avLst/>
            </a:prstGeom>
            <a:solidFill>
              <a:srgbClr val="3213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8" name="Input frame mosaic cell">
              <a:extLst>
                <a:ext uri="{FF2B5EF4-FFF2-40B4-BE49-F238E27FC236}">
                  <a16:creationId xmlns:a16="http://schemas.microsoft.com/office/drawing/2014/main" id="{D5A7FB98-AAF9-3E94-4E4E-5AD293B8DE8A}"/>
                </a:ext>
              </a:extLst>
            </p:cNvPr>
            <p:cNvSpPr/>
            <p:nvPr/>
          </p:nvSpPr>
          <p:spPr>
            <a:xfrm>
              <a:off x="1526134" y="2145248"/>
              <a:ext cx="54407" cy="55191"/>
            </a:xfrm>
            <a:prstGeom prst="rect">
              <a:avLst/>
            </a:prstGeom>
            <a:solidFill>
              <a:srgbClr val="240E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29" name="Input frame mosaic cell">
              <a:extLst>
                <a:ext uri="{FF2B5EF4-FFF2-40B4-BE49-F238E27FC236}">
                  <a16:creationId xmlns:a16="http://schemas.microsoft.com/office/drawing/2014/main" id="{ED4AA3D8-6229-C965-DE77-4EBE9BF63D78}"/>
                </a:ext>
              </a:extLst>
            </p:cNvPr>
            <p:cNvSpPr/>
            <p:nvPr/>
          </p:nvSpPr>
          <p:spPr>
            <a:xfrm>
              <a:off x="1575968" y="2145248"/>
              <a:ext cx="54407" cy="55191"/>
            </a:xfrm>
            <a:prstGeom prst="rect">
              <a:avLst/>
            </a:prstGeom>
            <a:solidFill>
              <a:srgbClr val="1E0E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0" name="Input frame mosaic cell">
              <a:extLst>
                <a:ext uri="{FF2B5EF4-FFF2-40B4-BE49-F238E27FC236}">
                  <a16:creationId xmlns:a16="http://schemas.microsoft.com/office/drawing/2014/main" id="{C5653D17-3F31-B580-EE37-C9F5C4F525FE}"/>
                </a:ext>
              </a:extLst>
            </p:cNvPr>
            <p:cNvSpPr/>
            <p:nvPr/>
          </p:nvSpPr>
          <p:spPr>
            <a:xfrm>
              <a:off x="1625803" y="2145248"/>
              <a:ext cx="54407" cy="55191"/>
            </a:xfrm>
            <a:prstGeom prst="rect">
              <a:avLst/>
            </a:prstGeom>
            <a:solidFill>
              <a:srgbClr val="2B1C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1" name="Input frame mosaic cell">
              <a:extLst>
                <a:ext uri="{FF2B5EF4-FFF2-40B4-BE49-F238E27FC236}">
                  <a16:creationId xmlns:a16="http://schemas.microsoft.com/office/drawing/2014/main" id="{B921CA54-5CA6-0550-3020-86AD8050C1F8}"/>
                </a:ext>
              </a:extLst>
            </p:cNvPr>
            <p:cNvSpPr/>
            <p:nvPr/>
          </p:nvSpPr>
          <p:spPr>
            <a:xfrm>
              <a:off x="1675638" y="2145248"/>
              <a:ext cx="54407" cy="55191"/>
            </a:xfrm>
            <a:prstGeom prst="rect">
              <a:avLst/>
            </a:prstGeom>
            <a:solidFill>
              <a:srgbClr val="2E1E1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2" name="Input frame mosaic cell">
              <a:extLst>
                <a:ext uri="{FF2B5EF4-FFF2-40B4-BE49-F238E27FC236}">
                  <a16:creationId xmlns:a16="http://schemas.microsoft.com/office/drawing/2014/main" id="{5FBE3652-C272-156B-D926-2378E61CF31E}"/>
                </a:ext>
              </a:extLst>
            </p:cNvPr>
            <p:cNvSpPr/>
            <p:nvPr/>
          </p:nvSpPr>
          <p:spPr>
            <a:xfrm>
              <a:off x="1725473" y="2145248"/>
              <a:ext cx="54407" cy="55191"/>
            </a:xfrm>
            <a:prstGeom prst="rect">
              <a:avLst/>
            </a:prstGeom>
            <a:solidFill>
              <a:srgbClr val="2316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3" name="Input frame mosaic cell">
              <a:extLst>
                <a:ext uri="{FF2B5EF4-FFF2-40B4-BE49-F238E27FC236}">
                  <a16:creationId xmlns:a16="http://schemas.microsoft.com/office/drawing/2014/main" id="{9D4F26D7-854B-84C3-7F7C-F635BCBF2327}"/>
                </a:ext>
              </a:extLst>
            </p:cNvPr>
            <p:cNvSpPr/>
            <p:nvPr/>
          </p:nvSpPr>
          <p:spPr>
            <a:xfrm>
              <a:off x="1775308" y="2145248"/>
              <a:ext cx="54407" cy="55191"/>
            </a:xfrm>
            <a:prstGeom prst="rect">
              <a:avLst/>
            </a:prstGeom>
            <a:solidFill>
              <a:srgbClr val="1D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4" name="Input frame mosaic cell">
              <a:extLst>
                <a:ext uri="{FF2B5EF4-FFF2-40B4-BE49-F238E27FC236}">
                  <a16:creationId xmlns:a16="http://schemas.microsoft.com/office/drawing/2014/main" id="{4EC1AAD4-DEE7-3979-25B1-75A80AFAE245}"/>
                </a:ext>
              </a:extLst>
            </p:cNvPr>
            <p:cNvSpPr/>
            <p:nvPr/>
          </p:nvSpPr>
          <p:spPr>
            <a:xfrm>
              <a:off x="1825142" y="2145248"/>
              <a:ext cx="54407" cy="55191"/>
            </a:xfrm>
            <a:prstGeom prst="rect">
              <a:avLst/>
            </a:prstGeom>
            <a:solidFill>
              <a:srgbClr val="1C10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5" name="Input frame mosaic cell">
              <a:extLst>
                <a:ext uri="{FF2B5EF4-FFF2-40B4-BE49-F238E27FC236}">
                  <a16:creationId xmlns:a16="http://schemas.microsoft.com/office/drawing/2014/main" id="{B3857F31-3DB6-53A5-3034-4C8963F85151}"/>
                </a:ext>
              </a:extLst>
            </p:cNvPr>
            <p:cNvSpPr/>
            <p:nvPr/>
          </p:nvSpPr>
          <p:spPr>
            <a:xfrm>
              <a:off x="1874977" y="2145248"/>
              <a:ext cx="54407" cy="55191"/>
            </a:xfrm>
            <a:prstGeom prst="rect">
              <a:avLst/>
            </a:prstGeom>
            <a:solidFill>
              <a:srgbClr val="1B0E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6" name="Input frame mosaic cell">
              <a:extLst>
                <a:ext uri="{FF2B5EF4-FFF2-40B4-BE49-F238E27FC236}">
                  <a16:creationId xmlns:a16="http://schemas.microsoft.com/office/drawing/2014/main" id="{05FB286F-065E-5736-AE59-2D95C1AAB6F7}"/>
                </a:ext>
              </a:extLst>
            </p:cNvPr>
            <p:cNvSpPr/>
            <p:nvPr/>
          </p:nvSpPr>
          <p:spPr>
            <a:xfrm>
              <a:off x="1924812" y="2145248"/>
              <a:ext cx="54407" cy="55191"/>
            </a:xfrm>
            <a:prstGeom prst="rect">
              <a:avLst/>
            </a:prstGeom>
            <a:solidFill>
              <a:srgbClr val="1D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7" name="Input frame mosaic cell">
              <a:extLst>
                <a:ext uri="{FF2B5EF4-FFF2-40B4-BE49-F238E27FC236}">
                  <a16:creationId xmlns:a16="http://schemas.microsoft.com/office/drawing/2014/main" id="{49D0AAF6-5C93-5EE1-F502-8F43D3EA5499}"/>
                </a:ext>
              </a:extLst>
            </p:cNvPr>
            <p:cNvSpPr/>
            <p:nvPr/>
          </p:nvSpPr>
          <p:spPr>
            <a:xfrm>
              <a:off x="1974647" y="2145248"/>
              <a:ext cx="54407" cy="55191"/>
            </a:xfrm>
            <a:prstGeom prst="rect">
              <a:avLst/>
            </a:prstGeom>
            <a:solidFill>
              <a:srgbClr val="1B10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8" name="Input frame mosaic cell">
              <a:extLst>
                <a:ext uri="{FF2B5EF4-FFF2-40B4-BE49-F238E27FC236}">
                  <a16:creationId xmlns:a16="http://schemas.microsoft.com/office/drawing/2014/main" id="{D3579BFA-3300-A6EB-575F-DAB0785F1893}"/>
                </a:ext>
              </a:extLst>
            </p:cNvPr>
            <p:cNvSpPr/>
            <p:nvPr/>
          </p:nvSpPr>
          <p:spPr>
            <a:xfrm>
              <a:off x="2024482" y="2145248"/>
              <a:ext cx="54407" cy="55191"/>
            </a:xfrm>
            <a:prstGeom prst="rect">
              <a:avLst/>
            </a:prstGeom>
            <a:solidFill>
              <a:srgbClr val="180D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39" name="Input frame mosaic cell">
              <a:extLst>
                <a:ext uri="{FF2B5EF4-FFF2-40B4-BE49-F238E27FC236}">
                  <a16:creationId xmlns:a16="http://schemas.microsoft.com/office/drawing/2014/main" id="{6295D1CA-B03F-D15F-3A39-0BB2EEFADB7E}"/>
                </a:ext>
              </a:extLst>
            </p:cNvPr>
            <p:cNvSpPr/>
            <p:nvPr/>
          </p:nvSpPr>
          <p:spPr>
            <a:xfrm>
              <a:off x="2074316" y="2145248"/>
              <a:ext cx="54407" cy="55191"/>
            </a:xfrm>
            <a:prstGeom prst="rect">
              <a:avLst/>
            </a:prstGeom>
            <a:solidFill>
              <a:srgbClr val="17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0" name="Input frame mosaic cell">
              <a:extLst>
                <a:ext uri="{FF2B5EF4-FFF2-40B4-BE49-F238E27FC236}">
                  <a16:creationId xmlns:a16="http://schemas.microsoft.com/office/drawing/2014/main" id="{8FF8050A-0395-60E2-987C-05AC822418C3}"/>
                </a:ext>
              </a:extLst>
            </p:cNvPr>
            <p:cNvSpPr/>
            <p:nvPr/>
          </p:nvSpPr>
          <p:spPr>
            <a:xfrm>
              <a:off x="2124151" y="2145248"/>
              <a:ext cx="54407" cy="55191"/>
            </a:xfrm>
            <a:prstGeom prst="rect">
              <a:avLst/>
            </a:prstGeom>
            <a:solidFill>
              <a:srgbClr val="190E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1" name="Input frame mosaic cell">
              <a:extLst>
                <a:ext uri="{FF2B5EF4-FFF2-40B4-BE49-F238E27FC236}">
                  <a16:creationId xmlns:a16="http://schemas.microsoft.com/office/drawing/2014/main" id="{B7D2547C-A0D2-D569-360E-64777C64E0F1}"/>
                </a:ext>
              </a:extLst>
            </p:cNvPr>
            <p:cNvSpPr/>
            <p:nvPr/>
          </p:nvSpPr>
          <p:spPr>
            <a:xfrm>
              <a:off x="2173986" y="2145248"/>
              <a:ext cx="54407" cy="55191"/>
            </a:xfrm>
            <a:prstGeom prst="rect">
              <a:avLst/>
            </a:prstGeom>
            <a:solidFill>
              <a:srgbClr val="1E13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2" name="Input frame mosaic cell">
              <a:extLst>
                <a:ext uri="{FF2B5EF4-FFF2-40B4-BE49-F238E27FC236}">
                  <a16:creationId xmlns:a16="http://schemas.microsoft.com/office/drawing/2014/main" id="{39F94733-50A4-BE55-4BEB-3ABCE819C6FC}"/>
                </a:ext>
              </a:extLst>
            </p:cNvPr>
            <p:cNvSpPr/>
            <p:nvPr/>
          </p:nvSpPr>
          <p:spPr>
            <a:xfrm>
              <a:off x="2223821" y="2145248"/>
              <a:ext cx="54407" cy="55191"/>
            </a:xfrm>
            <a:prstGeom prst="rect">
              <a:avLst/>
            </a:prstGeom>
            <a:solidFill>
              <a:srgbClr val="170D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3" name="Input frame mosaic cell">
              <a:extLst>
                <a:ext uri="{FF2B5EF4-FFF2-40B4-BE49-F238E27FC236}">
                  <a16:creationId xmlns:a16="http://schemas.microsoft.com/office/drawing/2014/main" id="{58086BCD-4BAF-A9BB-894F-511FA2F6A20C}"/>
                </a:ext>
              </a:extLst>
            </p:cNvPr>
            <p:cNvSpPr/>
            <p:nvPr/>
          </p:nvSpPr>
          <p:spPr>
            <a:xfrm>
              <a:off x="2273656" y="2145248"/>
              <a:ext cx="54407" cy="55191"/>
            </a:xfrm>
            <a:prstGeom prst="rect">
              <a:avLst/>
            </a:prstGeom>
            <a:solidFill>
              <a:srgbClr val="1007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4" name="Input frame mosaic cell">
              <a:extLst>
                <a:ext uri="{FF2B5EF4-FFF2-40B4-BE49-F238E27FC236}">
                  <a16:creationId xmlns:a16="http://schemas.microsoft.com/office/drawing/2014/main" id="{3DACA67A-AC17-1423-810F-5F123417D209}"/>
                </a:ext>
              </a:extLst>
            </p:cNvPr>
            <p:cNvSpPr/>
            <p:nvPr/>
          </p:nvSpPr>
          <p:spPr>
            <a:xfrm>
              <a:off x="2323490" y="2145248"/>
              <a:ext cx="54407" cy="55191"/>
            </a:xfrm>
            <a:prstGeom prst="rect">
              <a:avLst/>
            </a:prstGeom>
            <a:solidFill>
              <a:srgbClr val="1006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5" name="Input frame mosaic cell">
              <a:extLst>
                <a:ext uri="{FF2B5EF4-FFF2-40B4-BE49-F238E27FC236}">
                  <a16:creationId xmlns:a16="http://schemas.microsoft.com/office/drawing/2014/main" id="{842732DE-676B-354F-A67F-026AF69982EB}"/>
                </a:ext>
              </a:extLst>
            </p:cNvPr>
            <p:cNvSpPr/>
            <p:nvPr/>
          </p:nvSpPr>
          <p:spPr>
            <a:xfrm>
              <a:off x="2373325" y="2145248"/>
              <a:ext cx="54407" cy="55191"/>
            </a:xfrm>
            <a:prstGeom prst="rect">
              <a:avLst/>
            </a:prstGeom>
            <a:solidFill>
              <a:srgbClr val="0302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6" name="Input frame mosaic cell">
              <a:extLst>
                <a:ext uri="{FF2B5EF4-FFF2-40B4-BE49-F238E27FC236}">
                  <a16:creationId xmlns:a16="http://schemas.microsoft.com/office/drawing/2014/main" id="{71AD3436-4FEC-82ED-F60F-EB31B4491B32}"/>
                </a:ext>
              </a:extLst>
            </p:cNvPr>
            <p:cNvSpPr/>
            <p:nvPr/>
          </p:nvSpPr>
          <p:spPr>
            <a:xfrm>
              <a:off x="429768" y="2195866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7" name="Input frame mosaic cell">
              <a:extLst>
                <a:ext uri="{FF2B5EF4-FFF2-40B4-BE49-F238E27FC236}">
                  <a16:creationId xmlns:a16="http://schemas.microsoft.com/office/drawing/2014/main" id="{D9B23741-0CA1-0D05-485B-CB4DAEE0C0C2}"/>
                </a:ext>
              </a:extLst>
            </p:cNvPr>
            <p:cNvSpPr/>
            <p:nvPr/>
          </p:nvSpPr>
          <p:spPr>
            <a:xfrm>
              <a:off x="479603" y="2195866"/>
              <a:ext cx="54407" cy="55191"/>
            </a:xfrm>
            <a:prstGeom prst="rect">
              <a:avLst/>
            </a:prstGeom>
            <a:solidFill>
              <a:srgbClr val="0C07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8" name="Input frame mosaic cell">
              <a:extLst>
                <a:ext uri="{FF2B5EF4-FFF2-40B4-BE49-F238E27FC236}">
                  <a16:creationId xmlns:a16="http://schemas.microsoft.com/office/drawing/2014/main" id="{CC7D6B65-7F37-766D-7EE1-185B84659154}"/>
                </a:ext>
              </a:extLst>
            </p:cNvPr>
            <p:cNvSpPr/>
            <p:nvPr/>
          </p:nvSpPr>
          <p:spPr>
            <a:xfrm>
              <a:off x="529438" y="2195866"/>
              <a:ext cx="54407" cy="55191"/>
            </a:xfrm>
            <a:prstGeom prst="rect">
              <a:avLst/>
            </a:prstGeom>
            <a:solidFill>
              <a:srgbClr val="150A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49" name="Input frame mosaic cell">
              <a:extLst>
                <a:ext uri="{FF2B5EF4-FFF2-40B4-BE49-F238E27FC236}">
                  <a16:creationId xmlns:a16="http://schemas.microsoft.com/office/drawing/2014/main" id="{37E733D9-BE3A-2390-12F5-A574D9078F2A}"/>
                </a:ext>
              </a:extLst>
            </p:cNvPr>
            <p:cNvSpPr/>
            <p:nvPr/>
          </p:nvSpPr>
          <p:spPr>
            <a:xfrm>
              <a:off x="579272" y="2195866"/>
              <a:ext cx="54407" cy="55191"/>
            </a:xfrm>
            <a:prstGeom prst="rect">
              <a:avLst/>
            </a:prstGeom>
            <a:solidFill>
              <a:srgbClr val="16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0" name="Input frame mosaic cell">
              <a:extLst>
                <a:ext uri="{FF2B5EF4-FFF2-40B4-BE49-F238E27FC236}">
                  <a16:creationId xmlns:a16="http://schemas.microsoft.com/office/drawing/2014/main" id="{9497D530-198B-32C1-7985-8FFDA6284644}"/>
                </a:ext>
              </a:extLst>
            </p:cNvPr>
            <p:cNvSpPr/>
            <p:nvPr/>
          </p:nvSpPr>
          <p:spPr>
            <a:xfrm>
              <a:off x="629107" y="2195866"/>
              <a:ext cx="54407" cy="55191"/>
            </a:xfrm>
            <a:prstGeom prst="rect">
              <a:avLst/>
            </a:prstGeom>
            <a:solidFill>
              <a:srgbClr val="160B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1" name="Input frame mosaic cell">
              <a:extLst>
                <a:ext uri="{FF2B5EF4-FFF2-40B4-BE49-F238E27FC236}">
                  <a16:creationId xmlns:a16="http://schemas.microsoft.com/office/drawing/2014/main" id="{E4F278F0-794B-FE6E-792B-5045C49E2886}"/>
                </a:ext>
              </a:extLst>
            </p:cNvPr>
            <p:cNvSpPr/>
            <p:nvPr/>
          </p:nvSpPr>
          <p:spPr>
            <a:xfrm>
              <a:off x="678942" y="2195866"/>
              <a:ext cx="54407" cy="55191"/>
            </a:xfrm>
            <a:prstGeom prst="rect">
              <a:avLst/>
            </a:prstGeom>
            <a:solidFill>
              <a:srgbClr val="17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2" name="Input frame mosaic cell">
              <a:extLst>
                <a:ext uri="{FF2B5EF4-FFF2-40B4-BE49-F238E27FC236}">
                  <a16:creationId xmlns:a16="http://schemas.microsoft.com/office/drawing/2014/main" id="{27DC14A0-06D4-43EA-B858-3682B1BC0CD1}"/>
                </a:ext>
              </a:extLst>
            </p:cNvPr>
            <p:cNvSpPr/>
            <p:nvPr/>
          </p:nvSpPr>
          <p:spPr>
            <a:xfrm>
              <a:off x="728777" y="2195866"/>
              <a:ext cx="54407" cy="55191"/>
            </a:xfrm>
            <a:prstGeom prst="rect">
              <a:avLst/>
            </a:prstGeom>
            <a:solidFill>
              <a:srgbClr val="180C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3" name="Input frame mosaic cell">
              <a:extLst>
                <a:ext uri="{FF2B5EF4-FFF2-40B4-BE49-F238E27FC236}">
                  <a16:creationId xmlns:a16="http://schemas.microsoft.com/office/drawing/2014/main" id="{0C27076C-F8D4-A2A3-A34F-80C07465CD8D}"/>
                </a:ext>
              </a:extLst>
            </p:cNvPr>
            <p:cNvSpPr/>
            <p:nvPr/>
          </p:nvSpPr>
          <p:spPr>
            <a:xfrm>
              <a:off x="778612" y="2195866"/>
              <a:ext cx="54407" cy="55191"/>
            </a:xfrm>
            <a:prstGeom prst="rect">
              <a:avLst/>
            </a:prstGeom>
            <a:solidFill>
              <a:srgbClr val="1A0E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4" name="Input frame mosaic cell">
              <a:extLst>
                <a:ext uri="{FF2B5EF4-FFF2-40B4-BE49-F238E27FC236}">
                  <a16:creationId xmlns:a16="http://schemas.microsoft.com/office/drawing/2014/main" id="{F19F8BAE-F2FC-1F2E-E94C-162B57D992D0}"/>
                </a:ext>
              </a:extLst>
            </p:cNvPr>
            <p:cNvSpPr/>
            <p:nvPr/>
          </p:nvSpPr>
          <p:spPr>
            <a:xfrm>
              <a:off x="828446" y="2195866"/>
              <a:ext cx="54407" cy="55191"/>
            </a:xfrm>
            <a:prstGeom prst="rect">
              <a:avLst/>
            </a:prstGeom>
            <a:solidFill>
              <a:srgbClr val="2419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5" name="Input frame mosaic cell">
              <a:extLst>
                <a:ext uri="{FF2B5EF4-FFF2-40B4-BE49-F238E27FC236}">
                  <a16:creationId xmlns:a16="http://schemas.microsoft.com/office/drawing/2014/main" id="{26E8E8F3-61A8-2C05-AD34-D7464CD20544}"/>
                </a:ext>
              </a:extLst>
            </p:cNvPr>
            <p:cNvSpPr/>
            <p:nvPr/>
          </p:nvSpPr>
          <p:spPr>
            <a:xfrm>
              <a:off x="878281" y="2195866"/>
              <a:ext cx="54407" cy="55191"/>
            </a:xfrm>
            <a:prstGeom prst="rect">
              <a:avLst/>
            </a:prstGeom>
            <a:solidFill>
              <a:srgbClr val="2015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6" name="Input frame mosaic cell">
              <a:extLst>
                <a:ext uri="{FF2B5EF4-FFF2-40B4-BE49-F238E27FC236}">
                  <a16:creationId xmlns:a16="http://schemas.microsoft.com/office/drawing/2014/main" id="{3C8A4FDF-DAA6-2B33-8B9D-4434311E097F}"/>
                </a:ext>
              </a:extLst>
            </p:cNvPr>
            <p:cNvSpPr/>
            <p:nvPr/>
          </p:nvSpPr>
          <p:spPr>
            <a:xfrm>
              <a:off x="928116" y="2195866"/>
              <a:ext cx="54407" cy="55191"/>
            </a:xfrm>
            <a:prstGeom prst="rect">
              <a:avLst/>
            </a:prstGeom>
            <a:solidFill>
              <a:srgbClr val="1B0E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7" name="Input frame mosaic cell">
              <a:extLst>
                <a:ext uri="{FF2B5EF4-FFF2-40B4-BE49-F238E27FC236}">
                  <a16:creationId xmlns:a16="http://schemas.microsoft.com/office/drawing/2014/main" id="{ACFBA7F2-A5FD-BB5E-A3AC-ED83117B253F}"/>
                </a:ext>
              </a:extLst>
            </p:cNvPr>
            <p:cNvSpPr/>
            <p:nvPr/>
          </p:nvSpPr>
          <p:spPr>
            <a:xfrm>
              <a:off x="977951" y="2195866"/>
              <a:ext cx="54407" cy="55191"/>
            </a:xfrm>
            <a:prstGeom prst="rect">
              <a:avLst/>
            </a:prstGeom>
            <a:solidFill>
              <a:srgbClr val="2412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8" name="Input frame mosaic cell">
              <a:extLst>
                <a:ext uri="{FF2B5EF4-FFF2-40B4-BE49-F238E27FC236}">
                  <a16:creationId xmlns:a16="http://schemas.microsoft.com/office/drawing/2014/main" id="{07CE8AEF-2EA9-2690-A6E8-98204599C503}"/>
                </a:ext>
              </a:extLst>
            </p:cNvPr>
            <p:cNvSpPr/>
            <p:nvPr/>
          </p:nvSpPr>
          <p:spPr>
            <a:xfrm>
              <a:off x="1027786" y="2195866"/>
              <a:ext cx="54407" cy="55191"/>
            </a:xfrm>
            <a:prstGeom prst="rect">
              <a:avLst/>
            </a:prstGeom>
            <a:solidFill>
              <a:srgbClr val="3D16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59" name="Input frame mosaic cell">
              <a:extLst>
                <a:ext uri="{FF2B5EF4-FFF2-40B4-BE49-F238E27FC236}">
                  <a16:creationId xmlns:a16="http://schemas.microsoft.com/office/drawing/2014/main" id="{02D1BC9D-A0FD-14CF-9341-22C01807FCB0}"/>
                </a:ext>
              </a:extLst>
            </p:cNvPr>
            <p:cNvSpPr/>
            <p:nvPr/>
          </p:nvSpPr>
          <p:spPr>
            <a:xfrm>
              <a:off x="1077620" y="2195866"/>
              <a:ext cx="54407" cy="55191"/>
            </a:xfrm>
            <a:prstGeom prst="rect">
              <a:avLst/>
            </a:prstGeom>
            <a:solidFill>
              <a:srgbClr val="5F1E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0" name="Input frame mosaic cell">
              <a:extLst>
                <a:ext uri="{FF2B5EF4-FFF2-40B4-BE49-F238E27FC236}">
                  <a16:creationId xmlns:a16="http://schemas.microsoft.com/office/drawing/2014/main" id="{6F967A26-1BAA-F785-966C-82C2280D908E}"/>
                </a:ext>
              </a:extLst>
            </p:cNvPr>
            <p:cNvSpPr/>
            <p:nvPr/>
          </p:nvSpPr>
          <p:spPr>
            <a:xfrm>
              <a:off x="1127455" y="2195866"/>
              <a:ext cx="54407" cy="55191"/>
            </a:xfrm>
            <a:prstGeom prst="rect">
              <a:avLst/>
            </a:prstGeom>
            <a:solidFill>
              <a:srgbClr val="802F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1" name="Input frame mosaic cell">
              <a:extLst>
                <a:ext uri="{FF2B5EF4-FFF2-40B4-BE49-F238E27FC236}">
                  <a16:creationId xmlns:a16="http://schemas.microsoft.com/office/drawing/2014/main" id="{F98BB099-8526-1BB7-A739-3038C9B6C50F}"/>
                </a:ext>
              </a:extLst>
            </p:cNvPr>
            <p:cNvSpPr/>
            <p:nvPr/>
          </p:nvSpPr>
          <p:spPr>
            <a:xfrm>
              <a:off x="1177290" y="2195866"/>
              <a:ext cx="54407" cy="55191"/>
            </a:xfrm>
            <a:prstGeom prst="rect">
              <a:avLst/>
            </a:prstGeom>
            <a:solidFill>
              <a:srgbClr val="9A3E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2" name="Input frame mosaic cell">
              <a:extLst>
                <a:ext uri="{FF2B5EF4-FFF2-40B4-BE49-F238E27FC236}">
                  <a16:creationId xmlns:a16="http://schemas.microsoft.com/office/drawing/2014/main" id="{3F4B6274-1794-CD7C-38BB-3E756B7241CB}"/>
                </a:ext>
              </a:extLst>
            </p:cNvPr>
            <p:cNvSpPr/>
            <p:nvPr/>
          </p:nvSpPr>
          <p:spPr>
            <a:xfrm>
              <a:off x="1227125" y="2195866"/>
              <a:ext cx="54407" cy="55191"/>
            </a:xfrm>
            <a:prstGeom prst="rect">
              <a:avLst/>
            </a:prstGeom>
            <a:solidFill>
              <a:srgbClr val="B352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3" name="Input frame mosaic cell">
              <a:extLst>
                <a:ext uri="{FF2B5EF4-FFF2-40B4-BE49-F238E27FC236}">
                  <a16:creationId xmlns:a16="http://schemas.microsoft.com/office/drawing/2014/main" id="{A648F64F-0BAD-C47C-7F6B-43F017CA0263}"/>
                </a:ext>
              </a:extLst>
            </p:cNvPr>
            <p:cNvSpPr/>
            <p:nvPr/>
          </p:nvSpPr>
          <p:spPr>
            <a:xfrm>
              <a:off x="1276960" y="2195866"/>
              <a:ext cx="54407" cy="55191"/>
            </a:xfrm>
            <a:prstGeom prst="rect">
              <a:avLst/>
            </a:prstGeom>
            <a:solidFill>
              <a:srgbClr val="B455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4" name="Input frame mosaic cell">
              <a:extLst>
                <a:ext uri="{FF2B5EF4-FFF2-40B4-BE49-F238E27FC236}">
                  <a16:creationId xmlns:a16="http://schemas.microsoft.com/office/drawing/2014/main" id="{44591E19-CF10-3F56-315C-D5A4110BDC2E}"/>
                </a:ext>
              </a:extLst>
            </p:cNvPr>
            <p:cNvSpPr/>
            <p:nvPr/>
          </p:nvSpPr>
          <p:spPr>
            <a:xfrm>
              <a:off x="1326794" y="2195866"/>
              <a:ext cx="54407" cy="55191"/>
            </a:xfrm>
            <a:prstGeom prst="rect">
              <a:avLst/>
            </a:prstGeom>
            <a:solidFill>
              <a:srgbClr val="8E38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5" name="Input frame mosaic cell">
              <a:extLst>
                <a:ext uri="{FF2B5EF4-FFF2-40B4-BE49-F238E27FC236}">
                  <a16:creationId xmlns:a16="http://schemas.microsoft.com/office/drawing/2014/main" id="{CA9E2176-2FD7-73F1-6484-1BF6F7246415}"/>
                </a:ext>
              </a:extLst>
            </p:cNvPr>
            <p:cNvSpPr/>
            <p:nvPr/>
          </p:nvSpPr>
          <p:spPr>
            <a:xfrm>
              <a:off x="1376629" y="2195866"/>
              <a:ext cx="54407" cy="55191"/>
            </a:xfrm>
            <a:prstGeom prst="rect">
              <a:avLst/>
            </a:prstGeom>
            <a:solidFill>
              <a:srgbClr val="561E1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6" name="Input frame mosaic cell">
              <a:extLst>
                <a:ext uri="{FF2B5EF4-FFF2-40B4-BE49-F238E27FC236}">
                  <a16:creationId xmlns:a16="http://schemas.microsoft.com/office/drawing/2014/main" id="{5A1353DD-AC96-B005-35EF-D49C169C8DD9}"/>
                </a:ext>
              </a:extLst>
            </p:cNvPr>
            <p:cNvSpPr/>
            <p:nvPr/>
          </p:nvSpPr>
          <p:spPr>
            <a:xfrm>
              <a:off x="1426464" y="2195866"/>
              <a:ext cx="54407" cy="55191"/>
            </a:xfrm>
            <a:prstGeom prst="rect">
              <a:avLst/>
            </a:prstGeom>
            <a:solidFill>
              <a:srgbClr val="4217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7" name="Input frame mosaic cell">
              <a:extLst>
                <a:ext uri="{FF2B5EF4-FFF2-40B4-BE49-F238E27FC236}">
                  <a16:creationId xmlns:a16="http://schemas.microsoft.com/office/drawing/2014/main" id="{0AD2ECE3-9268-EFA0-7C11-FD888D50CF25}"/>
                </a:ext>
              </a:extLst>
            </p:cNvPr>
            <p:cNvSpPr/>
            <p:nvPr/>
          </p:nvSpPr>
          <p:spPr>
            <a:xfrm>
              <a:off x="1476299" y="2195866"/>
              <a:ext cx="54407" cy="55191"/>
            </a:xfrm>
            <a:prstGeom prst="rect">
              <a:avLst/>
            </a:prstGeom>
            <a:solidFill>
              <a:srgbClr val="3313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8" name="Input frame mosaic cell">
              <a:extLst>
                <a:ext uri="{FF2B5EF4-FFF2-40B4-BE49-F238E27FC236}">
                  <a16:creationId xmlns:a16="http://schemas.microsoft.com/office/drawing/2014/main" id="{2FD63F2B-419B-48AB-E8EF-F227219D5E0B}"/>
                </a:ext>
              </a:extLst>
            </p:cNvPr>
            <p:cNvSpPr/>
            <p:nvPr/>
          </p:nvSpPr>
          <p:spPr>
            <a:xfrm>
              <a:off x="1526134" y="2195866"/>
              <a:ext cx="54407" cy="55191"/>
            </a:xfrm>
            <a:prstGeom prst="rect">
              <a:avLst/>
            </a:prstGeom>
            <a:solidFill>
              <a:srgbClr val="2910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69" name="Input frame mosaic cell">
              <a:extLst>
                <a:ext uri="{FF2B5EF4-FFF2-40B4-BE49-F238E27FC236}">
                  <a16:creationId xmlns:a16="http://schemas.microsoft.com/office/drawing/2014/main" id="{165EC7E4-E1BB-E8E6-E3CB-3C6877E4EF88}"/>
                </a:ext>
              </a:extLst>
            </p:cNvPr>
            <p:cNvSpPr/>
            <p:nvPr/>
          </p:nvSpPr>
          <p:spPr>
            <a:xfrm>
              <a:off x="1575968" y="2195866"/>
              <a:ext cx="54407" cy="55191"/>
            </a:xfrm>
            <a:prstGeom prst="rect">
              <a:avLst/>
            </a:prstGeom>
            <a:solidFill>
              <a:srgbClr val="220F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0" name="Input frame mosaic cell">
              <a:extLst>
                <a:ext uri="{FF2B5EF4-FFF2-40B4-BE49-F238E27FC236}">
                  <a16:creationId xmlns:a16="http://schemas.microsoft.com/office/drawing/2014/main" id="{72583E48-0B71-F7CF-AF06-99A3995FB39A}"/>
                </a:ext>
              </a:extLst>
            </p:cNvPr>
            <p:cNvSpPr/>
            <p:nvPr/>
          </p:nvSpPr>
          <p:spPr>
            <a:xfrm>
              <a:off x="1625803" y="2195866"/>
              <a:ext cx="54407" cy="55191"/>
            </a:xfrm>
            <a:prstGeom prst="rect">
              <a:avLst/>
            </a:prstGeom>
            <a:solidFill>
              <a:srgbClr val="2A181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1" name="Input frame mosaic cell">
              <a:extLst>
                <a:ext uri="{FF2B5EF4-FFF2-40B4-BE49-F238E27FC236}">
                  <a16:creationId xmlns:a16="http://schemas.microsoft.com/office/drawing/2014/main" id="{6B06CE6B-13A6-5EC7-54EC-F9DEB833907B}"/>
                </a:ext>
              </a:extLst>
            </p:cNvPr>
            <p:cNvSpPr/>
            <p:nvPr/>
          </p:nvSpPr>
          <p:spPr>
            <a:xfrm>
              <a:off x="1675638" y="2195866"/>
              <a:ext cx="54407" cy="55191"/>
            </a:xfrm>
            <a:prstGeom prst="rect">
              <a:avLst/>
            </a:prstGeom>
            <a:solidFill>
              <a:srgbClr val="301D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2" name="Input frame mosaic cell">
              <a:extLst>
                <a:ext uri="{FF2B5EF4-FFF2-40B4-BE49-F238E27FC236}">
                  <a16:creationId xmlns:a16="http://schemas.microsoft.com/office/drawing/2014/main" id="{97B055D0-9022-5BA4-0308-FDFE3F87296A}"/>
                </a:ext>
              </a:extLst>
            </p:cNvPr>
            <p:cNvSpPr/>
            <p:nvPr/>
          </p:nvSpPr>
          <p:spPr>
            <a:xfrm>
              <a:off x="1725473" y="2195866"/>
              <a:ext cx="54407" cy="55191"/>
            </a:xfrm>
            <a:prstGeom prst="rect">
              <a:avLst/>
            </a:prstGeom>
            <a:solidFill>
              <a:srgbClr val="2214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3" name="Input frame mosaic cell">
              <a:extLst>
                <a:ext uri="{FF2B5EF4-FFF2-40B4-BE49-F238E27FC236}">
                  <a16:creationId xmlns:a16="http://schemas.microsoft.com/office/drawing/2014/main" id="{960C75F5-B6F9-1824-2766-40A4A26F8026}"/>
                </a:ext>
              </a:extLst>
            </p:cNvPr>
            <p:cNvSpPr/>
            <p:nvPr/>
          </p:nvSpPr>
          <p:spPr>
            <a:xfrm>
              <a:off x="1775308" y="2195866"/>
              <a:ext cx="54407" cy="55191"/>
            </a:xfrm>
            <a:prstGeom prst="rect">
              <a:avLst/>
            </a:prstGeom>
            <a:solidFill>
              <a:srgbClr val="1B10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4" name="Input frame mosaic cell">
              <a:extLst>
                <a:ext uri="{FF2B5EF4-FFF2-40B4-BE49-F238E27FC236}">
                  <a16:creationId xmlns:a16="http://schemas.microsoft.com/office/drawing/2014/main" id="{6F327EEC-EDBC-2F95-2DAD-A21628B9ADE9}"/>
                </a:ext>
              </a:extLst>
            </p:cNvPr>
            <p:cNvSpPr/>
            <p:nvPr/>
          </p:nvSpPr>
          <p:spPr>
            <a:xfrm>
              <a:off x="1825142" y="2195866"/>
              <a:ext cx="54407" cy="55191"/>
            </a:xfrm>
            <a:prstGeom prst="rect">
              <a:avLst/>
            </a:prstGeom>
            <a:solidFill>
              <a:srgbClr val="1B10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5" name="Input frame mosaic cell">
              <a:extLst>
                <a:ext uri="{FF2B5EF4-FFF2-40B4-BE49-F238E27FC236}">
                  <a16:creationId xmlns:a16="http://schemas.microsoft.com/office/drawing/2014/main" id="{CCB8F79C-8FC5-18B0-8D42-DDF1F4BBF11A}"/>
                </a:ext>
              </a:extLst>
            </p:cNvPr>
            <p:cNvSpPr/>
            <p:nvPr/>
          </p:nvSpPr>
          <p:spPr>
            <a:xfrm>
              <a:off x="1874977" y="2195866"/>
              <a:ext cx="54407" cy="55191"/>
            </a:xfrm>
            <a:prstGeom prst="rect">
              <a:avLst/>
            </a:prstGeom>
            <a:solidFill>
              <a:srgbClr val="1A0F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6" name="Input frame mosaic cell">
              <a:extLst>
                <a:ext uri="{FF2B5EF4-FFF2-40B4-BE49-F238E27FC236}">
                  <a16:creationId xmlns:a16="http://schemas.microsoft.com/office/drawing/2014/main" id="{56AA7A78-2F59-3DB1-71D6-2F457E668CF0}"/>
                </a:ext>
              </a:extLst>
            </p:cNvPr>
            <p:cNvSpPr/>
            <p:nvPr/>
          </p:nvSpPr>
          <p:spPr>
            <a:xfrm>
              <a:off x="1924812" y="2195866"/>
              <a:ext cx="54407" cy="55191"/>
            </a:xfrm>
            <a:prstGeom prst="rect">
              <a:avLst/>
            </a:prstGeom>
            <a:solidFill>
              <a:srgbClr val="1C12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7" name="Input frame mosaic cell">
              <a:extLst>
                <a:ext uri="{FF2B5EF4-FFF2-40B4-BE49-F238E27FC236}">
                  <a16:creationId xmlns:a16="http://schemas.microsoft.com/office/drawing/2014/main" id="{8AEF77CC-7B52-20B6-3AC6-C2071805BE5F}"/>
                </a:ext>
              </a:extLst>
            </p:cNvPr>
            <p:cNvSpPr/>
            <p:nvPr/>
          </p:nvSpPr>
          <p:spPr>
            <a:xfrm>
              <a:off x="1974647" y="2195866"/>
              <a:ext cx="54407" cy="55191"/>
            </a:xfrm>
            <a:prstGeom prst="rect">
              <a:avLst/>
            </a:prstGeom>
            <a:solidFill>
              <a:srgbClr val="1D12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8" name="Input frame mosaic cell">
              <a:extLst>
                <a:ext uri="{FF2B5EF4-FFF2-40B4-BE49-F238E27FC236}">
                  <a16:creationId xmlns:a16="http://schemas.microsoft.com/office/drawing/2014/main" id="{F3C5C533-9F19-69DA-808F-9E0E48757D30}"/>
                </a:ext>
              </a:extLst>
            </p:cNvPr>
            <p:cNvSpPr/>
            <p:nvPr/>
          </p:nvSpPr>
          <p:spPr>
            <a:xfrm>
              <a:off x="2024482" y="2195866"/>
              <a:ext cx="54407" cy="55191"/>
            </a:xfrm>
            <a:prstGeom prst="rect">
              <a:avLst/>
            </a:prstGeom>
            <a:solidFill>
              <a:srgbClr val="241C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79" name="Input frame mosaic cell">
              <a:extLst>
                <a:ext uri="{FF2B5EF4-FFF2-40B4-BE49-F238E27FC236}">
                  <a16:creationId xmlns:a16="http://schemas.microsoft.com/office/drawing/2014/main" id="{6FD1B0E4-DAFD-F980-8B45-60A7B36C2484}"/>
                </a:ext>
              </a:extLst>
            </p:cNvPr>
            <p:cNvSpPr/>
            <p:nvPr/>
          </p:nvSpPr>
          <p:spPr>
            <a:xfrm>
              <a:off x="2074316" y="2195866"/>
              <a:ext cx="54407" cy="55191"/>
            </a:xfrm>
            <a:prstGeom prst="rect">
              <a:avLst/>
            </a:prstGeom>
            <a:solidFill>
              <a:srgbClr val="2A1F1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0" name="Input frame mosaic cell">
              <a:extLst>
                <a:ext uri="{FF2B5EF4-FFF2-40B4-BE49-F238E27FC236}">
                  <a16:creationId xmlns:a16="http://schemas.microsoft.com/office/drawing/2014/main" id="{57406F7B-D53D-3CC5-4BBD-0FF0897FDED1}"/>
                </a:ext>
              </a:extLst>
            </p:cNvPr>
            <p:cNvSpPr/>
            <p:nvPr/>
          </p:nvSpPr>
          <p:spPr>
            <a:xfrm>
              <a:off x="2124151" y="2195866"/>
              <a:ext cx="54407" cy="55191"/>
            </a:xfrm>
            <a:prstGeom prst="rect">
              <a:avLst/>
            </a:prstGeom>
            <a:solidFill>
              <a:srgbClr val="2318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1" name="Input frame mosaic cell">
              <a:extLst>
                <a:ext uri="{FF2B5EF4-FFF2-40B4-BE49-F238E27FC236}">
                  <a16:creationId xmlns:a16="http://schemas.microsoft.com/office/drawing/2014/main" id="{C2D48E2A-ED11-F543-D021-6220B75CF99D}"/>
                </a:ext>
              </a:extLst>
            </p:cNvPr>
            <p:cNvSpPr/>
            <p:nvPr/>
          </p:nvSpPr>
          <p:spPr>
            <a:xfrm>
              <a:off x="2173986" y="2195866"/>
              <a:ext cx="54407" cy="55191"/>
            </a:xfrm>
            <a:prstGeom prst="rect">
              <a:avLst/>
            </a:prstGeom>
            <a:solidFill>
              <a:srgbClr val="1F14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2" name="Input frame mosaic cell">
              <a:extLst>
                <a:ext uri="{FF2B5EF4-FFF2-40B4-BE49-F238E27FC236}">
                  <a16:creationId xmlns:a16="http://schemas.microsoft.com/office/drawing/2014/main" id="{958F994F-B65E-F065-62D7-F0AB4F5EA517}"/>
                </a:ext>
              </a:extLst>
            </p:cNvPr>
            <p:cNvSpPr/>
            <p:nvPr/>
          </p:nvSpPr>
          <p:spPr>
            <a:xfrm>
              <a:off x="2223821" y="2195866"/>
              <a:ext cx="54407" cy="55191"/>
            </a:xfrm>
            <a:prstGeom prst="rect">
              <a:avLst/>
            </a:prstGeom>
            <a:solidFill>
              <a:srgbClr val="1C11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3" name="Input frame mosaic cell">
              <a:extLst>
                <a:ext uri="{FF2B5EF4-FFF2-40B4-BE49-F238E27FC236}">
                  <a16:creationId xmlns:a16="http://schemas.microsoft.com/office/drawing/2014/main" id="{A9C3EC75-C204-CB53-D4B3-236A212D661B}"/>
                </a:ext>
              </a:extLst>
            </p:cNvPr>
            <p:cNvSpPr/>
            <p:nvPr/>
          </p:nvSpPr>
          <p:spPr>
            <a:xfrm>
              <a:off x="2273656" y="2195866"/>
              <a:ext cx="54407" cy="55191"/>
            </a:xfrm>
            <a:prstGeom prst="rect">
              <a:avLst/>
            </a:prstGeom>
            <a:solidFill>
              <a:srgbClr val="1208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4" name="Input frame mosaic cell">
              <a:extLst>
                <a:ext uri="{FF2B5EF4-FFF2-40B4-BE49-F238E27FC236}">
                  <a16:creationId xmlns:a16="http://schemas.microsoft.com/office/drawing/2014/main" id="{8EA4632F-1CAF-4B9F-EFA1-31C2A8EEFA69}"/>
                </a:ext>
              </a:extLst>
            </p:cNvPr>
            <p:cNvSpPr/>
            <p:nvPr/>
          </p:nvSpPr>
          <p:spPr>
            <a:xfrm>
              <a:off x="2323490" y="2195866"/>
              <a:ext cx="54407" cy="55191"/>
            </a:xfrm>
            <a:prstGeom prst="rect">
              <a:avLst/>
            </a:prstGeom>
            <a:solidFill>
              <a:srgbClr val="1208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5" name="Input frame mosaic cell">
              <a:extLst>
                <a:ext uri="{FF2B5EF4-FFF2-40B4-BE49-F238E27FC236}">
                  <a16:creationId xmlns:a16="http://schemas.microsoft.com/office/drawing/2014/main" id="{C1944978-E085-235E-D3BC-3B58EC2C050F}"/>
                </a:ext>
              </a:extLst>
            </p:cNvPr>
            <p:cNvSpPr/>
            <p:nvPr/>
          </p:nvSpPr>
          <p:spPr>
            <a:xfrm>
              <a:off x="2373325" y="2195866"/>
              <a:ext cx="54407" cy="55191"/>
            </a:xfrm>
            <a:prstGeom prst="rect">
              <a:avLst/>
            </a:prstGeom>
            <a:solidFill>
              <a:srgbClr val="0704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6" name="Input frame mosaic cell">
              <a:extLst>
                <a:ext uri="{FF2B5EF4-FFF2-40B4-BE49-F238E27FC236}">
                  <a16:creationId xmlns:a16="http://schemas.microsoft.com/office/drawing/2014/main" id="{BBA59D52-9C43-74FB-FDCE-8D9CD4EED5B0}"/>
                </a:ext>
              </a:extLst>
            </p:cNvPr>
            <p:cNvSpPr/>
            <p:nvPr/>
          </p:nvSpPr>
          <p:spPr>
            <a:xfrm>
              <a:off x="429768" y="2246485"/>
              <a:ext cx="54407" cy="55191"/>
            </a:xfrm>
            <a:prstGeom prst="rect">
              <a:avLst/>
            </a:prstGeom>
            <a:solidFill>
              <a:srgbClr val="0203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7" name="Input frame mosaic cell">
              <a:extLst>
                <a:ext uri="{FF2B5EF4-FFF2-40B4-BE49-F238E27FC236}">
                  <a16:creationId xmlns:a16="http://schemas.microsoft.com/office/drawing/2014/main" id="{C804AEF9-BD88-0384-B3DA-2D2F4592A3C8}"/>
                </a:ext>
              </a:extLst>
            </p:cNvPr>
            <p:cNvSpPr/>
            <p:nvPr/>
          </p:nvSpPr>
          <p:spPr>
            <a:xfrm>
              <a:off x="479603" y="2246485"/>
              <a:ext cx="54407" cy="55191"/>
            </a:xfrm>
            <a:prstGeom prst="rect">
              <a:avLst/>
            </a:prstGeom>
            <a:solidFill>
              <a:srgbClr val="1109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8" name="Input frame mosaic cell">
              <a:extLst>
                <a:ext uri="{FF2B5EF4-FFF2-40B4-BE49-F238E27FC236}">
                  <a16:creationId xmlns:a16="http://schemas.microsoft.com/office/drawing/2014/main" id="{1E7F7590-EA28-BB0B-779C-221513FD8D5E}"/>
                </a:ext>
              </a:extLst>
            </p:cNvPr>
            <p:cNvSpPr/>
            <p:nvPr/>
          </p:nvSpPr>
          <p:spPr>
            <a:xfrm>
              <a:off x="529438" y="2246485"/>
              <a:ext cx="54407" cy="55191"/>
            </a:xfrm>
            <a:prstGeom prst="rect">
              <a:avLst/>
            </a:prstGeom>
            <a:solidFill>
              <a:srgbClr val="1509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89" name="Input frame mosaic cell">
              <a:extLst>
                <a:ext uri="{FF2B5EF4-FFF2-40B4-BE49-F238E27FC236}">
                  <a16:creationId xmlns:a16="http://schemas.microsoft.com/office/drawing/2014/main" id="{C9B12F4A-582A-DB56-FFA7-5BBBB08452EF}"/>
                </a:ext>
              </a:extLst>
            </p:cNvPr>
            <p:cNvSpPr/>
            <p:nvPr/>
          </p:nvSpPr>
          <p:spPr>
            <a:xfrm>
              <a:off x="579272" y="2246485"/>
              <a:ext cx="54407" cy="55191"/>
            </a:xfrm>
            <a:prstGeom prst="rect">
              <a:avLst/>
            </a:prstGeom>
            <a:solidFill>
              <a:srgbClr val="1509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0" name="Input frame mosaic cell">
              <a:extLst>
                <a:ext uri="{FF2B5EF4-FFF2-40B4-BE49-F238E27FC236}">
                  <a16:creationId xmlns:a16="http://schemas.microsoft.com/office/drawing/2014/main" id="{F062F4E1-03B8-E130-E93C-EFE026071703}"/>
                </a:ext>
              </a:extLst>
            </p:cNvPr>
            <p:cNvSpPr/>
            <p:nvPr/>
          </p:nvSpPr>
          <p:spPr>
            <a:xfrm>
              <a:off x="629107" y="2246485"/>
              <a:ext cx="54407" cy="55191"/>
            </a:xfrm>
            <a:prstGeom prst="rect">
              <a:avLst/>
            </a:prstGeom>
            <a:solidFill>
              <a:srgbClr val="17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1" name="Input frame mosaic cell">
              <a:extLst>
                <a:ext uri="{FF2B5EF4-FFF2-40B4-BE49-F238E27FC236}">
                  <a16:creationId xmlns:a16="http://schemas.microsoft.com/office/drawing/2014/main" id="{C5C8BF05-A1B4-E651-5A4F-8AACBB004D43}"/>
                </a:ext>
              </a:extLst>
            </p:cNvPr>
            <p:cNvSpPr/>
            <p:nvPr/>
          </p:nvSpPr>
          <p:spPr>
            <a:xfrm>
              <a:off x="678942" y="2246485"/>
              <a:ext cx="54407" cy="55191"/>
            </a:xfrm>
            <a:prstGeom prst="rect">
              <a:avLst/>
            </a:prstGeom>
            <a:solidFill>
              <a:srgbClr val="180D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2" name="Input frame mosaic cell">
              <a:extLst>
                <a:ext uri="{FF2B5EF4-FFF2-40B4-BE49-F238E27FC236}">
                  <a16:creationId xmlns:a16="http://schemas.microsoft.com/office/drawing/2014/main" id="{8FDC3786-2729-5A11-B77C-4E45911CAD74}"/>
                </a:ext>
              </a:extLst>
            </p:cNvPr>
            <p:cNvSpPr/>
            <p:nvPr/>
          </p:nvSpPr>
          <p:spPr>
            <a:xfrm>
              <a:off x="728777" y="2246485"/>
              <a:ext cx="54407" cy="55191"/>
            </a:xfrm>
            <a:prstGeom prst="rect">
              <a:avLst/>
            </a:prstGeom>
            <a:solidFill>
              <a:srgbClr val="190D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3" name="Input frame mosaic cell">
              <a:extLst>
                <a:ext uri="{FF2B5EF4-FFF2-40B4-BE49-F238E27FC236}">
                  <a16:creationId xmlns:a16="http://schemas.microsoft.com/office/drawing/2014/main" id="{B14D8123-E9B7-5C6F-B70B-DDF1ECB5805F}"/>
                </a:ext>
              </a:extLst>
            </p:cNvPr>
            <p:cNvSpPr/>
            <p:nvPr/>
          </p:nvSpPr>
          <p:spPr>
            <a:xfrm>
              <a:off x="778612" y="2246485"/>
              <a:ext cx="54407" cy="55191"/>
            </a:xfrm>
            <a:prstGeom prst="rect">
              <a:avLst/>
            </a:prstGeom>
            <a:solidFill>
              <a:srgbClr val="190D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4" name="Input frame mosaic cell">
              <a:extLst>
                <a:ext uri="{FF2B5EF4-FFF2-40B4-BE49-F238E27FC236}">
                  <a16:creationId xmlns:a16="http://schemas.microsoft.com/office/drawing/2014/main" id="{3176914B-9F0F-3599-B806-669F47B59176}"/>
                </a:ext>
              </a:extLst>
            </p:cNvPr>
            <p:cNvSpPr/>
            <p:nvPr/>
          </p:nvSpPr>
          <p:spPr>
            <a:xfrm>
              <a:off x="828446" y="2246485"/>
              <a:ext cx="54407" cy="55191"/>
            </a:xfrm>
            <a:prstGeom prst="rect">
              <a:avLst/>
            </a:prstGeom>
            <a:solidFill>
              <a:srgbClr val="1A0F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5" name="Input frame mosaic cell">
              <a:extLst>
                <a:ext uri="{FF2B5EF4-FFF2-40B4-BE49-F238E27FC236}">
                  <a16:creationId xmlns:a16="http://schemas.microsoft.com/office/drawing/2014/main" id="{28E5D014-A542-25D1-65AB-281D40B2DABE}"/>
                </a:ext>
              </a:extLst>
            </p:cNvPr>
            <p:cNvSpPr/>
            <p:nvPr/>
          </p:nvSpPr>
          <p:spPr>
            <a:xfrm>
              <a:off x="878281" y="2246485"/>
              <a:ext cx="54407" cy="55191"/>
            </a:xfrm>
            <a:prstGeom prst="rect">
              <a:avLst/>
            </a:prstGeom>
            <a:solidFill>
              <a:srgbClr val="1A0F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6" name="Input frame mosaic cell">
              <a:extLst>
                <a:ext uri="{FF2B5EF4-FFF2-40B4-BE49-F238E27FC236}">
                  <a16:creationId xmlns:a16="http://schemas.microsoft.com/office/drawing/2014/main" id="{3E12A2D8-FD56-5823-1823-EC0CD9BFBDE9}"/>
                </a:ext>
              </a:extLst>
            </p:cNvPr>
            <p:cNvSpPr/>
            <p:nvPr/>
          </p:nvSpPr>
          <p:spPr>
            <a:xfrm>
              <a:off x="928116" y="2246485"/>
              <a:ext cx="54407" cy="55191"/>
            </a:xfrm>
            <a:prstGeom prst="rect">
              <a:avLst/>
            </a:prstGeom>
            <a:solidFill>
              <a:srgbClr val="1D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7" name="Input frame mosaic cell">
              <a:extLst>
                <a:ext uri="{FF2B5EF4-FFF2-40B4-BE49-F238E27FC236}">
                  <a16:creationId xmlns:a16="http://schemas.microsoft.com/office/drawing/2014/main" id="{32F639AE-DB35-A936-134E-F3EF5A75C282}"/>
                </a:ext>
              </a:extLst>
            </p:cNvPr>
            <p:cNvSpPr/>
            <p:nvPr/>
          </p:nvSpPr>
          <p:spPr>
            <a:xfrm>
              <a:off x="977951" y="2246485"/>
              <a:ext cx="54407" cy="55191"/>
            </a:xfrm>
            <a:prstGeom prst="rect">
              <a:avLst/>
            </a:prstGeom>
            <a:solidFill>
              <a:srgbClr val="2C1A1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8" name="Input frame mosaic cell">
              <a:extLst>
                <a:ext uri="{FF2B5EF4-FFF2-40B4-BE49-F238E27FC236}">
                  <a16:creationId xmlns:a16="http://schemas.microsoft.com/office/drawing/2014/main" id="{3AA013FE-E587-9D65-1ED2-E2D8AFE591E2}"/>
                </a:ext>
              </a:extLst>
            </p:cNvPr>
            <p:cNvSpPr/>
            <p:nvPr/>
          </p:nvSpPr>
          <p:spPr>
            <a:xfrm>
              <a:off x="1027786" y="2246485"/>
              <a:ext cx="54407" cy="55191"/>
            </a:xfrm>
            <a:prstGeom prst="rect">
              <a:avLst/>
            </a:prstGeom>
            <a:solidFill>
              <a:srgbClr val="391C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399" name="Input frame mosaic cell">
              <a:extLst>
                <a:ext uri="{FF2B5EF4-FFF2-40B4-BE49-F238E27FC236}">
                  <a16:creationId xmlns:a16="http://schemas.microsoft.com/office/drawing/2014/main" id="{F2F231C5-BAB2-2D89-3067-18612DB74EBF}"/>
                </a:ext>
              </a:extLst>
            </p:cNvPr>
            <p:cNvSpPr/>
            <p:nvPr/>
          </p:nvSpPr>
          <p:spPr>
            <a:xfrm>
              <a:off x="1077620" y="2246485"/>
              <a:ext cx="54407" cy="55191"/>
            </a:xfrm>
            <a:prstGeom prst="rect">
              <a:avLst/>
            </a:prstGeom>
            <a:solidFill>
              <a:srgbClr val="622A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0" name="Input frame mosaic cell">
              <a:extLst>
                <a:ext uri="{FF2B5EF4-FFF2-40B4-BE49-F238E27FC236}">
                  <a16:creationId xmlns:a16="http://schemas.microsoft.com/office/drawing/2014/main" id="{C33AC048-17D9-018A-0E3E-9A0E4BD90C66}"/>
                </a:ext>
              </a:extLst>
            </p:cNvPr>
            <p:cNvSpPr/>
            <p:nvPr/>
          </p:nvSpPr>
          <p:spPr>
            <a:xfrm>
              <a:off x="1127455" y="2246485"/>
              <a:ext cx="54407" cy="55191"/>
            </a:xfrm>
            <a:prstGeom prst="rect">
              <a:avLst/>
            </a:prstGeom>
            <a:solidFill>
              <a:srgbClr val="883E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1" name="Input frame mosaic cell">
              <a:extLst>
                <a:ext uri="{FF2B5EF4-FFF2-40B4-BE49-F238E27FC236}">
                  <a16:creationId xmlns:a16="http://schemas.microsoft.com/office/drawing/2014/main" id="{045A2EF4-A962-D0CE-EBA5-235C07DF7C42}"/>
                </a:ext>
              </a:extLst>
            </p:cNvPr>
            <p:cNvSpPr/>
            <p:nvPr/>
          </p:nvSpPr>
          <p:spPr>
            <a:xfrm>
              <a:off x="1177290" y="2246485"/>
              <a:ext cx="54407" cy="55191"/>
            </a:xfrm>
            <a:prstGeom prst="rect">
              <a:avLst/>
            </a:prstGeom>
            <a:solidFill>
              <a:srgbClr val="9D43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2" name="Input frame mosaic cell">
              <a:extLst>
                <a:ext uri="{FF2B5EF4-FFF2-40B4-BE49-F238E27FC236}">
                  <a16:creationId xmlns:a16="http://schemas.microsoft.com/office/drawing/2014/main" id="{572BB156-EDD1-D918-6918-56124FC03D3D}"/>
                </a:ext>
              </a:extLst>
            </p:cNvPr>
            <p:cNvSpPr/>
            <p:nvPr/>
          </p:nvSpPr>
          <p:spPr>
            <a:xfrm>
              <a:off x="1227125" y="2246485"/>
              <a:ext cx="54407" cy="55191"/>
            </a:xfrm>
            <a:prstGeom prst="rect">
              <a:avLst/>
            </a:prstGeom>
            <a:solidFill>
              <a:srgbClr val="AC4B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3" name="Input frame mosaic cell">
              <a:extLst>
                <a:ext uri="{FF2B5EF4-FFF2-40B4-BE49-F238E27FC236}">
                  <a16:creationId xmlns:a16="http://schemas.microsoft.com/office/drawing/2014/main" id="{DB9A1325-6D25-7CFB-7AB9-DA7FA71B6596}"/>
                </a:ext>
              </a:extLst>
            </p:cNvPr>
            <p:cNvSpPr/>
            <p:nvPr/>
          </p:nvSpPr>
          <p:spPr>
            <a:xfrm>
              <a:off x="1276960" y="2246485"/>
              <a:ext cx="54407" cy="55191"/>
            </a:xfrm>
            <a:prstGeom prst="rect">
              <a:avLst/>
            </a:prstGeom>
            <a:solidFill>
              <a:srgbClr val="B354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4" name="Input frame mosaic cell">
              <a:extLst>
                <a:ext uri="{FF2B5EF4-FFF2-40B4-BE49-F238E27FC236}">
                  <a16:creationId xmlns:a16="http://schemas.microsoft.com/office/drawing/2014/main" id="{497AE709-AFEF-5678-FE97-587E310848CE}"/>
                </a:ext>
              </a:extLst>
            </p:cNvPr>
            <p:cNvSpPr/>
            <p:nvPr/>
          </p:nvSpPr>
          <p:spPr>
            <a:xfrm>
              <a:off x="1326794" y="2246485"/>
              <a:ext cx="54407" cy="55191"/>
            </a:xfrm>
            <a:prstGeom prst="rect">
              <a:avLst/>
            </a:prstGeom>
            <a:solidFill>
              <a:srgbClr val="923D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5" name="Input frame mosaic cell">
              <a:extLst>
                <a:ext uri="{FF2B5EF4-FFF2-40B4-BE49-F238E27FC236}">
                  <a16:creationId xmlns:a16="http://schemas.microsoft.com/office/drawing/2014/main" id="{291CD04A-B2AD-F362-8F48-DC3702E78B66}"/>
                </a:ext>
              </a:extLst>
            </p:cNvPr>
            <p:cNvSpPr/>
            <p:nvPr/>
          </p:nvSpPr>
          <p:spPr>
            <a:xfrm>
              <a:off x="1376629" y="2246485"/>
              <a:ext cx="54407" cy="55191"/>
            </a:xfrm>
            <a:prstGeom prst="rect">
              <a:avLst/>
            </a:prstGeom>
            <a:solidFill>
              <a:srgbClr val="5920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6" name="Input frame mosaic cell">
              <a:extLst>
                <a:ext uri="{FF2B5EF4-FFF2-40B4-BE49-F238E27FC236}">
                  <a16:creationId xmlns:a16="http://schemas.microsoft.com/office/drawing/2014/main" id="{0F77D316-D750-95C1-623E-F3ED5A5F3843}"/>
                </a:ext>
              </a:extLst>
            </p:cNvPr>
            <p:cNvSpPr/>
            <p:nvPr/>
          </p:nvSpPr>
          <p:spPr>
            <a:xfrm>
              <a:off x="1426464" y="2246485"/>
              <a:ext cx="54407" cy="55191"/>
            </a:xfrm>
            <a:prstGeom prst="rect">
              <a:avLst/>
            </a:prstGeom>
            <a:solidFill>
              <a:srgbClr val="4116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7" name="Input frame mosaic cell">
              <a:extLst>
                <a:ext uri="{FF2B5EF4-FFF2-40B4-BE49-F238E27FC236}">
                  <a16:creationId xmlns:a16="http://schemas.microsoft.com/office/drawing/2014/main" id="{C5481774-A0E0-FEA1-CFD1-6D3C0AF06F23}"/>
                </a:ext>
              </a:extLst>
            </p:cNvPr>
            <p:cNvSpPr/>
            <p:nvPr/>
          </p:nvSpPr>
          <p:spPr>
            <a:xfrm>
              <a:off x="1476299" y="2246485"/>
              <a:ext cx="54407" cy="55191"/>
            </a:xfrm>
            <a:prstGeom prst="rect">
              <a:avLst/>
            </a:prstGeom>
            <a:solidFill>
              <a:srgbClr val="3313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8" name="Input frame mosaic cell">
              <a:extLst>
                <a:ext uri="{FF2B5EF4-FFF2-40B4-BE49-F238E27FC236}">
                  <a16:creationId xmlns:a16="http://schemas.microsoft.com/office/drawing/2014/main" id="{24EEE9CC-E077-A53B-7FB7-F24C33946435}"/>
                </a:ext>
              </a:extLst>
            </p:cNvPr>
            <p:cNvSpPr/>
            <p:nvPr/>
          </p:nvSpPr>
          <p:spPr>
            <a:xfrm>
              <a:off x="1526134" y="2246485"/>
              <a:ext cx="54407" cy="55191"/>
            </a:xfrm>
            <a:prstGeom prst="rect">
              <a:avLst/>
            </a:prstGeom>
            <a:solidFill>
              <a:srgbClr val="2D13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09" name="Input frame mosaic cell">
              <a:extLst>
                <a:ext uri="{FF2B5EF4-FFF2-40B4-BE49-F238E27FC236}">
                  <a16:creationId xmlns:a16="http://schemas.microsoft.com/office/drawing/2014/main" id="{57DBFC5B-0DAF-C182-34D2-EB9A54418757}"/>
                </a:ext>
              </a:extLst>
            </p:cNvPr>
            <p:cNvSpPr/>
            <p:nvPr/>
          </p:nvSpPr>
          <p:spPr>
            <a:xfrm>
              <a:off x="1575968" y="2246485"/>
              <a:ext cx="54407" cy="55191"/>
            </a:xfrm>
            <a:prstGeom prst="rect">
              <a:avLst/>
            </a:prstGeom>
            <a:solidFill>
              <a:srgbClr val="2914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0" name="Input frame mosaic cell">
              <a:extLst>
                <a:ext uri="{FF2B5EF4-FFF2-40B4-BE49-F238E27FC236}">
                  <a16:creationId xmlns:a16="http://schemas.microsoft.com/office/drawing/2014/main" id="{C1D2B52F-4E7A-D788-9DE1-BC5E3970195E}"/>
                </a:ext>
              </a:extLst>
            </p:cNvPr>
            <p:cNvSpPr/>
            <p:nvPr/>
          </p:nvSpPr>
          <p:spPr>
            <a:xfrm>
              <a:off x="1625803" y="2246485"/>
              <a:ext cx="54407" cy="55191"/>
            </a:xfrm>
            <a:prstGeom prst="rect">
              <a:avLst/>
            </a:prstGeom>
            <a:solidFill>
              <a:srgbClr val="2E17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1" name="Input frame mosaic cell">
              <a:extLst>
                <a:ext uri="{FF2B5EF4-FFF2-40B4-BE49-F238E27FC236}">
                  <a16:creationId xmlns:a16="http://schemas.microsoft.com/office/drawing/2014/main" id="{C349FB6F-769D-3C64-27D6-4A913EB2704E}"/>
                </a:ext>
              </a:extLst>
            </p:cNvPr>
            <p:cNvSpPr/>
            <p:nvPr/>
          </p:nvSpPr>
          <p:spPr>
            <a:xfrm>
              <a:off x="1675638" y="2246485"/>
              <a:ext cx="54407" cy="55191"/>
            </a:xfrm>
            <a:prstGeom prst="rect">
              <a:avLst/>
            </a:prstGeom>
            <a:solidFill>
              <a:srgbClr val="33191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2" name="Input frame mosaic cell">
              <a:extLst>
                <a:ext uri="{FF2B5EF4-FFF2-40B4-BE49-F238E27FC236}">
                  <a16:creationId xmlns:a16="http://schemas.microsoft.com/office/drawing/2014/main" id="{CE52EF3F-2AC0-7773-7960-0BE42E55C2D5}"/>
                </a:ext>
              </a:extLst>
            </p:cNvPr>
            <p:cNvSpPr/>
            <p:nvPr/>
          </p:nvSpPr>
          <p:spPr>
            <a:xfrm>
              <a:off x="1725473" y="2246485"/>
              <a:ext cx="54407" cy="55191"/>
            </a:xfrm>
            <a:prstGeom prst="rect">
              <a:avLst/>
            </a:prstGeom>
            <a:solidFill>
              <a:srgbClr val="2814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3" name="Input frame mosaic cell">
              <a:extLst>
                <a:ext uri="{FF2B5EF4-FFF2-40B4-BE49-F238E27FC236}">
                  <a16:creationId xmlns:a16="http://schemas.microsoft.com/office/drawing/2014/main" id="{DFC5774E-B887-F71D-012D-28D5C2FE9220}"/>
                </a:ext>
              </a:extLst>
            </p:cNvPr>
            <p:cNvSpPr/>
            <p:nvPr/>
          </p:nvSpPr>
          <p:spPr>
            <a:xfrm>
              <a:off x="1775308" y="2246485"/>
              <a:ext cx="54407" cy="55191"/>
            </a:xfrm>
            <a:prstGeom prst="rect">
              <a:avLst/>
            </a:prstGeom>
            <a:solidFill>
              <a:srgbClr val="1E11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4" name="Input frame mosaic cell">
              <a:extLst>
                <a:ext uri="{FF2B5EF4-FFF2-40B4-BE49-F238E27FC236}">
                  <a16:creationId xmlns:a16="http://schemas.microsoft.com/office/drawing/2014/main" id="{0F6C010E-5B15-CA32-AEE7-60C25AB2829F}"/>
                </a:ext>
              </a:extLst>
            </p:cNvPr>
            <p:cNvSpPr/>
            <p:nvPr/>
          </p:nvSpPr>
          <p:spPr>
            <a:xfrm>
              <a:off x="1825142" y="2246485"/>
              <a:ext cx="54407" cy="55191"/>
            </a:xfrm>
            <a:prstGeom prst="rect">
              <a:avLst/>
            </a:prstGeom>
            <a:solidFill>
              <a:srgbClr val="1E12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5" name="Input frame mosaic cell">
              <a:extLst>
                <a:ext uri="{FF2B5EF4-FFF2-40B4-BE49-F238E27FC236}">
                  <a16:creationId xmlns:a16="http://schemas.microsoft.com/office/drawing/2014/main" id="{252FAD29-18FC-DDD8-722F-3512C8CE032A}"/>
                </a:ext>
              </a:extLst>
            </p:cNvPr>
            <p:cNvSpPr/>
            <p:nvPr/>
          </p:nvSpPr>
          <p:spPr>
            <a:xfrm>
              <a:off x="1874977" y="2246485"/>
              <a:ext cx="54407" cy="55191"/>
            </a:xfrm>
            <a:prstGeom prst="rect">
              <a:avLst/>
            </a:prstGeom>
            <a:solidFill>
              <a:srgbClr val="2015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6" name="Input frame mosaic cell">
              <a:extLst>
                <a:ext uri="{FF2B5EF4-FFF2-40B4-BE49-F238E27FC236}">
                  <a16:creationId xmlns:a16="http://schemas.microsoft.com/office/drawing/2014/main" id="{401ACB62-AFA8-49D2-11F4-0ADD880BFED8}"/>
                </a:ext>
              </a:extLst>
            </p:cNvPr>
            <p:cNvSpPr/>
            <p:nvPr/>
          </p:nvSpPr>
          <p:spPr>
            <a:xfrm>
              <a:off x="1924812" y="2246485"/>
              <a:ext cx="54407" cy="55191"/>
            </a:xfrm>
            <a:prstGeom prst="rect">
              <a:avLst/>
            </a:prstGeom>
            <a:solidFill>
              <a:srgbClr val="1B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7" name="Input frame mosaic cell">
              <a:extLst>
                <a:ext uri="{FF2B5EF4-FFF2-40B4-BE49-F238E27FC236}">
                  <a16:creationId xmlns:a16="http://schemas.microsoft.com/office/drawing/2014/main" id="{D2F3B8FA-DCFE-2C94-B97C-D7EB7CF06659}"/>
                </a:ext>
              </a:extLst>
            </p:cNvPr>
            <p:cNvSpPr/>
            <p:nvPr/>
          </p:nvSpPr>
          <p:spPr>
            <a:xfrm>
              <a:off x="1974647" y="2246485"/>
              <a:ext cx="54407" cy="55191"/>
            </a:xfrm>
            <a:prstGeom prst="rect">
              <a:avLst/>
            </a:prstGeom>
            <a:solidFill>
              <a:srgbClr val="1D13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8" name="Input frame mosaic cell">
              <a:extLst>
                <a:ext uri="{FF2B5EF4-FFF2-40B4-BE49-F238E27FC236}">
                  <a16:creationId xmlns:a16="http://schemas.microsoft.com/office/drawing/2014/main" id="{2D054BDE-C0D1-B8B5-90DF-40F61EE570AF}"/>
                </a:ext>
              </a:extLst>
            </p:cNvPr>
            <p:cNvSpPr/>
            <p:nvPr/>
          </p:nvSpPr>
          <p:spPr>
            <a:xfrm>
              <a:off x="2024482" y="2246485"/>
              <a:ext cx="54407" cy="55191"/>
            </a:xfrm>
            <a:prstGeom prst="rect">
              <a:avLst/>
            </a:prstGeom>
            <a:solidFill>
              <a:srgbClr val="3126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19" name="Input frame mosaic cell">
              <a:extLst>
                <a:ext uri="{FF2B5EF4-FFF2-40B4-BE49-F238E27FC236}">
                  <a16:creationId xmlns:a16="http://schemas.microsoft.com/office/drawing/2014/main" id="{820E1E74-5423-94EA-836D-F175D5007E6B}"/>
                </a:ext>
              </a:extLst>
            </p:cNvPr>
            <p:cNvSpPr/>
            <p:nvPr/>
          </p:nvSpPr>
          <p:spPr>
            <a:xfrm>
              <a:off x="2074316" y="2246485"/>
              <a:ext cx="54407" cy="55191"/>
            </a:xfrm>
            <a:prstGeom prst="rect">
              <a:avLst/>
            </a:prstGeom>
            <a:solidFill>
              <a:srgbClr val="352A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0" name="Input frame mosaic cell">
              <a:extLst>
                <a:ext uri="{FF2B5EF4-FFF2-40B4-BE49-F238E27FC236}">
                  <a16:creationId xmlns:a16="http://schemas.microsoft.com/office/drawing/2014/main" id="{653C9EA6-1573-CCF3-4769-61C8057E58B3}"/>
                </a:ext>
              </a:extLst>
            </p:cNvPr>
            <p:cNvSpPr/>
            <p:nvPr/>
          </p:nvSpPr>
          <p:spPr>
            <a:xfrm>
              <a:off x="2124151" y="2246485"/>
              <a:ext cx="54407" cy="55191"/>
            </a:xfrm>
            <a:prstGeom prst="rect">
              <a:avLst/>
            </a:prstGeom>
            <a:solidFill>
              <a:srgbClr val="2E1F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1" name="Input frame mosaic cell">
              <a:extLst>
                <a:ext uri="{FF2B5EF4-FFF2-40B4-BE49-F238E27FC236}">
                  <a16:creationId xmlns:a16="http://schemas.microsoft.com/office/drawing/2014/main" id="{FB679D7B-68D0-9A56-7A65-8F33791D108D}"/>
                </a:ext>
              </a:extLst>
            </p:cNvPr>
            <p:cNvSpPr/>
            <p:nvPr/>
          </p:nvSpPr>
          <p:spPr>
            <a:xfrm>
              <a:off x="2173986" y="2246485"/>
              <a:ext cx="54407" cy="55191"/>
            </a:xfrm>
            <a:prstGeom prst="rect">
              <a:avLst/>
            </a:prstGeom>
            <a:solidFill>
              <a:srgbClr val="2216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2" name="Input frame mosaic cell">
              <a:extLst>
                <a:ext uri="{FF2B5EF4-FFF2-40B4-BE49-F238E27FC236}">
                  <a16:creationId xmlns:a16="http://schemas.microsoft.com/office/drawing/2014/main" id="{B4F5E775-659D-AC60-B14D-EB61D70F1DC5}"/>
                </a:ext>
              </a:extLst>
            </p:cNvPr>
            <p:cNvSpPr/>
            <p:nvPr/>
          </p:nvSpPr>
          <p:spPr>
            <a:xfrm>
              <a:off x="2223821" y="2246485"/>
              <a:ext cx="54407" cy="55191"/>
            </a:xfrm>
            <a:prstGeom prst="rect">
              <a:avLst/>
            </a:prstGeom>
            <a:solidFill>
              <a:srgbClr val="1B10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3" name="Input frame mosaic cell">
              <a:extLst>
                <a:ext uri="{FF2B5EF4-FFF2-40B4-BE49-F238E27FC236}">
                  <a16:creationId xmlns:a16="http://schemas.microsoft.com/office/drawing/2014/main" id="{84E30116-9129-928D-9B66-DE96A6EB066A}"/>
                </a:ext>
              </a:extLst>
            </p:cNvPr>
            <p:cNvSpPr/>
            <p:nvPr/>
          </p:nvSpPr>
          <p:spPr>
            <a:xfrm>
              <a:off x="2273656" y="2246485"/>
              <a:ext cx="54407" cy="55191"/>
            </a:xfrm>
            <a:prstGeom prst="rect">
              <a:avLst/>
            </a:prstGeom>
            <a:solidFill>
              <a:srgbClr val="1107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4" name="Input frame mosaic cell">
              <a:extLst>
                <a:ext uri="{FF2B5EF4-FFF2-40B4-BE49-F238E27FC236}">
                  <a16:creationId xmlns:a16="http://schemas.microsoft.com/office/drawing/2014/main" id="{F5A6DA2D-1979-A93C-71CF-E5C9162805D8}"/>
                </a:ext>
              </a:extLst>
            </p:cNvPr>
            <p:cNvSpPr/>
            <p:nvPr/>
          </p:nvSpPr>
          <p:spPr>
            <a:xfrm>
              <a:off x="2323490" y="2246485"/>
              <a:ext cx="54407" cy="55191"/>
            </a:xfrm>
            <a:prstGeom prst="rect">
              <a:avLst/>
            </a:prstGeom>
            <a:solidFill>
              <a:srgbClr val="1307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5" name="Input frame mosaic cell">
              <a:extLst>
                <a:ext uri="{FF2B5EF4-FFF2-40B4-BE49-F238E27FC236}">
                  <a16:creationId xmlns:a16="http://schemas.microsoft.com/office/drawing/2014/main" id="{EE107B95-66A8-C002-7228-36F90F3B1AC6}"/>
                </a:ext>
              </a:extLst>
            </p:cNvPr>
            <p:cNvSpPr/>
            <p:nvPr/>
          </p:nvSpPr>
          <p:spPr>
            <a:xfrm>
              <a:off x="2373325" y="2246485"/>
              <a:ext cx="54407" cy="55191"/>
            </a:xfrm>
            <a:prstGeom prst="rect">
              <a:avLst/>
            </a:prstGeom>
            <a:solidFill>
              <a:srgbClr val="0C06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6" name="Input frame mosaic cell">
              <a:extLst>
                <a:ext uri="{FF2B5EF4-FFF2-40B4-BE49-F238E27FC236}">
                  <a16:creationId xmlns:a16="http://schemas.microsoft.com/office/drawing/2014/main" id="{1F6509A9-ADC2-276A-443D-E176BA3C4200}"/>
                </a:ext>
              </a:extLst>
            </p:cNvPr>
            <p:cNvSpPr/>
            <p:nvPr/>
          </p:nvSpPr>
          <p:spPr>
            <a:xfrm>
              <a:off x="429768" y="2297103"/>
              <a:ext cx="54407" cy="55191"/>
            </a:xfrm>
            <a:prstGeom prst="rect">
              <a:avLst/>
            </a:prstGeom>
            <a:solidFill>
              <a:srgbClr val="0806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7" name="Input frame mosaic cell">
              <a:extLst>
                <a:ext uri="{FF2B5EF4-FFF2-40B4-BE49-F238E27FC236}">
                  <a16:creationId xmlns:a16="http://schemas.microsoft.com/office/drawing/2014/main" id="{C830BA14-2E32-82A6-9538-6FD8A07F3740}"/>
                </a:ext>
              </a:extLst>
            </p:cNvPr>
            <p:cNvSpPr/>
            <p:nvPr/>
          </p:nvSpPr>
          <p:spPr>
            <a:xfrm>
              <a:off x="479603" y="2297103"/>
              <a:ext cx="54407" cy="55191"/>
            </a:xfrm>
            <a:prstGeom prst="rect">
              <a:avLst/>
            </a:prstGeom>
            <a:solidFill>
              <a:srgbClr val="1C11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8" name="Input frame mosaic cell">
              <a:extLst>
                <a:ext uri="{FF2B5EF4-FFF2-40B4-BE49-F238E27FC236}">
                  <a16:creationId xmlns:a16="http://schemas.microsoft.com/office/drawing/2014/main" id="{A1D327E9-14E6-3BE9-FD4C-E9361C924D79}"/>
                </a:ext>
              </a:extLst>
            </p:cNvPr>
            <p:cNvSpPr/>
            <p:nvPr/>
          </p:nvSpPr>
          <p:spPr>
            <a:xfrm>
              <a:off x="529438" y="2297103"/>
              <a:ext cx="54407" cy="55191"/>
            </a:xfrm>
            <a:prstGeom prst="rect">
              <a:avLst/>
            </a:prstGeom>
            <a:solidFill>
              <a:srgbClr val="1B0F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29" name="Input frame mosaic cell">
              <a:extLst>
                <a:ext uri="{FF2B5EF4-FFF2-40B4-BE49-F238E27FC236}">
                  <a16:creationId xmlns:a16="http://schemas.microsoft.com/office/drawing/2014/main" id="{2AD04F82-6151-1019-DB56-FA52B8A6DF7D}"/>
                </a:ext>
              </a:extLst>
            </p:cNvPr>
            <p:cNvSpPr/>
            <p:nvPr/>
          </p:nvSpPr>
          <p:spPr>
            <a:xfrm>
              <a:off x="579272" y="2297103"/>
              <a:ext cx="54407" cy="55191"/>
            </a:xfrm>
            <a:prstGeom prst="rect">
              <a:avLst/>
            </a:prstGeom>
            <a:solidFill>
              <a:srgbClr val="170A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0" name="Input frame mosaic cell">
              <a:extLst>
                <a:ext uri="{FF2B5EF4-FFF2-40B4-BE49-F238E27FC236}">
                  <a16:creationId xmlns:a16="http://schemas.microsoft.com/office/drawing/2014/main" id="{1131E07E-251E-3E7C-3987-7596D24CFD34}"/>
                </a:ext>
              </a:extLst>
            </p:cNvPr>
            <p:cNvSpPr/>
            <p:nvPr/>
          </p:nvSpPr>
          <p:spPr>
            <a:xfrm>
              <a:off x="629107" y="2297103"/>
              <a:ext cx="54407" cy="55191"/>
            </a:xfrm>
            <a:prstGeom prst="rect">
              <a:avLst/>
            </a:prstGeom>
            <a:solidFill>
              <a:srgbClr val="1B0D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1" name="Input frame mosaic cell">
              <a:extLst>
                <a:ext uri="{FF2B5EF4-FFF2-40B4-BE49-F238E27FC236}">
                  <a16:creationId xmlns:a16="http://schemas.microsoft.com/office/drawing/2014/main" id="{B127B70E-A9A5-DF8A-34F1-9E172F4DF546}"/>
                </a:ext>
              </a:extLst>
            </p:cNvPr>
            <p:cNvSpPr/>
            <p:nvPr/>
          </p:nvSpPr>
          <p:spPr>
            <a:xfrm>
              <a:off x="678942" y="2297103"/>
              <a:ext cx="54407" cy="55191"/>
            </a:xfrm>
            <a:prstGeom prst="rect">
              <a:avLst/>
            </a:prstGeom>
            <a:solidFill>
              <a:srgbClr val="1E11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2" name="Input frame mosaic cell">
              <a:extLst>
                <a:ext uri="{FF2B5EF4-FFF2-40B4-BE49-F238E27FC236}">
                  <a16:creationId xmlns:a16="http://schemas.microsoft.com/office/drawing/2014/main" id="{39EF4A9D-CE2A-22C7-C3E0-4D18B4F25F9E}"/>
                </a:ext>
              </a:extLst>
            </p:cNvPr>
            <p:cNvSpPr/>
            <p:nvPr/>
          </p:nvSpPr>
          <p:spPr>
            <a:xfrm>
              <a:off x="728777" y="2297103"/>
              <a:ext cx="54407" cy="55191"/>
            </a:xfrm>
            <a:prstGeom prst="rect">
              <a:avLst/>
            </a:prstGeom>
            <a:solidFill>
              <a:srgbClr val="1E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3" name="Input frame mosaic cell">
              <a:extLst>
                <a:ext uri="{FF2B5EF4-FFF2-40B4-BE49-F238E27FC236}">
                  <a16:creationId xmlns:a16="http://schemas.microsoft.com/office/drawing/2014/main" id="{4A790DA9-BA2D-5889-EC51-C74AE40F6297}"/>
                </a:ext>
              </a:extLst>
            </p:cNvPr>
            <p:cNvSpPr/>
            <p:nvPr/>
          </p:nvSpPr>
          <p:spPr>
            <a:xfrm>
              <a:off x="778612" y="2297103"/>
              <a:ext cx="54407" cy="55191"/>
            </a:xfrm>
            <a:prstGeom prst="rect">
              <a:avLst/>
            </a:prstGeom>
            <a:solidFill>
              <a:srgbClr val="1A0E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4" name="Input frame mosaic cell">
              <a:extLst>
                <a:ext uri="{FF2B5EF4-FFF2-40B4-BE49-F238E27FC236}">
                  <a16:creationId xmlns:a16="http://schemas.microsoft.com/office/drawing/2014/main" id="{EA6D6BA4-D081-63E4-C6C1-CB50BE611C6F}"/>
                </a:ext>
              </a:extLst>
            </p:cNvPr>
            <p:cNvSpPr/>
            <p:nvPr/>
          </p:nvSpPr>
          <p:spPr>
            <a:xfrm>
              <a:off x="828446" y="2297103"/>
              <a:ext cx="54407" cy="55191"/>
            </a:xfrm>
            <a:prstGeom prst="rect">
              <a:avLst/>
            </a:prstGeom>
            <a:solidFill>
              <a:srgbClr val="190E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5" name="Input frame mosaic cell">
              <a:extLst>
                <a:ext uri="{FF2B5EF4-FFF2-40B4-BE49-F238E27FC236}">
                  <a16:creationId xmlns:a16="http://schemas.microsoft.com/office/drawing/2014/main" id="{3521D595-7B20-45F4-2914-4040A4556A66}"/>
                </a:ext>
              </a:extLst>
            </p:cNvPr>
            <p:cNvSpPr/>
            <p:nvPr/>
          </p:nvSpPr>
          <p:spPr>
            <a:xfrm>
              <a:off x="878281" y="2297103"/>
              <a:ext cx="54407" cy="55191"/>
            </a:xfrm>
            <a:prstGeom prst="rect">
              <a:avLst/>
            </a:prstGeom>
            <a:solidFill>
              <a:srgbClr val="1D11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6" name="Input frame mosaic cell">
              <a:extLst>
                <a:ext uri="{FF2B5EF4-FFF2-40B4-BE49-F238E27FC236}">
                  <a16:creationId xmlns:a16="http://schemas.microsoft.com/office/drawing/2014/main" id="{6BB3EF4A-37DC-C640-F42B-D9A0C0CF2860}"/>
                </a:ext>
              </a:extLst>
            </p:cNvPr>
            <p:cNvSpPr/>
            <p:nvPr/>
          </p:nvSpPr>
          <p:spPr>
            <a:xfrm>
              <a:off x="928116" y="2297103"/>
              <a:ext cx="54407" cy="55191"/>
            </a:xfrm>
            <a:prstGeom prst="rect">
              <a:avLst/>
            </a:prstGeom>
            <a:solidFill>
              <a:srgbClr val="2215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7" name="Input frame mosaic cell">
              <a:extLst>
                <a:ext uri="{FF2B5EF4-FFF2-40B4-BE49-F238E27FC236}">
                  <a16:creationId xmlns:a16="http://schemas.microsoft.com/office/drawing/2014/main" id="{D856B4B0-64E5-1BF8-16B5-463C7B5A603B}"/>
                </a:ext>
              </a:extLst>
            </p:cNvPr>
            <p:cNvSpPr/>
            <p:nvPr/>
          </p:nvSpPr>
          <p:spPr>
            <a:xfrm>
              <a:off x="977951" y="2297103"/>
              <a:ext cx="54407" cy="55191"/>
            </a:xfrm>
            <a:prstGeom prst="rect">
              <a:avLst/>
            </a:prstGeom>
            <a:solidFill>
              <a:srgbClr val="3B24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8" name="Input frame mosaic cell">
              <a:extLst>
                <a:ext uri="{FF2B5EF4-FFF2-40B4-BE49-F238E27FC236}">
                  <a16:creationId xmlns:a16="http://schemas.microsoft.com/office/drawing/2014/main" id="{FA3E82B7-925C-4861-8608-1CE1F8444B9C}"/>
                </a:ext>
              </a:extLst>
            </p:cNvPr>
            <p:cNvSpPr/>
            <p:nvPr/>
          </p:nvSpPr>
          <p:spPr>
            <a:xfrm>
              <a:off x="1027786" y="2297103"/>
              <a:ext cx="54407" cy="55191"/>
            </a:xfrm>
            <a:prstGeom prst="rect">
              <a:avLst/>
            </a:prstGeom>
            <a:solidFill>
              <a:srgbClr val="3D22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39" name="Input frame mosaic cell">
              <a:extLst>
                <a:ext uri="{FF2B5EF4-FFF2-40B4-BE49-F238E27FC236}">
                  <a16:creationId xmlns:a16="http://schemas.microsoft.com/office/drawing/2014/main" id="{DA7986BB-D4C1-2F40-4224-81FC5DA11552}"/>
                </a:ext>
              </a:extLst>
            </p:cNvPr>
            <p:cNvSpPr/>
            <p:nvPr/>
          </p:nvSpPr>
          <p:spPr>
            <a:xfrm>
              <a:off x="1077620" y="2297103"/>
              <a:ext cx="54407" cy="55191"/>
            </a:xfrm>
            <a:prstGeom prst="rect">
              <a:avLst/>
            </a:prstGeom>
            <a:solidFill>
              <a:srgbClr val="5B2C2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0" name="Input frame mosaic cell">
              <a:extLst>
                <a:ext uri="{FF2B5EF4-FFF2-40B4-BE49-F238E27FC236}">
                  <a16:creationId xmlns:a16="http://schemas.microsoft.com/office/drawing/2014/main" id="{66BCB3A0-9161-B1EC-4682-06A47CDF49BA}"/>
                </a:ext>
              </a:extLst>
            </p:cNvPr>
            <p:cNvSpPr/>
            <p:nvPr/>
          </p:nvSpPr>
          <p:spPr>
            <a:xfrm>
              <a:off x="1127455" y="2297103"/>
              <a:ext cx="54407" cy="55191"/>
            </a:xfrm>
            <a:prstGeom prst="rect">
              <a:avLst/>
            </a:prstGeom>
            <a:solidFill>
              <a:srgbClr val="8642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1" name="Input frame mosaic cell">
              <a:extLst>
                <a:ext uri="{FF2B5EF4-FFF2-40B4-BE49-F238E27FC236}">
                  <a16:creationId xmlns:a16="http://schemas.microsoft.com/office/drawing/2014/main" id="{9EBD9C60-6579-0814-4188-E3CE19FA8DC7}"/>
                </a:ext>
              </a:extLst>
            </p:cNvPr>
            <p:cNvSpPr/>
            <p:nvPr/>
          </p:nvSpPr>
          <p:spPr>
            <a:xfrm>
              <a:off x="1177290" y="2297103"/>
              <a:ext cx="54407" cy="55191"/>
            </a:xfrm>
            <a:prstGeom prst="rect">
              <a:avLst/>
            </a:prstGeom>
            <a:solidFill>
              <a:srgbClr val="9743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2" name="Input frame mosaic cell">
              <a:extLst>
                <a:ext uri="{FF2B5EF4-FFF2-40B4-BE49-F238E27FC236}">
                  <a16:creationId xmlns:a16="http://schemas.microsoft.com/office/drawing/2014/main" id="{9B473CA1-AA35-9107-D87A-46756E700BCB}"/>
                </a:ext>
              </a:extLst>
            </p:cNvPr>
            <p:cNvSpPr/>
            <p:nvPr/>
          </p:nvSpPr>
          <p:spPr>
            <a:xfrm>
              <a:off x="1227125" y="2297103"/>
              <a:ext cx="54407" cy="55191"/>
            </a:xfrm>
            <a:prstGeom prst="rect">
              <a:avLst/>
            </a:prstGeom>
            <a:solidFill>
              <a:srgbClr val="9F41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3" name="Input frame mosaic cell">
              <a:extLst>
                <a:ext uri="{FF2B5EF4-FFF2-40B4-BE49-F238E27FC236}">
                  <a16:creationId xmlns:a16="http://schemas.microsoft.com/office/drawing/2014/main" id="{97C61D12-1FCE-3F3A-0F38-39CBAB676498}"/>
                </a:ext>
              </a:extLst>
            </p:cNvPr>
            <p:cNvSpPr/>
            <p:nvPr/>
          </p:nvSpPr>
          <p:spPr>
            <a:xfrm>
              <a:off x="1276960" y="2297103"/>
              <a:ext cx="54407" cy="55191"/>
            </a:xfrm>
            <a:prstGeom prst="rect">
              <a:avLst/>
            </a:prstGeom>
            <a:solidFill>
              <a:srgbClr val="AB4D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4" name="Input frame mosaic cell">
              <a:extLst>
                <a:ext uri="{FF2B5EF4-FFF2-40B4-BE49-F238E27FC236}">
                  <a16:creationId xmlns:a16="http://schemas.microsoft.com/office/drawing/2014/main" id="{C0CD83F6-3545-114A-0062-E54AFBEA2503}"/>
                </a:ext>
              </a:extLst>
            </p:cNvPr>
            <p:cNvSpPr/>
            <p:nvPr/>
          </p:nvSpPr>
          <p:spPr>
            <a:xfrm>
              <a:off x="1326794" y="2297103"/>
              <a:ext cx="54407" cy="55191"/>
            </a:xfrm>
            <a:prstGeom prst="rect">
              <a:avLst/>
            </a:prstGeom>
            <a:solidFill>
              <a:srgbClr val="933E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5" name="Input frame mosaic cell">
              <a:extLst>
                <a:ext uri="{FF2B5EF4-FFF2-40B4-BE49-F238E27FC236}">
                  <a16:creationId xmlns:a16="http://schemas.microsoft.com/office/drawing/2014/main" id="{0FECA6AE-FDF0-7D0F-6958-48E7362E98B4}"/>
                </a:ext>
              </a:extLst>
            </p:cNvPr>
            <p:cNvSpPr/>
            <p:nvPr/>
          </p:nvSpPr>
          <p:spPr>
            <a:xfrm>
              <a:off x="1376629" y="2297103"/>
              <a:ext cx="54407" cy="55191"/>
            </a:xfrm>
            <a:prstGeom prst="rect">
              <a:avLst/>
            </a:prstGeom>
            <a:solidFill>
              <a:srgbClr val="571F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6" name="Input frame mosaic cell">
              <a:extLst>
                <a:ext uri="{FF2B5EF4-FFF2-40B4-BE49-F238E27FC236}">
                  <a16:creationId xmlns:a16="http://schemas.microsoft.com/office/drawing/2014/main" id="{07B0A2E4-AF59-1752-6462-ED65A4E3B2C9}"/>
                </a:ext>
              </a:extLst>
            </p:cNvPr>
            <p:cNvSpPr/>
            <p:nvPr/>
          </p:nvSpPr>
          <p:spPr>
            <a:xfrm>
              <a:off x="1426464" y="2297103"/>
              <a:ext cx="54407" cy="55191"/>
            </a:xfrm>
            <a:prstGeom prst="rect">
              <a:avLst/>
            </a:prstGeom>
            <a:solidFill>
              <a:srgbClr val="3E17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7" name="Input frame mosaic cell">
              <a:extLst>
                <a:ext uri="{FF2B5EF4-FFF2-40B4-BE49-F238E27FC236}">
                  <a16:creationId xmlns:a16="http://schemas.microsoft.com/office/drawing/2014/main" id="{6B66C47A-20DB-8F32-9F07-5E8F8429577B}"/>
                </a:ext>
              </a:extLst>
            </p:cNvPr>
            <p:cNvSpPr/>
            <p:nvPr/>
          </p:nvSpPr>
          <p:spPr>
            <a:xfrm>
              <a:off x="1476299" y="2297103"/>
              <a:ext cx="54407" cy="55191"/>
            </a:xfrm>
            <a:prstGeom prst="rect">
              <a:avLst/>
            </a:prstGeom>
            <a:solidFill>
              <a:srgbClr val="3415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8" name="Input frame mosaic cell">
              <a:extLst>
                <a:ext uri="{FF2B5EF4-FFF2-40B4-BE49-F238E27FC236}">
                  <a16:creationId xmlns:a16="http://schemas.microsoft.com/office/drawing/2014/main" id="{47475F97-3FF0-CBAB-A551-F37A1E87C723}"/>
                </a:ext>
              </a:extLst>
            </p:cNvPr>
            <p:cNvSpPr/>
            <p:nvPr/>
          </p:nvSpPr>
          <p:spPr>
            <a:xfrm>
              <a:off x="1526134" y="2297103"/>
              <a:ext cx="54407" cy="55191"/>
            </a:xfrm>
            <a:prstGeom prst="rect">
              <a:avLst/>
            </a:prstGeom>
            <a:solidFill>
              <a:srgbClr val="2F15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49" name="Input frame mosaic cell">
              <a:extLst>
                <a:ext uri="{FF2B5EF4-FFF2-40B4-BE49-F238E27FC236}">
                  <a16:creationId xmlns:a16="http://schemas.microsoft.com/office/drawing/2014/main" id="{46AB0F82-254B-8230-7961-D1B7B4541CB9}"/>
                </a:ext>
              </a:extLst>
            </p:cNvPr>
            <p:cNvSpPr/>
            <p:nvPr/>
          </p:nvSpPr>
          <p:spPr>
            <a:xfrm>
              <a:off x="1575968" y="2297103"/>
              <a:ext cx="54407" cy="55191"/>
            </a:xfrm>
            <a:prstGeom prst="rect">
              <a:avLst/>
            </a:prstGeom>
            <a:solidFill>
              <a:srgbClr val="2F19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0" name="Input frame mosaic cell">
              <a:extLst>
                <a:ext uri="{FF2B5EF4-FFF2-40B4-BE49-F238E27FC236}">
                  <a16:creationId xmlns:a16="http://schemas.microsoft.com/office/drawing/2014/main" id="{E800D263-01CE-56E6-419D-A9498F5505D5}"/>
                </a:ext>
              </a:extLst>
            </p:cNvPr>
            <p:cNvSpPr/>
            <p:nvPr/>
          </p:nvSpPr>
          <p:spPr>
            <a:xfrm>
              <a:off x="1625803" y="2297103"/>
              <a:ext cx="54407" cy="55191"/>
            </a:xfrm>
            <a:prstGeom prst="rect">
              <a:avLst/>
            </a:prstGeom>
            <a:solidFill>
              <a:srgbClr val="391D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1" name="Input frame mosaic cell">
              <a:extLst>
                <a:ext uri="{FF2B5EF4-FFF2-40B4-BE49-F238E27FC236}">
                  <a16:creationId xmlns:a16="http://schemas.microsoft.com/office/drawing/2014/main" id="{1C2B0303-5CF9-C8E0-E30C-9DA96C15B8DD}"/>
                </a:ext>
              </a:extLst>
            </p:cNvPr>
            <p:cNvSpPr/>
            <p:nvPr/>
          </p:nvSpPr>
          <p:spPr>
            <a:xfrm>
              <a:off x="1675638" y="2297103"/>
              <a:ext cx="54407" cy="55191"/>
            </a:xfrm>
            <a:prstGeom prst="rect">
              <a:avLst/>
            </a:prstGeom>
            <a:solidFill>
              <a:srgbClr val="3D1D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2" name="Input frame mosaic cell">
              <a:extLst>
                <a:ext uri="{FF2B5EF4-FFF2-40B4-BE49-F238E27FC236}">
                  <a16:creationId xmlns:a16="http://schemas.microsoft.com/office/drawing/2014/main" id="{C404AF29-5EF2-106F-A5AC-3F5CFEA3AF28}"/>
                </a:ext>
              </a:extLst>
            </p:cNvPr>
            <p:cNvSpPr/>
            <p:nvPr/>
          </p:nvSpPr>
          <p:spPr>
            <a:xfrm>
              <a:off x="1725473" y="2297103"/>
              <a:ext cx="54407" cy="55191"/>
            </a:xfrm>
            <a:prstGeom prst="rect">
              <a:avLst/>
            </a:prstGeom>
            <a:solidFill>
              <a:srgbClr val="391B1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3" name="Input frame mosaic cell">
              <a:extLst>
                <a:ext uri="{FF2B5EF4-FFF2-40B4-BE49-F238E27FC236}">
                  <a16:creationId xmlns:a16="http://schemas.microsoft.com/office/drawing/2014/main" id="{DF1D86D7-AE3A-6EA9-5B91-C18A7C180411}"/>
                </a:ext>
              </a:extLst>
            </p:cNvPr>
            <p:cNvSpPr/>
            <p:nvPr/>
          </p:nvSpPr>
          <p:spPr>
            <a:xfrm>
              <a:off x="1775308" y="2297103"/>
              <a:ext cx="54407" cy="55191"/>
            </a:xfrm>
            <a:prstGeom prst="rect">
              <a:avLst/>
            </a:prstGeom>
            <a:solidFill>
              <a:srgbClr val="2815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4" name="Input frame mosaic cell">
              <a:extLst>
                <a:ext uri="{FF2B5EF4-FFF2-40B4-BE49-F238E27FC236}">
                  <a16:creationId xmlns:a16="http://schemas.microsoft.com/office/drawing/2014/main" id="{182A6684-BA0A-95E6-55EE-6CD469E684F9}"/>
                </a:ext>
              </a:extLst>
            </p:cNvPr>
            <p:cNvSpPr/>
            <p:nvPr/>
          </p:nvSpPr>
          <p:spPr>
            <a:xfrm>
              <a:off x="1825142" y="2297103"/>
              <a:ext cx="54407" cy="55191"/>
            </a:xfrm>
            <a:prstGeom prst="rect">
              <a:avLst/>
            </a:prstGeom>
            <a:solidFill>
              <a:srgbClr val="2415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5" name="Input frame mosaic cell">
              <a:extLst>
                <a:ext uri="{FF2B5EF4-FFF2-40B4-BE49-F238E27FC236}">
                  <a16:creationId xmlns:a16="http://schemas.microsoft.com/office/drawing/2014/main" id="{8E3DC186-FF56-3219-E648-A324C493EA88}"/>
                </a:ext>
              </a:extLst>
            </p:cNvPr>
            <p:cNvSpPr/>
            <p:nvPr/>
          </p:nvSpPr>
          <p:spPr>
            <a:xfrm>
              <a:off x="1874977" y="2297103"/>
              <a:ext cx="54407" cy="55191"/>
            </a:xfrm>
            <a:prstGeom prst="rect">
              <a:avLst/>
            </a:prstGeom>
            <a:solidFill>
              <a:srgbClr val="2518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6" name="Input frame mosaic cell">
              <a:extLst>
                <a:ext uri="{FF2B5EF4-FFF2-40B4-BE49-F238E27FC236}">
                  <a16:creationId xmlns:a16="http://schemas.microsoft.com/office/drawing/2014/main" id="{08926868-F10B-046F-C1F9-5750C47CBCEE}"/>
                </a:ext>
              </a:extLst>
            </p:cNvPr>
            <p:cNvSpPr/>
            <p:nvPr/>
          </p:nvSpPr>
          <p:spPr>
            <a:xfrm>
              <a:off x="1924812" y="2297103"/>
              <a:ext cx="54407" cy="55191"/>
            </a:xfrm>
            <a:prstGeom prst="rect">
              <a:avLst/>
            </a:prstGeom>
            <a:solidFill>
              <a:srgbClr val="2519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7" name="Input frame mosaic cell">
              <a:extLst>
                <a:ext uri="{FF2B5EF4-FFF2-40B4-BE49-F238E27FC236}">
                  <a16:creationId xmlns:a16="http://schemas.microsoft.com/office/drawing/2014/main" id="{0310597B-82A3-01D4-4FE0-1C4D3354F32A}"/>
                </a:ext>
              </a:extLst>
            </p:cNvPr>
            <p:cNvSpPr/>
            <p:nvPr/>
          </p:nvSpPr>
          <p:spPr>
            <a:xfrm>
              <a:off x="1974647" y="2297103"/>
              <a:ext cx="54407" cy="55191"/>
            </a:xfrm>
            <a:prstGeom prst="rect">
              <a:avLst/>
            </a:prstGeom>
            <a:solidFill>
              <a:srgbClr val="2317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8" name="Input frame mosaic cell">
              <a:extLst>
                <a:ext uri="{FF2B5EF4-FFF2-40B4-BE49-F238E27FC236}">
                  <a16:creationId xmlns:a16="http://schemas.microsoft.com/office/drawing/2014/main" id="{3CABCE07-F479-174A-E66D-39B3747375A7}"/>
                </a:ext>
              </a:extLst>
            </p:cNvPr>
            <p:cNvSpPr/>
            <p:nvPr/>
          </p:nvSpPr>
          <p:spPr>
            <a:xfrm>
              <a:off x="2024482" y="2297103"/>
              <a:ext cx="54407" cy="55191"/>
            </a:xfrm>
            <a:prstGeom prst="rect">
              <a:avLst/>
            </a:prstGeom>
            <a:solidFill>
              <a:srgbClr val="2619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59" name="Input frame mosaic cell">
              <a:extLst>
                <a:ext uri="{FF2B5EF4-FFF2-40B4-BE49-F238E27FC236}">
                  <a16:creationId xmlns:a16="http://schemas.microsoft.com/office/drawing/2014/main" id="{E7D04ABA-24F9-817B-6B18-111060A10322}"/>
                </a:ext>
              </a:extLst>
            </p:cNvPr>
            <p:cNvSpPr/>
            <p:nvPr/>
          </p:nvSpPr>
          <p:spPr>
            <a:xfrm>
              <a:off x="2074316" y="2297103"/>
              <a:ext cx="54407" cy="55191"/>
            </a:xfrm>
            <a:prstGeom prst="rect">
              <a:avLst/>
            </a:prstGeom>
            <a:solidFill>
              <a:srgbClr val="2417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0" name="Input frame mosaic cell">
              <a:extLst>
                <a:ext uri="{FF2B5EF4-FFF2-40B4-BE49-F238E27FC236}">
                  <a16:creationId xmlns:a16="http://schemas.microsoft.com/office/drawing/2014/main" id="{17A7DB32-F812-46D4-A833-F0FB3C206A19}"/>
                </a:ext>
              </a:extLst>
            </p:cNvPr>
            <p:cNvSpPr/>
            <p:nvPr/>
          </p:nvSpPr>
          <p:spPr>
            <a:xfrm>
              <a:off x="2124151" y="2297103"/>
              <a:ext cx="54407" cy="55191"/>
            </a:xfrm>
            <a:prstGeom prst="rect">
              <a:avLst/>
            </a:prstGeom>
            <a:solidFill>
              <a:srgbClr val="2518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1" name="Input frame mosaic cell">
              <a:extLst>
                <a:ext uri="{FF2B5EF4-FFF2-40B4-BE49-F238E27FC236}">
                  <a16:creationId xmlns:a16="http://schemas.microsoft.com/office/drawing/2014/main" id="{27662088-2D85-C038-90E9-4DCACE434620}"/>
                </a:ext>
              </a:extLst>
            </p:cNvPr>
            <p:cNvSpPr/>
            <p:nvPr/>
          </p:nvSpPr>
          <p:spPr>
            <a:xfrm>
              <a:off x="2173986" y="2297103"/>
              <a:ext cx="54407" cy="55191"/>
            </a:xfrm>
            <a:prstGeom prst="rect">
              <a:avLst/>
            </a:prstGeom>
            <a:solidFill>
              <a:srgbClr val="1D11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2" name="Input frame mosaic cell">
              <a:extLst>
                <a:ext uri="{FF2B5EF4-FFF2-40B4-BE49-F238E27FC236}">
                  <a16:creationId xmlns:a16="http://schemas.microsoft.com/office/drawing/2014/main" id="{28CB6DE1-A0FB-E0D4-E15F-F11801FCA9AF}"/>
                </a:ext>
              </a:extLst>
            </p:cNvPr>
            <p:cNvSpPr/>
            <p:nvPr/>
          </p:nvSpPr>
          <p:spPr>
            <a:xfrm>
              <a:off x="2223821" y="2297103"/>
              <a:ext cx="54407" cy="55191"/>
            </a:xfrm>
            <a:prstGeom prst="rect">
              <a:avLst/>
            </a:prstGeom>
            <a:solidFill>
              <a:srgbClr val="150A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3" name="Input frame mosaic cell">
              <a:extLst>
                <a:ext uri="{FF2B5EF4-FFF2-40B4-BE49-F238E27FC236}">
                  <a16:creationId xmlns:a16="http://schemas.microsoft.com/office/drawing/2014/main" id="{AD7E8AD4-89D7-FBC2-9855-DD4068621CCF}"/>
                </a:ext>
              </a:extLst>
            </p:cNvPr>
            <p:cNvSpPr/>
            <p:nvPr/>
          </p:nvSpPr>
          <p:spPr>
            <a:xfrm>
              <a:off x="2273656" y="2297103"/>
              <a:ext cx="54407" cy="55191"/>
            </a:xfrm>
            <a:prstGeom prst="rect">
              <a:avLst/>
            </a:prstGeom>
            <a:solidFill>
              <a:srgbClr val="1408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4" name="Input frame mosaic cell">
              <a:extLst>
                <a:ext uri="{FF2B5EF4-FFF2-40B4-BE49-F238E27FC236}">
                  <a16:creationId xmlns:a16="http://schemas.microsoft.com/office/drawing/2014/main" id="{F67B596A-9A60-ABCF-1FB8-5937FC3A86BA}"/>
                </a:ext>
              </a:extLst>
            </p:cNvPr>
            <p:cNvSpPr/>
            <p:nvPr/>
          </p:nvSpPr>
          <p:spPr>
            <a:xfrm>
              <a:off x="2323490" y="2297103"/>
              <a:ext cx="54407" cy="55191"/>
            </a:xfrm>
            <a:prstGeom prst="rect">
              <a:avLst/>
            </a:prstGeom>
            <a:solidFill>
              <a:srgbClr val="1509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5" name="Input frame mosaic cell">
              <a:extLst>
                <a:ext uri="{FF2B5EF4-FFF2-40B4-BE49-F238E27FC236}">
                  <a16:creationId xmlns:a16="http://schemas.microsoft.com/office/drawing/2014/main" id="{72246A34-036E-3DA9-5DD0-520C98237D00}"/>
                </a:ext>
              </a:extLst>
            </p:cNvPr>
            <p:cNvSpPr/>
            <p:nvPr/>
          </p:nvSpPr>
          <p:spPr>
            <a:xfrm>
              <a:off x="2373325" y="2297103"/>
              <a:ext cx="54407" cy="55191"/>
            </a:xfrm>
            <a:prstGeom prst="rect">
              <a:avLst/>
            </a:prstGeom>
            <a:solidFill>
              <a:srgbClr val="1308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6" name="Input frame mosaic cell">
              <a:extLst>
                <a:ext uri="{FF2B5EF4-FFF2-40B4-BE49-F238E27FC236}">
                  <a16:creationId xmlns:a16="http://schemas.microsoft.com/office/drawing/2014/main" id="{4F9249DF-E8DC-31A0-4B6A-56435E12724F}"/>
                </a:ext>
              </a:extLst>
            </p:cNvPr>
            <p:cNvSpPr/>
            <p:nvPr/>
          </p:nvSpPr>
          <p:spPr>
            <a:xfrm>
              <a:off x="429768" y="2347722"/>
              <a:ext cx="54407" cy="55191"/>
            </a:xfrm>
            <a:prstGeom prst="rect">
              <a:avLst/>
            </a:prstGeom>
            <a:solidFill>
              <a:srgbClr val="0C08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7" name="Input frame mosaic cell">
              <a:extLst>
                <a:ext uri="{FF2B5EF4-FFF2-40B4-BE49-F238E27FC236}">
                  <a16:creationId xmlns:a16="http://schemas.microsoft.com/office/drawing/2014/main" id="{8012584C-D4B9-EE3C-09B6-865C334D18EE}"/>
                </a:ext>
              </a:extLst>
            </p:cNvPr>
            <p:cNvSpPr/>
            <p:nvPr/>
          </p:nvSpPr>
          <p:spPr>
            <a:xfrm>
              <a:off x="479603" y="2347722"/>
              <a:ext cx="54407" cy="55191"/>
            </a:xfrm>
            <a:prstGeom prst="rect">
              <a:avLst/>
            </a:prstGeom>
            <a:solidFill>
              <a:srgbClr val="271A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8" name="Input frame mosaic cell">
              <a:extLst>
                <a:ext uri="{FF2B5EF4-FFF2-40B4-BE49-F238E27FC236}">
                  <a16:creationId xmlns:a16="http://schemas.microsoft.com/office/drawing/2014/main" id="{BB8436CF-DFF3-B6D6-982C-4F92A305D424}"/>
                </a:ext>
              </a:extLst>
            </p:cNvPr>
            <p:cNvSpPr/>
            <p:nvPr/>
          </p:nvSpPr>
          <p:spPr>
            <a:xfrm>
              <a:off x="529438" y="2347722"/>
              <a:ext cx="54407" cy="55191"/>
            </a:xfrm>
            <a:prstGeom prst="rect">
              <a:avLst/>
            </a:prstGeom>
            <a:solidFill>
              <a:srgbClr val="2D1F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69" name="Input frame mosaic cell">
              <a:extLst>
                <a:ext uri="{FF2B5EF4-FFF2-40B4-BE49-F238E27FC236}">
                  <a16:creationId xmlns:a16="http://schemas.microsoft.com/office/drawing/2014/main" id="{446266F7-79BF-4E8D-C2D2-B95912867F30}"/>
                </a:ext>
              </a:extLst>
            </p:cNvPr>
            <p:cNvSpPr/>
            <p:nvPr/>
          </p:nvSpPr>
          <p:spPr>
            <a:xfrm>
              <a:off x="579272" y="2347722"/>
              <a:ext cx="54407" cy="55191"/>
            </a:xfrm>
            <a:prstGeom prst="rect">
              <a:avLst/>
            </a:prstGeom>
            <a:solidFill>
              <a:srgbClr val="19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0" name="Input frame mosaic cell">
              <a:extLst>
                <a:ext uri="{FF2B5EF4-FFF2-40B4-BE49-F238E27FC236}">
                  <a16:creationId xmlns:a16="http://schemas.microsoft.com/office/drawing/2014/main" id="{9E38BC09-D5D5-64B0-BE00-1DA77DB910D9}"/>
                </a:ext>
              </a:extLst>
            </p:cNvPr>
            <p:cNvSpPr/>
            <p:nvPr/>
          </p:nvSpPr>
          <p:spPr>
            <a:xfrm>
              <a:off x="629107" y="2347722"/>
              <a:ext cx="54407" cy="55191"/>
            </a:xfrm>
            <a:prstGeom prst="rect">
              <a:avLst/>
            </a:prstGeom>
            <a:solidFill>
              <a:srgbClr val="1E10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1" name="Input frame mosaic cell">
              <a:extLst>
                <a:ext uri="{FF2B5EF4-FFF2-40B4-BE49-F238E27FC236}">
                  <a16:creationId xmlns:a16="http://schemas.microsoft.com/office/drawing/2014/main" id="{5FF936C6-9242-8573-2B85-9E6299CE1A52}"/>
                </a:ext>
              </a:extLst>
            </p:cNvPr>
            <p:cNvSpPr/>
            <p:nvPr/>
          </p:nvSpPr>
          <p:spPr>
            <a:xfrm>
              <a:off x="678942" y="2347722"/>
              <a:ext cx="54407" cy="55191"/>
            </a:xfrm>
            <a:prstGeom prst="rect">
              <a:avLst/>
            </a:prstGeom>
            <a:solidFill>
              <a:srgbClr val="2414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2" name="Input frame mosaic cell">
              <a:extLst>
                <a:ext uri="{FF2B5EF4-FFF2-40B4-BE49-F238E27FC236}">
                  <a16:creationId xmlns:a16="http://schemas.microsoft.com/office/drawing/2014/main" id="{9E0E4395-4F3F-68F5-1A91-4B37017F6E8B}"/>
                </a:ext>
              </a:extLst>
            </p:cNvPr>
            <p:cNvSpPr/>
            <p:nvPr/>
          </p:nvSpPr>
          <p:spPr>
            <a:xfrm>
              <a:off x="728777" y="2347722"/>
              <a:ext cx="54407" cy="55191"/>
            </a:xfrm>
            <a:prstGeom prst="rect">
              <a:avLst/>
            </a:prstGeom>
            <a:solidFill>
              <a:srgbClr val="2413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3" name="Input frame mosaic cell">
              <a:extLst>
                <a:ext uri="{FF2B5EF4-FFF2-40B4-BE49-F238E27FC236}">
                  <a16:creationId xmlns:a16="http://schemas.microsoft.com/office/drawing/2014/main" id="{586D414D-DAC0-3721-6A60-638C15C982DE}"/>
                </a:ext>
              </a:extLst>
            </p:cNvPr>
            <p:cNvSpPr/>
            <p:nvPr/>
          </p:nvSpPr>
          <p:spPr>
            <a:xfrm>
              <a:off x="778612" y="2347722"/>
              <a:ext cx="54407" cy="55191"/>
            </a:xfrm>
            <a:prstGeom prst="rect">
              <a:avLst/>
            </a:prstGeom>
            <a:solidFill>
              <a:srgbClr val="1F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4" name="Input frame mosaic cell">
              <a:extLst>
                <a:ext uri="{FF2B5EF4-FFF2-40B4-BE49-F238E27FC236}">
                  <a16:creationId xmlns:a16="http://schemas.microsoft.com/office/drawing/2014/main" id="{E5AF31FC-0C46-5289-712B-F7C75777173A}"/>
                </a:ext>
              </a:extLst>
            </p:cNvPr>
            <p:cNvSpPr/>
            <p:nvPr/>
          </p:nvSpPr>
          <p:spPr>
            <a:xfrm>
              <a:off x="828446" y="2347722"/>
              <a:ext cx="54407" cy="55191"/>
            </a:xfrm>
            <a:prstGeom prst="rect">
              <a:avLst/>
            </a:prstGeom>
            <a:solidFill>
              <a:srgbClr val="1E12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5" name="Input frame mosaic cell">
              <a:extLst>
                <a:ext uri="{FF2B5EF4-FFF2-40B4-BE49-F238E27FC236}">
                  <a16:creationId xmlns:a16="http://schemas.microsoft.com/office/drawing/2014/main" id="{2137CA7C-EB8F-738C-F649-25D25A967025}"/>
                </a:ext>
              </a:extLst>
            </p:cNvPr>
            <p:cNvSpPr/>
            <p:nvPr/>
          </p:nvSpPr>
          <p:spPr>
            <a:xfrm>
              <a:off x="878281" y="2347722"/>
              <a:ext cx="54407" cy="55191"/>
            </a:xfrm>
            <a:prstGeom prst="rect">
              <a:avLst/>
            </a:prstGeom>
            <a:solidFill>
              <a:srgbClr val="2414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6" name="Input frame mosaic cell">
              <a:extLst>
                <a:ext uri="{FF2B5EF4-FFF2-40B4-BE49-F238E27FC236}">
                  <a16:creationId xmlns:a16="http://schemas.microsoft.com/office/drawing/2014/main" id="{BD2CD34D-27EC-9E75-FB03-148F9E4BFD1A}"/>
                </a:ext>
              </a:extLst>
            </p:cNvPr>
            <p:cNvSpPr/>
            <p:nvPr/>
          </p:nvSpPr>
          <p:spPr>
            <a:xfrm>
              <a:off x="928116" y="2347722"/>
              <a:ext cx="54407" cy="55191"/>
            </a:xfrm>
            <a:prstGeom prst="rect">
              <a:avLst/>
            </a:prstGeom>
            <a:solidFill>
              <a:srgbClr val="2C191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7" name="Input frame mosaic cell">
              <a:extLst>
                <a:ext uri="{FF2B5EF4-FFF2-40B4-BE49-F238E27FC236}">
                  <a16:creationId xmlns:a16="http://schemas.microsoft.com/office/drawing/2014/main" id="{6D2FECFE-8F7A-F89E-BB6F-DA79EE5422E6}"/>
                </a:ext>
              </a:extLst>
            </p:cNvPr>
            <p:cNvSpPr/>
            <p:nvPr/>
          </p:nvSpPr>
          <p:spPr>
            <a:xfrm>
              <a:off x="977951" y="2347722"/>
              <a:ext cx="54407" cy="55191"/>
            </a:xfrm>
            <a:prstGeom prst="rect">
              <a:avLst/>
            </a:prstGeom>
            <a:solidFill>
              <a:srgbClr val="4629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8" name="Input frame mosaic cell">
              <a:extLst>
                <a:ext uri="{FF2B5EF4-FFF2-40B4-BE49-F238E27FC236}">
                  <a16:creationId xmlns:a16="http://schemas.microsoft.com/office/drawing/2014/main" id="{D85FE28E-531B-FDAF-0A48-BD2308B94669}"/>
                </a:ext>
              </a:extLst>
            </p:cNvPr>
            <p:cNvSpPr/>
            <p:nvPr/>
          </p:nvSpPr>
          <p:spPr>
            <a:xfrm>
              <a:off x="1027786" y="2347722"/>
              <a:ext cx="54407" cy="55191"/>
            </a:xfrm>
            <a:prstGeom prst="rect">
              <a:avLst/>
            </a:prstGeom>
            <a:solidFill>
              <a:srgbClr val="4327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79" name="Input frame mosaic cell">
              <a:extLst>
                <a:ext uri="{FF2B5EF4-FFF2-40B4-BE49-F238E27FC236}">
                  <a16:creationId xmlns:a16="http://schemas.microsoft.com/office/drawing/2014/main" id="{BEFCDFC7-72D4-8A27-751F-41A88634838B}"/>
                </a:ext>
              </a:extLst>
            </p:cNvPr>
            <p:cNvSpPr/>
            <p:nvPr/>
          </p:nvSpPr>
          <p:spPr>
            <a:xfrm>
              <a:off x="1077620" y="2347722"/>
              <a:ext cx="54407" cy="55191"/>
            </a:xfrm>
            <a:prstGeom prst="rect">
              <a:avLst/>
            </a:prstGeom>
            <a:solidFill>
              <a:srgbClr val="4422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0" name="Input frame mosaic cell">
              <a:extLst>
                <a:ext uri="{FF2B5EF4-FFF2-40B4-BE49-F238E27FC236}">
                  <a16:creationId xmlns:a16="http://schemas.microsoft.com/office/drawing/2014/main" id="{A1DE8243-671F-EE11-12FE-E625FEAB16FF}"/>
                </a:ext>
              </a:extLst>
            </p:cNvPr>
            <p:cNvSpPr/>
            <p:nvPr/>
          </p:nvSpPr>
          <p:spPr>
            <a:xfrm>
              <a:off x="1127455" y="2347722"/>
              <a:ext cx="54407" cy="55191"/>
            </a:xfrm>
            <a:prstGeom prst="rect">
              <a:avLst/>
            </a:prstGeom>
            <a:solidFill>
              <a:srgbClr val="672D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1" name="Input frame mosaic cell">
              <a:extLst>
                <a:ext uri="{FF2B5EF4-FFF2-40B4-BE49-F238E27FC236}">
                  <a16:creationId xmlns:a16="http://schemas.microsoft.com/office/drawing/2014/main" id="{C69E2582-F724-92C1-3409-F40007542B37}"/>
                </a:ext>
              </a:extLst>
            </p:cNvPr>
            <p:cNvSpPr/>
            <p:nvPr/>
          </p:nvSpPr>
          <p:spPr>
            <a:xfrm>
              <a:off x="1177290" y="2347722"/>
              <a:ext cx="54407" cy="55191"/>
            </a:xfrm>
            <a:prstGeom prst="rect">
              <a:avLst/>
            </a:prstGeom>
            <a:solidFill>
              <a:srgbClr val="813A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2" name="Input frame mosaic cell">
              <a:extLst>
                <a:ext uri="{FF2B5EF4-FFF2-40B4-BE49-F238E27FC236}">
                  <a16:creationId xmlns:a16="http://schemas.microsoft.com/office/drawing/2014/main" id="{8BE5879D-6E3D-80BD-A9C5-F9F726CF4C4E}"/>
                </a:ext>
              </a:extLst>
            </p:cNvPr>
            <p:cNvSpPr/>
            <p:nvPr/>
          </p:nvSpPr>
          <p:spPr>
            <a:xfrm>
              <a:off x="1227125" y="2347722"/>
              <a:ext cx="54407" cy="55191"/>
            </a:xfrm>
            <a:prstGeom prst="rect">
              <a:avLst/>
            </a:prstGeom>
            <a:solidFill>
              <a:srgbClr val="9340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3" name="Input frame mosaic cell">
              <a:extLst>
                <a:ext uri="{FF2B5EF4-FFF2-40B4-BE49-F238E27FC236}">
                  <a16:creationId xmlns:a16="http://schemas.microsoft.com/office/drawing/2014/main" id="{F6559DE6-B899-A2EB-D192-3C9B13239B39}"/>
                </a:ext>
              </a:extLst>
            </p:cNvPr>
            <p:cNvSpPr/>
            <p:nvPr/>
          </p:nvSpPr>
          <p:spPr>
            <a:xfrm>
              <a:off x="1276960" y="2347722"/>
              <a:ext cx="54407" cy="55191"/>
            </a:xfrm>
            <a:prstGeom prst="rect">
              <a:avLst/>
            </a:prstGeom>
            <a:solidFill>
              <a:srgbClr val="9C44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4" name="Input frame mosaic cell">
              <a:extLst>
                <a:ext uri="{FF2B5EF4-FFF2-40B4-BE49-F238E27FC236}">
                  <a16:creationId xmlns:a16="http://schemas.microsoft.com/office/drawing/2014/main" id="{8EAC2AA4-4E81-101A-5A13-235A38723326}"/>
                </a:ext>
              </a:extLst>
            </p:cNvPr>
            <p:cNvSpPr/>
            <p:nvPr/>
          </p:nvSpPr>
          <p:spPr>
            <a:xfrm>
              <a:off x="1326794" y="2347722"/>
              <a:ext cx="54407" cy="55191"/>
            </a:xfrm>
            <a:prstGeom prst="rect">
              <a:avLst/>
            </a:prstGeom>
            <a:solidFill>
              <a:srgbClr val="8C3C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5" name="Input frame mosaic cell">
              <a:extLst>
                <a:ext uri="{FF2B5EF4-FFF2-40B4-BE49-F238E27FC236}">
                  <a16:creationId xmlns:a16="http://schemas.microsoft.com/office/drawing/2014/main" id="{B23B1760-84F7-70B4-C2F8-8A07208CD5B2}"/>
                </a:ext>
              </a:extLst>
            </p:cNvPr>
            <p:cNvSpPr/>
            <p:nvPr/>
          </p:nvSpPr>
          <p:spPr>
            <a:xfrm>
              <a:off x="1376629" y="2347722"/>
              <a:ext cx="54407" cy="55191"/>
            </a:xfrm>
            <a:prstGeom prst="rect">
              <a:avLst/>
            </a:prstGeom>
            <a:solidFill>
              <a:srgbClr val="521E1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6" name="Input frame mosaic cell">
              <a:extLst>
                <a:ext uri="{FF2B5EF4-FFF2-40B4-BE49-F238E27FC236}">
                  <a16:creationId xmlns:a16="http://schemas.microsoft.com/office/drawing/2014/main" id="{B57DF919-12BA-603D-A905-9F9C035EF82C}"/>
                </a:ext>
              </a:extLst>
            </p:cNvPr>
            <p:cNvSpPr/>
            <p:nvPr/>
          </p:nvSpPr>
          <p:spPr>
            <a:xfrm>
              <a:off x="1426464" y="2347722"/>
              <a:ext cx="54407" cy="55191"/>
            </a:xfrm>
            <a:prstGeom prst="rect">
              <a:avLst/>
            </a:prstGeom>
            <a:solidFill>
              <a:srgbClr val="3B15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7" name="Input frame mosaic cell">
              <a:extLst>
                <a:ext uri="{FF2B5EF4-FFF2-40B4-BE49-F238E27FC236}">
                  <a16:creationId xmlns:a16="http://schemas.microsoft.com/office/drawing/2014/main" id="{F3F5BC27-6EC6-11C1-A3BA-F038C79FEF61}"/>
                </a:ext>
              </a:extLst>
            </p:cNvPr>
            <p:cNvSpPr/>
            <p:nvPr/>
          </p:nvSpPr>
          <p:spPr>
            <a:xfrm>
              <a:off x="1476299" y="2347722"/>
              <a:ext cx="54407" cy="55191"/>
            </a:xfrm>
            <a:prstGeom prst="rect">
              <a:avLst/>
            </a:prstGeom>
            <a:solidFill>
              <a:srgbClr val="3416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8" name="Input frame mosaic cell">
              <a:extLst>
                <a:ext uri="{FF2B5EF4-FFF2-40B4-BE49-F238E27FC236}">
                  <a16:creationId xmlns:a16="http://schemas.microsoft.com/office/drawing/2014/main" id="{9EFC1F2F-20EF-09C5-FF2D-E439953767FB}"/>
                </a:ext>
              </a:extLst>
            </p:cNvPr>
            <p:cNvSpPr/>
            <p:nvPr/>
          </p:nvSpPr>
          <p:spPr>
            <a:xfrm>
              <a:off x="1526134" y="2347722"/>
              <a:ext cx="54407" cy="55191"/>
            </a:xfrm>
            <a:prstGeom prst="rect">
              <a:avLst/>
            </a:prstGeom>
            <a:solidFill>
              <a:srgbClr val="331A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89" name="Input frame mosaic cell">
              <a:extLst>
                <a:ext uri="{FF2B5EF4-FFF2-40B4-BE49-F238E27FC236}">
                  <a16:creationId xmlns:a16="http://schemas.microsoft.com/office/drawing/2014/main" id="{90B1B274-8DAD-D075-6BF2-1597317B1C1A}"/>
                </a:ext>
              </a:extLst>
            </p:cNvPr>
            <p:cNvSpPr/>
            <p:nvPr/>
          </p:nvSpPr>
          <p:spPr>
            <a:xfrm>
              <a:off x="1575968" y="2347722"/>
              <a:ext cx="54407" cy="55191"/>
            </a:xfrm>
            <a:prstGeom prst="rect">
              <a:avLst/>
            </a:prstGeom>
            <a:solidFill>
              <a:srgbClr val="3721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0" name="Input frame mosaic cell">
              <a:extLst>
                <a:ext uri="{FF2B5EF4-FFF2-40B4-BE49-F238E27FC236}">
                  <a16:creationId xmlns:a16="http://schemas.microsoft.com/office/drawing/2014/main" id="{D73BEAD9-9233-3560-726F-EDA11FC34A1C}"/>
                </a:ext>
              </a:extLst>
            </p:cNvPr>
            <p:cNvSpPr/>
            <p:nvPr/>
          </p:nvSpPr>
          <p:spPr>
            <a:xfrm>
              <a:off x="1625803" y="2347722"/>
              <a:ext cx="54407" cy="55191"/>
            </a:xfrm>
            <a:prstGeom prst="rect">
              <a:avLst/>
            </a:prstGeom>
            <a:solidFill>
              <a:srgbClr val="4125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1" name="Input frame mosaic cell">
              <a:extLst>
                <a:ext uri="{FF2B5EF4-FFF2-40B4-BE49-F238E27FC236}">
                  <a16:creationId xmlns:a16="http://schemas.microsoft.com/office/drawing/2014/main" id="{67C71E62-A487-AB8E-BE0F-E40B1C933DEE}"/>
                </a:ext>
              </a:extLst>
            </p:cNvPr>
            <p:cNvSpPr/>
            <p:nvPr/>
          </p:nvSpPr>
          <p:spPr>
            <a:xfrm>
              <a:off x="1675638" y="2347722"/>
              <a:ext cx="54407" cy="55191"/>
            </a:xfrm>
            <a:prstGeom prst="rect">
              <a:avLst/>
            </a:prstGeom>
            <a:solidFill>
              <a:srgbClr val="3E20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2" name="Input frame mosaic cell">
              <a:extLst>
                <a:ext uri="{FF2B5EF4-FFF2-40B4-BE49-F238E27FC236}">
                  <a16:creationId xmlns:a16="http://schemas.microsoft.com/office/drawing/2014/main" id="{8C1BCB78-2F1B-F46E-FDB2-C59CB5F9A3C1}"/>
                </a:ext>
              </a:extLst>
            </p:cNvPr>
            <p:cNvSpPr/>
            <p:nvPr/>
          </p:nvSpPr>
          <p:spPr>
            <a:xfrm>
              <a:off x="1725473" y="2347722"/>
              <a:ext cx="54407" cy="55191"/>
            </a:xfrm>
            <a:prstGeom prst="rect">
              <a:avLst/>
            </a:prstGeom>
            <a:solidFill>
              <a:srgbClr val="3E20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3" name="Input frame mosaic cell">
              <a:extLst>
                <a:ext uri="{FF2B5EF4-FFF2-40B4-BE49-F238E27FC236}">
                  <a16:creationId xmlns:a16="http://schemas.microsoft.com/office/drawing/2014/main" id="{D571D082-FB15-488E-CD8E-F9F35C7980F6}"/>
                </a:ext>
              </a:extLst>
            </p:cNvPr>
            <p:cNvSpPr/>
            <p:nvPr/>
          </p:nvSpPr>
          <p:spPr>
            <a:xfrm>
              <a:off x="1775308" y="2347722"/>
              <a:ext cx="54407" cy="55191"/>
            </a:xfrm>
            <a:prstGeom prst="rect">
              <a:avLst/>
            </a:prstGeom>
            <a:solidFill>
              <a:srgbClr val="331A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4" name="Input frame mosaic cell">
              <a:extLst>
                <a:ext uri="{FF2B5EF4-FFF2-40B4-BE49-F238E27FC236}">
                  <a16:creationId xmlns:a16="http://schemas.microsoft.com/office/drawing/2014/main" id="{9F70A81E-15A6-A0B1-E427-DCD91248DFEE}"/>
                </a:ext>
              </a:extLst>
            </p:cNvPr>
            <p:cNvSpPr/>
            <p:nvPr/>
          </p:nvSpPr>
          <p:spPr>
            <a:xfrm>
              <a:off x="1825142" y="2347722"/>
              <a:ext cx="54407" cy="55191"/>
            </a:xfrm>
            <a:prstGeom prst="rect">
              <a:avLst/>
            </a:prstGeom>
            <a:solidFill>
              <a:srgbClr val="2A17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5" name="Input frame mosaic cell">
              <a:extLst>
                <a:ext uri="{FF2B5EF4-FFF2-40B4-BE49-F238E27FC236}">
                  <a16:creationId xmlns:a16="http://schemas.microsoft.com/office/drawing/2014/main" id="{86CD1D6F-C45C-5A3A-869C-50800977C5DC}"/>
                </a:ext>
              </a:extLst>
            </p:cNvPr>
            <p:cNvSpPr/>
            <p:nvPr/>
          </p:nvSpPr>
          <p:spPr>
            <a:xfrm>
              <a:off x="1874977" y="2347722"/>
              <a:ext cx="54407" cy="55191"/>
            </a:xfrm>
            <a:prstGeom prst="rect">
              <a:avLst/>
            </a:prstGeom>
            <a:solidFill>
              <a:srgbClr val="2817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6" name="Input frame mosaic cell">
              <a:extLst>
                <a:ext uri="{FF2B5EF4-FFF2-40B4-BE49-F238E27FC236}">
                  <a16:creationId xmlns:a16="http://schemas.microsoft.com/office/drawing/2014/main" id="{D910AE92-1B0A-1346-50DB-C4410CDAC29D}"/>
                </a:ext>
              </a:extLst>
            </p:cNvPr>
            <p:cNvSpPr/>
            <p:nvPr/>
          </p:nvSpPr>
          <p:spPr>
            <a:xfrm>
              <a:off x="1924812" y="2347722"/>
              <a:ext cx="54407" cy="55191"/>
            </a:xfrm>
            <a:prstGeom prst="rect">
              <a:avLst/>
            </a:prstGeom>
            <a:solidFill>
              <a:srgbClr val="2314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7" name="Input frame mosaic cell">
              <a:extLst>
                <a:ext uri="{FF2B5EF4-FFF2-40B4-BE49-F238E27FC236}">
                  <a16:creationId xmlns:a16="http://schemas.microsoft.com/office/drawing/2014/main" id="{FA020A46-D5D0-9EBA-00F4-34F4260C9A58}"/>
                </a:ext>
              </a:extLst>
            </p:cNvPr>
            <p:cNvSpPr/>
            <p:nvPr/>
          </p:nvSpPr>
          <p:spPr>
            <a:xfrm>
              <a:off x="1974647" y="2347722"/>
              <a:ext cx="54407" cy="55191"/>
            </a:xfrm>
            <a:prstGeom prst="rect">
              <a:avLst/>
            </a:prstGeom>
            <a:solidFill>
              <a:srgbClr val="2215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8" name="Input frame mosaic cell">
              <a:extLst>
                <a:ext uri="{FF2B5EF4-FFF2-40B4-BE49-F238E27FC236}">
                  <a16:creationId xmlns:a16="http://schemas.microsoft.com/office/drawing/2014/main" id="{1B2123A5-2BAC-2FE7-BDD9-F26A6781A17E}"/>
                </a:ext>
              </a:extLst>
            </p:cNvPr>
            <p:cNvSpPr/>
            <p:nvPr/>
          </p:nvSpPr>
          <p:spPr>
            <a:xfrm>
              <a:off x="2024482" y="2347722"/>
              <a:ext cx="54407" cy="55191"/>
            </a:xfrm>
            <a:prstGeom prst="rect">
              <a:avLst/>
            </a:prstGeom>
            <a:solidFill>
              <a:srgbClr val="271A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499" name="Input frame mosaic cell">
              <a:extLst>
                <a:ext uri="{FF2B5EF4-FFF2-40B4-BE49-F238E27FC236}">
                  <a16:creationId xmlns:a16="http://schemas.microsoft.com/office/drawing/2014/main" id="{5BA496AD-74ED-4364-AF49-20694EB3F298}"/>
                </a:ext>
              </a:extLst>
            </p:cNvPr>
            <p:cNvSpPr/>
            <p:nvPr/>
          </p:nvSpPr>
          <p:spPr>
            <a:xfrm>
              <a:off x="2074316" y="2347722"/>
              <a:ext cx="54407" cy="55191"/>
            </a:xfrm>
            <a:prstGeom prst="rect">
              <a:avLst/>
            </a:prstGeom>
            <a:solidFill>
              <a:srgbClr val="281C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0" name="Input frame mosaic cell">
              <a:extLst>
                <a:ext uri="{FF2B5EF4-FFF2-40B4-BE49-F238E27FC236}">
                  <a16:creationId xmlns:a16="http://schemas.microsoft.com/office/drawing/2014/main" id="{FF08994A-7F95-3F0D-BA2E-E74779BA28D1}"/>
                </a:ext>
              </a:extLst>
            </p:cNvPr>
            <p:cNvSpPr/>
            <p:nvPr/>
          </p:nvSpPr>
          <p:spPr>
            <a:xfrm>
              <a:off x="2124151" y="2347722"/>
              <a:ext cx="54407" cy="55191"/>
            </a:xfrm>
            <a:prstGeom prst="rect">
              <a:avLst/>
            </a:prstGeom>
            <a:solidFill>
              <a:srgbClr val="2418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1" name="Input frame mosaic cell">
              <a:extLst>
                <a:ext uri="{FF2B5EF4-FFF2-40B4-BE49-F238E27FC236}">
                  <a16:creationId xmlns:a16="http://schemas.microsoft.com/office/drawing/2014/main" id="{A6670C58-70E5-887E-2FA5-D2EF79F86206}"/>
                </a:ext>
              </a:extLst>
            </p:cNvPr>
            <p:cNvSpPr/>
            <p:nvPr/>
          </p:nvSpPr>
          <p:spPr>
            <a:xfrm>
              <a:off x="2173986" y="2347722"/>
              <a:ext cx="54407" cy="55191"/>
            </a:xfrm>
            <a:prstGeom prst="rect">
              <a:avLst/>
            </a:prstGeom>
            <a:solidFill>
              <a:srgbClr val="160E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2" name="Input frame mosaic cell">
              <a:extLst>
                <a:ext uri="{FF2B5EF4-FFF2-40B4-BE49-F238E27FC236}">
                  <a16:creationId xmlns:a16="http://schemas.microsoft.com/office/drawing/2014/main" id="{5199672C-A951-6692-C980-3F7B6D0D042F}"/>
                </a:ext>
              </a:extLst>
            </p:cNvPr>
            <p:cNvSpPr/>
            <p:nvPr/>
          </p:nvSpPr>
          <p:spPr>
            <a:xfrm>
              <a:off x="2223821" y="2347722"/>
              <a:ext cx="54407" cy="55191"/>
            </a:xfrm>
            <a:prstGeom prst="rect">
              <a:avLst/>
            </a:prstGeom>
            <a:solidFill>
              <a:srgbClr val="130A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3" name="Input frame mosaic cell">
              <a:extLst>
                <a:ext uri="{FF2B5EF4-FFF2-40B4-BE49-F238E27FC236}">
                  <a16:creationId xmlns:a16="http://schemas.microsoft.com/office/drawing/2014/main" id="{860FFD54-7328-BFEA-D67A-D49231958832}"/>
                </a:ext>
              </a:extLst>
            </p:cNvPr>
            <p:cNvSpPr/>
            <p:nvPr/>
          </p:nvSpPr>
          <p:spPr>
            <a:xfrm>
              <a:off x="2273656" y="2347722"/>
              <a:ext cx="54407" cy="55191"/>
            </a:xfrm>
            <a:prstGeom prst="rect">
              <a:avLst/>
            </a:prstGeom>
            <a:solidFill>
              <a:srgbClr val="180C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4" name="Input frame mosaic cell">
              <a:extLst>
                <a:ext uri="{FF2B5EF4-FFF2-40B4-BE49-F238E27FC236}">
                  <a16:creationId xmlns:a16="http://schemas.microsoft.com/office/drawing/2014/main" id="{7855C18B-563A-0BDA-F788-8CDD2A401152}"/>
                </a:ext>
              </a:extLst>
            </p:cNvPr>
            <p:cNvSpPr/>
            <p:nvPr/>
          </p:nvSpPr>
          <p:spPr>
            <a:xfrm>
              <a:off x="2323490" y="2347722"/>
              <a:ext cx="54407" cy="55191"/>
            </a:xfrm>
            <a:prstGeom prst="rect">
              <a:avLst/>
            </a:prstGeom>
            <a:solidFill>
              <a:srgbClr val="1B0D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5" name="Input frame mosaic cell">
              <a:extLst>
                <a:ext uri="{FF2B5EF4-FFF2-40B4-BE49-F238E27FC236}">
                  <a16:creationId xmlns:a16="http://schemas.microsoft.com/office/drawing/2014/main" id="{48206498-D3D1-1A8D-1566-8DA7C013A5F5}"/>
                </a:ext>
              </a:extLst>
            </p:cNvPr>
            <p:cNvSpPr/>
            <p:nvPr/>
          </p:nvSpPr>
          <p:spPr>
            <a:xfrm>
              <a:off x="2373325" y="2347722"/>
              <a:ext cx="54407" cy="55191"/>
            </a:xfrm>
            <a:prstGeom prst="rect">
              <a:avLst/>
            </a:prstGeom>
            <a:solidFill>
              <a:srgbClr val="190C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6" name="Input frame mosaic cell">
              <a:extLst>
                <a:ext uri="{FF2B5EF4-FFF2-40B4-BE49-F238E27FC236}">
                  <a16:creationId xmlns:a16="http://schemas.microsoft.com/office/drawing/2014/main" id="{86520079-C8D7-7E38-83A1-031A122D231E}"/>
                </a:ext>
              </a:extLst>
            </p:cNvPr>
            <p:cNvSpPr/>
            <p:nvPr/>
          </p:nvSpPr>
          <p:spPr>
            <a:xfrm>
              <a:off x="429768" y="2398341"/>
              <a:ext cx="54407" cy="55191"/>
            </a:xfrm>
            <a:prstGeom prst="rect">
              <a:avLst/>
            </a:prstGeom>
            <a:solidFill>
              <a:srgbClr val="1E19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7" name="Input frame mosaic cell">
              <a:extLst>
                <a:ext uri="{FF2B5EF4-FFF2-40B4-BE49-F238E27FC236}">
                  <a16:creationId xmlns:a16="http://schemas.microsoft.com/office/drawing/2014/main" id="{B1C13AE7-7330-EC00-4DC6-0EB82E5949B9}"/>
                </a:ext>
              </a:extLst>
            </p:cNvPr>
            <p:cNvSpPr/>
            <p:nvPr/>
          </p:nvSpPr>
          <p:spPr>
            <a:xfrm>
              <a:off x="479603" y="2398341"/>
              <a:ext cx="54407" cy="55191"/>
            </a:xfrm>
            <a:prstGeom prst="rect">
              <a:avLst/>
            </a:prstGeom>
            <a:solidFill>
              <a:srgbClr val="4739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8" name="Input frame mosaic cell">
              <a:extLst>
                <a:ext uri="{FF2B5EF4-FFF2-40B4-BE49-F238E27FC236}">
                  <a16:creationId xmlns:a16="http://schemas.microsoft.com/office/drawing/2014/main" id="{BB814271-8769-9CF5-2298-685E38BBE8F3}"/>
                </a:ext>
              </a:extLst>
            </p:cNvPr>
            <p:cNvSpPr/>
            <p:nvPr/>
          </p:nvSpPr>
          <p:spPr>
            <a:xfrm>
              <a:off x="529438" y="2398341"/>
              <a:ext cx="54407" cy="55191"/>
            </a:xfrm>
            <a:prstGeom prst="rect">
              <a:avLst/>
            </a:prstGeom>
            <a:solidFill>
              <a:srgbClr val="3323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09" name="Input frame mosaic cell">
              <a:extLst>
                <a:ext uri="{FF2B5EF4-FFF2-40B4-BE49-F238E27FC236}">
                  <a16:creationId xmlns:a16="http://schemas.microsoft.com/office/drawing/2014/main" id="{15D3D204-C406-DDB0-FD47-4D8AB9B95263}"/>
                </a:ext>
              </a:extLst>
            </p:cNvPr>
            <p:cNvSpPr/>
            <p:nvPr/>
          </p:nvSpPr>
          <p:spPr>
            <a:xfrm>
              <a:off x="579272" y="2398341"/>
              <a:ext cx="54407" cy="55191"/>
            </a:xfrm>
            <a:prstGeom prst="rect">
              <a:avLst/>
            </a:prstGeom>
            <a:solidFill>
              <a:srgbClr val="1A0C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0" name="Input frame mosaic cell">
              <a:extLst>
                <a:ext uri="{FF2B5EF4-FFF2-40B4-BE49-F238E27FC236}">
                  <a16:creationId xmlns:a16="http://schemas.microsoft.com/office/drawing/2014/main" id="{008E5A5E-1C84-0C22-1A3F-EA8355B31446}"/>
                </a:ext>
              </a:extLst>
            </p:cNvPr>
            <p:cNvSpPr/>
            <p:nvPr/>
          </p:nvSpPr>
          <p:spPr>
            <a:xfrm>
              <a:off x="629107" y="2398341"/>
              <a:ext cx="54407" cy="55191"/>
            </a:xfrm>
            <a:prstGeom prst="rect">
              <a:avLst/>
            </a:prstGeom>
            <a:solidFill>
              <a:srgbClr val="1E0F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1" name="Input frame mosaic cell">
              <a:extLst>
                <a:ext uri="{FF2B5EF4-FFF2-40B4-BE49-F238E27FC236}">
                  <a16:creationId xmlns:a16="http://schemas.microsoft.com/office/drawing/2014/main" id="{9688936D-E680-208C-AF81-F4EC0E1ACBDB}"/>
                </a:ext>
              </a:extLst>
            </p:cNvPr>
            <p:cNvSpPr/>
            <p:nvPr/>
          </p:nvSpPr>
          <p:spPr>
            <a:xfrm>
              <a:off x="678942" y="2398341"/>
              <a:ext cx="54407" cy="55191"/>
            </a:xfrm>
            <a:prstGeom prst="rect">
              <a:avLst/>
            </a:prstGeom>
            <a:solidFill>
              <a:srgbClr val="2616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2" name="Input frame mosaic cell">
              <a:extLst>
                <a:ext uri="{FF2B5EF4-FFF2-40B4-BE49-F238E27FC236}">
                  <a16:creationId xmlns:a16="http://schemas.microsoft.com/office/drawing/2014/main" id="{51C1FF10-0C9E-90FB-8307-1470DC68A761}"/>
                </a:ext>
              </a:extLst>
            </p:cNvPr>
            <p:cNvSpPr/>
            <p:nvPr/>
          </p:nvSpPr>
          <p:spPr>
            <a:xfrm>
              <a:off x="728777" y="2398341"/>
              <a:ext cx="54407" cy="55191"/>
            </a:xfrm>
            <a:prstGeom prst="rect">
              <a:avLst/>
            </a:prstGeom>
            <a:solidFill>
              <a:srgbClr val="2414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3" name="Input frame mosaic cell">
              <a:extLst>
                <a:ext uri="{FF2B5EF4-FFF2-40B4-BE49-F238E27FC236}">
                  <a16:creationId xmlns:a16="http://schemas.microsoft.com/office/drawing/2014/main" id="{87A0BD9A-0EF2-E7E8-9255-C6D4DFEE82A2}"/>
                </a:ext>
              </a:extLst>
            </p:cNvPr>
            <p:cNvSpPr/>
            <p:nvPr/>
          </p:nvSpPr>
          <p:spPr>
            <a:xfrm>
              <a:off x="778612" y="2398341"/>
              <a:ext cx="54407" cy="55191"/>
            </a:xfrm>
            <a:prstGeom prst="rect">
              <a:avLst/>
            </a:prstGeom>
            <a:solidFill>
              <a:srgbClr val="1F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4" name="Input frame mosaic cell">
              <a:extLst>
                <a:ext uri="{FF2B5EF4-FFF2-40B4-BE49-F238E27FC236}">
                  <a16:creationId xmlns:a16="http://schemas.microsoft.com/office/drawing/2014/main" id="{8AD044B5-8416-08FB-A85C-90AD570F20FB}"/>
                </a:ext>
              </a:extLst>
            </p:cNvPr>
            <p:cNvSpPr/>
            <p:nvPr/>
          </p:nvSpPr>
          <p:spPr>
            <a:xfrm>
              <a:off x="828446" y="2398341"/>
              <a:ext cx="54407" cy="55191"/>
            </a:xfrm>
            <a:prstGeom prst="rect">
              <a:avLst/>
            </a:prstGeom>
            <a:solidFill>
              <a:srgbClr val="2314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5" name="Input frame mosaic cell">
              <a:extLst>
                <a:ext uri="{FF2B5EF4-FFF2-40B4-BE49-F238E27FC236}">
                  <a16:creationId xmlns:a16="http://schemas.microsoft.com/office/drawing/2014/main" id="{FA38ACFA-6182-FC13-5100-BCECE31285F7}"/>
                </a:ext>
              </a:extLst>
            </p:cNvPr>
            <p:cNvSpPr/>
            <p:nvPr/>
          </p:nvSpPr>
          <p:spPr>
            <a:xfrm>
              <a:off x="878281" y="2398341"/>
              <a:ext cx="54407" cy="55191"/>
            </a:xfrm>
            <a:prstGeom prst="rect">
              <a:avLst/>
            </a:prstGeom>
            <a:solidFill>
              <a:srgbClr val="2918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6" name="Input frame mosaic cell">
              <a:extLst>
                <a:ext uri="{FF2B5EF4-FFF2-40B4-BE49-F238E27FC236}">
                  <a16:creationId xmlns:a16="http://schemas.microsoft.com/office/drawing/2014/main" id="{F76DD0E8-13F8-E7A3-F811-27123F54A82C}"/>
                </a:ext>
              </a:extLst>
            </p:cNvPr>
            <p:cNvSpPr/>
            <p:nvPr/>
          </p:nvSpPr>
          <p:spPr>
            <a:xfrm>
              <a:off x="928116" y="2398341"/>
              <a:ext cx="54407" cy="55191"/>
            </a:xfrm>
            <a:prstGeom prst="rect">
              <a:avLst/>
            </a:prstGeom>
            <a:solidFill>
              <a:srgbClr val="3A211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7" name="Input frame mosaic cell">
              <a:extLst>
                <a:ext uri="{FF2B5EF4-FFF2-40B4-BE49-F238E27FC236}">
                  <a16:creationId xmlns:a16="http://schemas.microsoft.com/office/drawing/2014/main" id="{0BDDC25F-7E25-06B5-EEF6-D38DF8BC4B8F}"/>
                </a:ext>
              </a:extLst>
            </p:cNvPr>
            <p:cNvSpPr/>
            <p:nvPr/>
          </p:nvSpPr>
          <p:spPr>
            <a:xfrm>
              <a:off x="977951" y="2398341"/>
              <a:ext cx="54407" cy="55191"/>
            </a:xfrm>
            <a:prstGeom prst="rect">
              <a:avLst/>
            </a:prstGeom>
            <a:solidFill>
              <a:srgbClr val="4C2A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8" name="Input frame mosaic cell">
              <a:extLst>
                <a:ext uri="{FF2B5EF4-FFF2-40B4-BE49-F238E27FC236}">
                  <a16:creationId xmlns:a16="http://schemas.microsoft.com/office/drawing/2014/main" id="{7C19CD30-9598-FEE0-7F48-409B2D9ECAAF}"/>
                </a:ext>
              </a:extLst>
            </p:cNvPr>
            <p:cNvSpPr/>
            <p:nvPr/>
          </p:nvSpPr>
          <p:spPr>
            <a:xfrm>
              <a:off x="1027786" y="2398341"/>
              <a:ext cx="54407" cy="55191"/>
            </a:xfrm>
            <a:prstGeom prst="rect">
              <a:avLst/>
            </a:prstGeom>
            <a:solidFill>
              <a:srgbClr val="4729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19" name="Input frame mosaic cell">
              <a:extLst>
                <a:ext uri="{FF2B5EF4-FFF2-40B4-BE49-F238E27FC236}">
                  <a16:creationId xmlns:a16="http://schemas.microsoft.com/office/drawing/2014/main" id="{15A6309D-0708-7F82-8648-FFD9E2E86A6C}"/>
                </a:ext>
              </a:extLst>
            </p:cNvPr>
            <p:cNvSpPr/>
            <p:nvPr/>
          </p:nvSpPr>
          <p:spPr>
            <a:xfrm>
              <a:off x="1077620" y="2398341"/>
              <a:ext cx="54407" cy="55191"/>
            </a:xfrm>
            <a:prstGeom prst="rect">
              <a:avLst/>
            </a:prstGeom>
            <a:solidFill>
              <a:srgbClr val="4326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0" name="Input frame mosaic cell">
              <a:extLst>
                <a:ext uri="{FF2B5EF4-FFF2-40B4-BE49-F238E27FC236}">
                  <a16:creationId xmlns:a16="http://schemas.microsoft.com/office/drawing/2014/main" id="{31A55EC8-513B-3605-98B3-6E2B411560F8}"/>
                </a:ext>
              </a:extLst>
            </p:cNvPr>
            <p:cNvSpPr/>
            <p:nvPr/>
          </p:nvSpPr>
          <p:spPr>
            <a:xfrm>
              <a:off x="1127455" y="2398341"/>
              <a:ext cx="54407" cy="55191"/>
            </a:xfrm>
            <a:prstGeom prst="rect">
              <a:avLst/>
            </a:prstGeom>
            <a:solidFill>
              <a:srgbClr val="4821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1" name="Input frame mosaic cell">
              <a:extLst>
                <a:ext uri="{FF2B5EF4-FFF2-40B4-BE49-F238E27FC236}">
                  <a16:creationId xmlns:a16="http://schemas.microsoft.com/office/drawing/2014/main" id="{16F24BEF-2F84-2AEF-BF6C-D1ECBC1F2F47}"/>
                </a:ext>
              </a:extLst>
            </p:cNvPr>
            <p:cNvSpPr/>
            <p:nvPr/>
          </p:nvSpPr>
          <p:spPr>
            <a:xfrm>
              <a:off x="1177290" y="2398341"/>
              <a:ext cx="54407" cy="55191"/>
            </a:xfrm>
            <a:prstGeom prst="rect">
              <a:avLst/>
            </a:prstGeom>
            <a:solidFill>
              <a:srgbClr val="6730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2" name="Input frame mosaic cell">
              <a:extLst>
                <a:ext uri="{FF2B5EF4-FFF2-40B4-BE49-F238E27FC236}">
                  <a16:creationId xmlns:a16="http://schemas.microsoft.com/office/drawing/2014/main" id="{0A5752A1-0A55-C588-9009-DD25973710CF}"/>
                </a:ext>
              </a:extLst>
            </p:cNvPr>
            <p:cNvSpPr/>
            <p:nvPr/>
          </p:nvSpPr>
          <p:spPr>
            <a:xfrm>
              <a:off x="1227125" y="2398341"/>
              <a:ext cx="54407" cy="55191"/>
            </a:xfrm>
            <a:prstGeom prst="rect">
              <a:avLst/>
            </a:prstGeom>
            <a:solidFill>
              <a:srgbClr val="893E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3" name="Input frame mosaic cell">
              <a:extLst>
                <a:ext uri="{FF2B5EF4-FFF2-40B4-BE49-F238E27FC236}">
                  <a16:creationId xmlns:a16="http://schemas.microsoft.com/office/drawing/2014/main" id="{B01A74E1-2512-58C7-EFB5-0036A4DB8F29}"/>
                </a:ext>
              </a:extLst>
            </p:cNvPr>
            <p:cNvSpPr/>
            <p:nvPr/>
          </p:nvSpPr>
          <p:spPr>
            <a:xfrm>
              <a:off x="1276960" y="2398341"/>
              <a:ext cx="54407" cy="55191"/>
            </a:xfrm>
            <a:prstGeom prst="rect">
              <a:avLst/>
            </a:prstGeom>
            <a:solidFill>
              <a:srgbClr val="8937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4" name="Input frame mosaic cell">
              <a:extLst>
                <a:ext uri="{FF2B5EF4-FFF2-40B4-BE49-F238E27FC236}">
                  <a16:creationId xmlns:a16="http://schemas.microsoft.com/office/drawing/2014/main" id="{9FB8936F-1310-56AB-B3BB-FBA31D6081A2}"/>
                </a:ext>
              </a:extLst>
            </p:cNvPr>
            <p:cNvSpPr/>
            <p:nvPr/>
          </p:nvSpPr>
          <p:spPr>
            <a:xfrm>
              <a:off x="1326794" y="2398341"/>
              <a:ext cx="54407" cy="55191"/>
            </a:xfrm>
            <a:prstGeom prst="rect">
              <a:avLst/>
            </a:prstGeom>
            <a:solidFill>
              <a:srgbClr val="722D2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5" name="Input frame mosaic cell">
              <a:extLst>
                <a:ext uri="{FF2B5EF4-FFF2-40B4-BE49-F238E27FC236}">
                  <a16:creationId xmlns:a16="http://schemas.microsoft.com/office/drawing/2014/main" id="{F5994CF8-6A4F-C91D-F0AF-0A4D261A3F15}"/>
                </a:ext>
              </a:extLst>
            </p:cNvPr>
            <p:cNvSpPr/>
            <p:nvPr/>
          </p:nvSpPr>
          <p:spPr>
            <a:xfrm>
              <a:off x="1376629" y="2398341"/>
              <a:ext cx="54407" cy="55191"/>
            </a:xfrm>
            <a:prstGeom prst="rect">
              <a:avLst/>
            </a:prstGeom>
            <a:solidFill>
              <a:srgbClr val="4619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6" name="Input frame mosaic cell">
              <a:extLst>
                <a:ext uri="{FF2B5EF4-FFF2-40B4-BE49-F238E27FC236}">
                  <a16:creationId xmlns:a16="http://schemas.microsoft.com/office/drawing/2014/main" id="{12025056-8C61-CD8A-1D4A-EDDE5341C331}"/>
                </a:ext>
              </a:extLst>
            </p:cNvPr>
            <p:cNvSpPr/>
            <p:nvPr/>
          </p:nvSpPr>
          <p:spPr>
            <a:xfrm>
              <a:off x="1426464" y="2398341"/>
              <a:ext cx="54407" cy="55191"/>
            </a:xfrm>
            <a:prstGeom prst="rect">
              <a:avLst/>
            </a:prstGeom>
            <a:solidFill>
              <a:srgbClr val="3916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7" name="Input frame mosaic cell">
              <a:extLst>
                <a:ext uri="{FF2B5EF4-FFF2-40B4-BE49-F238E27FC236}">
                  <a16:creationId xmlns:a16="http://schemas.microsoft.com/office/drawing/2014/main" id="{8EBB3117-8EE2-C267-CDFD-346281F44600}"/>
                </a:ext>
              </a:extLst>
            </p:cNvPr>
            <p:cNvSpPr/>
            <p:nvPr/>
          </p:nvSpPr>
          <p:spPr>
            <a:xfrm>
              <a:off x="1476299" y="2398341"/>
              <a:ext cx="54407" cy="55191"/>
            </a:xfrm>
            <a:prstGeom prst="rect">
              <a:avLst/>
            </a:prstGeom>
            <a:solidFill>
              <a:srgbClr val="3718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8" name="Input frame mosaic cell">
              <a:extLst>
                <a:ext uri="{FF2B5EF4-FFF2-40B4-BE49-F238E27FC236}">
                  <a16:creationId xmlns:a16="http://schemas.microsoft.com/office/drawing/2014/main" id="{8AC42AD9-8540-2F39-FAB6-1E700903B7EF}"/>
                </a:ext>
              </a:extLst>
            </p:cNvPr>
            <p:cNvSpPr/>
            <p:nvPr/>
          </p:nvSpPr>
          <p:spPr>
            <a:xfrm>
              <a:off x="1526134" y="2398341"/>
              <a:ext cx="54407" cy="55191"/>
            </a:xfrm>
            <a:prstGeom prst="rect">
              <a:avLst/>
            </a:prstGeom>
            <a:solidFill>
              <a:srgbClr val="4D2C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29" name="Input frame mosaic cell">
              <a:extLst>
                <a:ext uri="{FF2B5EF4-FFF2-40B4-BE49-F238E27FC236}">
                  <a16:creationId xmlns:a16="http://schemas.microsoft.com/office/drawing/2014/main" id="{F63C361C-BBBF-3D9C-E9B3-4250326FAC81}"/>
                </a:ext>
              </a:extLst>
            </p:cNvPr>
            <p:cNvSpPr/>
            <p:nvPr/>
          </p:nvSpPr>
          <p:spPr>
            <a:xfrm>
              <a:off x="1575968" y="2398341"/>
              <a:ext cx="54407" cy="55191"/>
            </a:xfrm>
            <a:prstGeom prst="rect">
              <a:avLst/>
            </a:prstGeom>
            <a:solidFill>
              <a:srgbClr val="5A3D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0" name="Input frame mosaic cell">
              <a:extLst>
                <a:ext uri="{FF2B5EF4-FFF2-40B4-BE49-F238E27FC236}">
                  <a16:creationId xmlns:a16="http://schemas.microsoft.com/office/drawing/2014/main" id="{1950657C-314E-DCD2-DE65-BFB88E7E9E66}"/>
                </a:ext>
              </a:extLst>
            </p:cNvPr>
            <p:cNvSpPr/>
            <p:nvPr/>
          </p:nvSpPr>
          <p:spPr>
            <a:xfrm>
              <a:off x="1625803" y="2398341"/>
              <a:ext cx="54407" cy="55191"/>
            </a:xfrm>
            <a:prstGeom prst="rect">
              <a:avLst/>
            </a:prstGeom>
            <a:solidFill>
              <a:srgbClr val="4C31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1" name="Input frame mosaic cell">
              <a:extLst>
                <a:ext uri="{FF2B5EF4-FFF2-40B4-BE49-F238E27FC236}">
                  <a16:creationId xmlns:a16="http://schemas.microsoft.com/office/drawing/2014/main" id="{C85DB020-4E53-1A1D-3266-EC940ACF28A6}"/>
                </a:ext>
              </a:extLst>
            </p:cNvPr>
            <p:cNvSpPr/>
            <p:nvPr/>
          </p:nvSpPr>
          <p:spPr>
            <a:xfrm>
              <a:off x="1675638" y="2398341"/>
              <a:ext cx="54407" cy="55191"/>
            </a:xfrm>
            <a:prstGeom prst="rect">
              <a:avLst/>
            </a:prstGeom>
            <a:solidFill>
              <a:srgbClr val="4327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2" name="Input frame mosaic cell">
              <a:extLst>
                <a:ext uri="{FF2B5EF4-FFF2-40B4-BE49-F238E27FC236}">
                  <a16:creationId xmlns:a16="http://schemas.microsoft.com/office/drawing/2014/main" id="{350AEE36-336E-530A-CD53-4DD2714D4A5C}"/>
                </a:ext>
              </a:extLst>
            </p:cNvPr>
            <p:cNvSpPr/>
            <p:nvPr/>
          </p:nvSpPr>
          <p:spPr>
            <a:xfrm>
              <a:off x="1725473" y="2398341"/>
              <a:ext cx="54407" cy="55191"/>
            </a:xfrm>
            <a:prstGeom prst="rect">
              <a:avLst/>
            </a:prstGeom>
            <a:solidFill>
              <a:srgbClr val="3A21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3" name="Input frame mosaic cell">
              <a:extLst>
                <a:ext uri="{FF2B5EF4-FFF2-40B4-BE49-F238E27FC236}">
                  <a16:creationId xmlns:a16="http://schemas.microsoft.com/office/drawing/2014/main" id="{878A8D81-F2C9-0762-D641-F9BDEC0F9C35}"/>
                </a:ext>
              </a:extLst>
            </p:cNvPr>
            <p:cNvSpPr/>
            <p:nvPr/>
          </p:nvSpPr>
          <p:spPr>
            <a:xfrm>
              <a:off x="1775308" y="2398341"/>
              <a:ext cx="54407" cy="55191"/>
            </a:xfrm>
            <a:prstGeom prst="rect">
              <a:avLst/>
            </a:prstGeom>
            <a:solidFill>
              <a:srgbClr val="331D1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4" name="Input frame mosaic cell">
              <a:extLst>
                <a:ext uri="{FF2B5EF4-FFF2-40B4-BE49-F238E27FC236}">
                  <a16:creationId xmlns:a16="http://schemas.microsoft.com/office/drawing/2014/main" id="{ECB19100-1EE6-0BDC-0B92-10857A5DFC9C}"/>
                </a:ext>
              </a:extLst>
            </p:cNvPr>
            <p:cNvSpPr/>
            <p:nvPr/>
          </p:nvSpPr>
          <p:spPr>
            <a:xfrm>
              <a:off x="1825142" y="2398341"/>
              <a:ext cx="54407" cy="55191"/>
            </a:xfrm>
            <a:prstGeom prst="rect">
              <a:avLst/>
            </a:prstGeom>
            <a:solidFill>
              <a:srgbClr val="301C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5" name="Input frame mosaic cell">
              <a:extLst>
                <a:ext uri="{FF2B5EF4-FFF2-40B4-BE49-F238E27FC236}">
                  <a16:creationId xmlns:a16="http://schemas.microsoft.com/office/drawing/2014/main" id="{E214CB2A-E1F9-F3BD-2D3D-7DF3C526905C}"/>
                </a:ext>
              </a:extLst>
            </p:cNvPr>
            <p:cNvSpPr/>
            <p:nvPr/>
          </p:nvSpPr>
          <p:spPr>
            <a:xfrm>
              <a:off x="1874977" y="2398341"/>
              <a:ext cx="54407" cy="55191"/>
            </a:xfrm>
            <a:prstGeom prst="rect">
              <a:avLst/>
            </a:prstGeom>
            <a:solidFill>
              <a:srgbClr val="2D19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6" name="Input frame mosaic cell">
              <a:extLst>
                <a:ext uri="{FF2B5EF4-FFF2-40B4-BE49-F238E27FC236}">
                  <a16:creationId xmlns:a16="http://schemas.microsoft.com/office/drawing/2014/main" id="{D590CA01-5A17-3C77-AFB3-A3DE4C84D149}"/>
                </a:ext>
              </a:extLst>
            </p:cNvPr>
            <p:cNvSpPr/>
            <p:nvPr/>
          </p:nvSpPr>
          <p:spPr>
            <a:xfrm>
              <a:off x="1924812" y="2398341"/>
              <a:ext cx="54407" cy="55191"/>
            </a:xfrm>
            <a:prstGeom prst="rect">
              <a:avLst/>
            </a:prstGeom>
            <a:solidFill>
              <a:srgbClr val="2917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7" name="Input frame mosaic cell">
              <a:extLst>
                <a:ext uri="{FF2B5EF4-FFF2-40B4-BE49-F238E27FC236}">
                  <a16:creationId xmlns:a16="http://schemas.microsoft.com/office/drawing/2014/main" id="{941B3E72-4AF7-B613-E04C-9A79D0D76AC0}"/>
                </a:ext>
              </a:extLst>
            </p:cNvPr>
            <p:cNvSpPr/>
            <p:nvPr/>
          </p:nvSpPr>
          <p:spPr>
            <a:xfrm>
              <a:off x="1974647" y="2398341"/>
              <a:ext cx="54407" cy="55191"/>
            </a:xfrm>
            <a:prstGeom prst="rect">
              <a:avLst/>
            </a:prstGeom>
            <a:solidFill>
              <a:srgbClr val="2816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8" name="Input frame mosaic cell">
              <a:extLst>
                <a:ext uri="{FF2B5EF4-FFF2-40B4-BE49-F238E27FC236}">
                  <a16:creationId xmlns:a16="http://schemas.microsoft.com/office/drawing/2014/main" id="{71FAA6DD-F497-7084-60B1-CC05F8869013}"/>
                </a:ext>
              </a:extLst>
            </p:cNvPr>
            <p:cNvSpPr/>
            <p:nvPr/>
          </p:nvSpPr>
          <p:spPr>
            <a:xfrm>
              <a:off x="2024482" y="2398341"/>
              <a:ext cx="54407" cy="55191"/>
            </a:xfrm>
            <a:prstGeom prst="rect">
              <a:avLst/>
            </a:prstGeom>
            <a:solidFill>
              <a:srgbClr val="2A1A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39" name="Input frame mosaic cell">
              <a:extLst>
                <a:ext uri="{FF2B5EF4-FFF2-40B4-BE49-F238E27FC236}">
                  <a16:creationId xmlns:a16="http://schemas.microsoft.com/office/drawing/2014/main" id="{53B7D867-60AA-44D6-4284-CD1FD98651F2}"/>
                </a:ext>
              </a:extLst>
            </p:cNvPr>
            <p:cNvSpPr/>
            <p:nvPr/>
          </p:nvSpPr>
          <p:spPr>
            <a:xfrm>
              <a:off x="2074316" y="2398341"/>
              <a:ext cx="54407" cy="55191"/>
            </a:xfrm>
            <a:prstGeom prst="rect">
              <a:avLst/>
            </a:prstGeom>
            <a:solidFill>
              <a:srgbClr val="271A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0" name="Input frame mosaic cell">
              <a:extLst>
                <a:ext uri="{FF2B5EF4-FFF2-40B4-BE49-F238E27FC236}">
                  <a16:creationId xmlns:a16="http://schemas.microsoft.com/office/drawing/2014/main" id="{3C7D3BDE-77BA-298C-ED84-B64E9C0E3F1F}"/>
                </a:ext>
              </a:extLst>
            </p:cNvPr>
            <p:cNvSpPr/>
            <p:nvPr/>
          </p:nvSpPr>
          <p:spPr>
            <a:xfrm>
              <a:off x="2124151" y="2398341"/>
              <a:ext cx="54407" cy="55191"/>
            </a:xfrm>
            <a:prstGeom prst="rect">
              <a:avLst/>
            </a:prstGeom>
            <a:solidFill>
              <a:srgbClr val="261A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1" name="Input frame mosaic cell">
              <a:extLst>
                <a:ext uri="{FF2B5EF4-FFF2-40B4-BE49-F238E27FC236}">
                  <a16:creationId xmlns:a16="http://schemas.microsoft.com/office/drawing/2014/main" id="{0FD72175-BD7C-3B89-E0E2-9D13BE053EAB}"/>
                </a:ext>
              </a:extLst>
            </p:cNvPr>
            <p:cNvSpPr/>
            <p:nvPr/>
          </p:nvSpPr>
          <p:spPr>
            <a:xfrm>
              <a:off x="2173986" y="2398341"/>
              <a:ext cx="54407" cy="55191"/>
            </a:xfrm>
            <a:prstGeom prst="rect">
              <a:avLst/>
            </a:prstGeom>
            <a:solidFill>
              <a:srgbClr val="1D13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2" name="Input frame mosaic cell">
              <a:extLst>
                <a:ext uri="{FF2B5EF4-FFF2-40B4-BE49-F238E27FC236}">
                  <a16:creationId xmlns:a16="http://schemas.microsoft.com/office/drawing/2014/main" id="{4F44448C-9BE0-2E96-B685-240FF22FF9A6}"/>
                </a:ext>
              </a:extLst>
            </p:cNvPr>
            <p:cNvSpPr/>
            <p:nvPr/>
          </p:nvSpPr>
          <p:spPr>
            <a:xfrm>
              <a:off x="2223821" y="2398341"/>
              <a:ext cx="54407" cy="55191"/>
            </a:xfrm>
            <a:prstGeom prst="rect">
              <a:avLst/>
            </a:prstGeom>
            <a:solidFill>
              <a:srgbClr val="140B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3" name="Input frame mosaic cell">
              <a:extLst>
                <a:ext uri="{FF2B5EF4-FFF2-40B4-BE49-F238E27FC236}">
                  <a16:creationId xmlns:a16="http://schemas.microsoft.com/office/drawing/2014/main" id="{50BCF302-E632-5CBE-4A6E-7E36E3E99F1A}"/>
                </a:ext>
              </a:extLst>
            </p:cNvPr>
            <p:cNvSpPr/>
            <p:nvPr/>
          </p:nvSpPr>
          <p:spPr>
            <a:xfrm>
              <a:off x="2273656" y="2398341"/>
              <a:ext cx="54407" cy="55191"/>
            </a:xfrm>
            <a:prstGeom prst="rect">
              <a:avLst/>
            </a:prstGeom>
            <a:solidFill>
              <a:srgbClr val="18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4" name="Input frame mosaic cell">
              <a:extLst>
                <a:ext uri="{FF2B5EF4-FFF2-40B4-BE49-F238E27FC236}">
                  <a16:creationId xmlns:a16="http://schemas.microsoft.com/office/drawing/2014/main" id="{FE17FA97-F179-8D1D-3A49-A4DC84FA6431}"/>
                </a:ext>
              </a:extLst>
            </p:cNvPr>
            <p:cNvSpPr/>
            <p:nvPr/>
          </p:nvSpPr>
          <p:spPr>
            <a:xfrm>
              <a:off x="2323490" y="2398341"/>
              <a:ext cx="54407" cy="55191"/>
            </a:xfrm>
            <a:prstGeom prst="rect">
              <a:avLst/>
            </a:prstGeom>
            <a:solidFill>
              <a:srgbClr val="1F10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5" name="Input frame mosaic cell">
              <a:extLst>
                <a:ext uri="{FF2B5EF4-FFF2-40B4-BE49-F238E27FC236}">
                  <a16:creationId xmlns:a16="http://schemas.microsoft.com/office/drawing/2014/main" id="{AF197201-40E7-EDD4-CA9B-E760E7C29510}"/>
                </a:ext>
              </a:extLst>
            </p:cNvPr>
            <p:cNvSpPr/>
            <p:nvPr/>
          </p:nvSpPr>
          <p:spPr>
            <a:xfrm>
              <a:off x="2373325" y="2398341"/>
              <a:ext cx="54407" cy="55191"/>
            </a:xfrm>
            <a:prstGeom prst="rect">
              <a:avLst/>
            </a:prstGeom>
            <a:solidFill>
              <a:srgbClr val="1E0F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6" name="Input frame mosaic cell">
              <a:extLst>
                <a:ext uri="{FF2B5EF4-FFF2-40B4-BE49-F238E27FC236}">
                  <a16:creationId xmlns:a16="http://schemas.microsoft.com/office/drawing/2014/main" id="{F6C3CEF1-202A-2EEB-BF0A-2861F0C6101E}"/>
                </a:ext>
              </a:extLst>
            </p:cNvPr>
            <p:cNvSpPr/>
            <p:nvPr/>
          </p:nvSpPr>
          <p:spPr>
            <a:xfrm>
              <a:off x="429768" y="2448959"/>
              <a:ext cx="54407" cy="55191"/>
            </a:xfrm>
            <a:prstGeom prst="rect">
              <a:avLst/>
            </a:prstGeom>
            <a:solidFill>
              <a:srgbClr val="26171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7" name="Input frame mosaic cell">
              <a:extLst>
                <a:ext uri="{FF2B5EF4-FFF2-40B4-BE49-F238E27FC236}">
                  <a16:creationId xmlns:a16="http://schemas.microsoft.com/office/drawing/2014/main" id="{713F2AB9-9576-0A9F-C710-5AE04AA9A8B2}"/>
                </a:ext>
              </a:extLst>
            </p:cNvPr>
            <p:cNvSpPr/>
            <p:nvPr/>
          </p:nvSpPr>
          <p:spPr>
            <a:xfrm>
              <a:off x="479603" y="2448959"/>
              <a:ext cx="54407" cy="55191"/>
            </a:xfrm>
            <a:prstGeom prst="rect">
              <a:avLst/>
            </a:prstGeom>
            <a:solidFill>
              <a:srgbClr val="391F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8" name="Input frame mosaic cell">
              <a:extLst>
                <a:ext uri="{FF2B5EF4-FFF2-40B4-BE49-F238E27FC236}">
                  <a16:creationId xmlns:a16="http://schemas.microsoft.com/office/drawing/2014/main" id="{366BE14A-2904-4F10-E8A6-73C3C65816DE}"/>
                </a:ext>
              </a:extLst>
            </p:cNvPr>
            <p:cNvSpPr/>
            <p:nvPr/>
          </p:nvSpPr>
          <p:spPr>
            <a:xfrm>
              <a:off x="529438" y="2448959"/>
              <a:ext cx="54407" cy="55191"/>
            </a:xfrm>
            <a:prstGeom prst="rect">
              <a:avLst/>
            </a:prstGeom>
            <a:solidFill>
              <a:srgbClr val="2C17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49" name="Input frame mosaic cell">
              <a:extLst>
                <a:ext uri="{FF2B5EF4-FFF2-40B4-BE49-F238E27FC236}">
                  <a16:creationId xmlns:a16="http://schemas.microsoft.com/office/drawing/2014/main" id="{93911864-E6A5-00E4-6302-D23661D2A33E}"/>
                </a:ext>
              </a:extLst>
            </p:cNvPr>
            <p:cNvSpPr/>
            <p:nvPr/>
          </p:nvSpPr>
          <p:spPr>
            <a:xfrm>
              <a:off x="579272" y="2448959"/>
              <a:ext cx="54407" cy="55191"/>
            </a:xfrm>
            <a:prstGeom prst="rect">
              <a:avLst/>
            </a:prstGeom>
            <a:solidFill>
              <a:srgbClr val="361B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0" name="Input frame mosaic cell">
              <a:extLst>
                <a:ext uri="{FF2B5EF4-FFF2-40B4-BE49-F238E27FC236}">
                  <a16:creationId xmlns:a16="http://schemas.microsoft.com/office/drawing/2014/main" id="{3EB444F3-7C03-5C24-9846-A3804038791A}"/>
                </a:ext>
              </a:extLst>
            </p:cNvPr>
            <p:cNvSpPr/>
            <p:nvPr/>
          </p:nvSpPr>
          <p:spPr>
            <a:xfrm>
              <a:off x="629107" y="2448959"/>
              <a:ext cx="54407" cy="55191"/>
            </a:xfrm>
            <a:prstGeom prst="rect">
              <a:avLst/>
            </a:prstGeom>
            <a:solidFill>
              <a:srgbClr val="3215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1" name="Input frame mosaic cell">
              <a:extLst>
                <a:ext uri="{FF2B5EF4-FFF2-40B4-BE49-F238E27FC236}">
                  <a16:creationId xmlns:a16="http://schemas.microsoft.com/office/drawing/2014/main" id="{CFB66E6E-F3BE-7FE1-7E3A-CFC4DA28E378}"/>
                </a:ext>
              </a:extLst>
            </p:cNvPr>
            <p:cNvSpPr/>
            <p:nvPr/>
          </p:nvSpPr>
          <p:spPr>
            <a:xfrm>
              <a:off x="678942" y="2448959"/>
              <a:ext cx="54407" cy="55191"/>
            </a:xfrm>
            <a:prstGeom prst="rect">
              <a:avLst/>
            </a:prstGeom>
            <a:solidFill>
              <a:srgbClr val="2D15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2" name="Input frame mosaic cell">
              <a:extLst>
                <a:ext uri="{FF2B5EF4-FFF2-40B4-BE49-F238E27FC236}">
                  <a16:creationId xmlns:a16="http://schemas.microsoft.com/office/drawing/2014/main" id="{CE9D0F66-FB32-BC83-5E33-D1F6830E661B}"/>
                </a:ext>
              </a:extLst>
            </p:cNvPr>
            <p:cNvSpPr/>
            <p:nvPr/>
          </p:nvSpPr>
          <p:spPr>
            <a:xfrm>
              <a:off x="728777" y="2448959"/>
              <a:ext cx="54407" cy="55191"/>
            </a:xfrm>
            <a:prstGeom prst="rect">
              <a:avLst/>
            </a:prstGeom>
            <a:solidFill>
              <a:srgbClr val="2A13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3" name="Input frame mosaic cell">
              <a:extLst>
                <a:ext uri="{FF2B5EF4-FFF2-40B4-BE49-F238E27FC236}">
                  <a16:creationId xmlns:a16="http://schemas.microsoft.com/office/drawing/2014/main" id="{66F725E1-A5D9-77BA-29FE-5E58E84667A8}"/>
                </a:ext>
              </a:extLst>
            </p:cNvPr>
            <p:cNvSpPr/>
            <p:nvPr/>
          </p:nvSpPr>
          <p:spPr>
            <a:xfrm>
              <a:off x="778612" y="2448959"/>
              <a:ext cx="54407" cy="55191"/>
            </a:xfrm>
            <a:prstGeom prst="rect">
              <a:avLst/>
            </a:prstGeom>
            <a:solidFill>
              <a:srgbClr val="2612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4" name="Input frame mosaic cell">
              <a:extLst>
                <a:ext uri="{FF2B5EF4-FFF2-40B4-BE49-F238E27FC236}">
                  <a16:creationId xmlns:a16="http://schemas.microsoft.com/office/drawing/2014/main" id="{34802CAB-7D89-90E2-40F2-43DA0E5CAB94}"/>
                </a:ext>
              </a:extLst>
            </p:cNvPr>
            <p:cNvSpPr/>
            <p:nvPr/>
          </p:nvSpPr>
          <p:spPr>
            <a:xfrm>
              <a:off x="828446" y="2448959"/>
              <a:ext cx="54407" cy="55191"/>
            </a:xfrm>
            <a:prstGeom prst="rect">
              <a:avLst/>
            </a:prstGeom>
            <a:solidFill>
              <a:srgbClr val="2C17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5" name="Input frame mosaic cell">
              <a:extLst>
                <a:ext uri="{FF2B5EF4-FFF2-40B4-BE49-F238E27FC236}">
                  <a16:creationId xmlns:a16="http://schemas.microsoft.com/office/drawing/2014/main" id="{1B70CBD6-8FFA-B9A9-67B3-85A9D6973137}"/>
                </a:ext>
              </a:extLst>
            </p:cNvPr>
            <p:cNvSpPr/>
            <p:nvPr/>
          </p:nvSpPr>
          <p:spPr>
            <a:xfrm>
              <a:off x="878281" y="2448959"/>
              <a:ext cx="54407" cy="55191"/>
            </a:xfrm>
            <a:prstGeom prst="rect">
              <a:avLst/>
            </a:prstGeom>
            <a:solidFill>
              <a:srgbClr val="371E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6" name="Input frame mosaic cell">
              <a:extLst>
                <a:ext uri="{FF2B5EF4-FFF2-40B4-BE49-F238E27FC236}">
                  <a16:creationId xmlns:a16="http://schemas.microsoft.com/office/drawing/2014/main" id="{9CCE6152-AEF5-C720-3B81-8FC99281534A}"/>
                </a:ext>
              </a:extLst>
            </p:cNvPr>
            <p:cNvSpPr/>
            <p:nvPr/>
          </p:nvSpPr>
          <p:spPr>
            <a:xfrm>
              <a:off x="928116" y="2448959"/>
              <a:ext cx="54407" cy="55191"/>
            </a:xfrm>
            <a:prstGeom prst="rect">
              <a:avLst/>
            </a:prstGeom>
            <a:solidFill>
              <a:srgbClr val="532C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7" name="Input frame mosaic cell">
              <a:extLst>
                <a:ext uri="{FF2B5EF4-FFF2-40B4-BE49-F238E27FC236}">
                  <a16:creationId xmlns:a16="http://schemas.microsoft.com/office/drawing/2014/main" id="{89249DDF-DFD7-0234-45F7-CD300E49AA2E}"/>
                </a:ext>
              </a:extLst>
            </p:cNvPr>
            <p:cNvSpPr/>
            <p:nvPr/>
          </p:nvSpPr>
          <p:spPr>
            <a:xfrm>
              <a:off x="977951" y="2448959"/>
              <a:ext cx="54407" cy="55191"/>
            </a:xfrm>
            <a:prstGeom prst="rect">
              <a:avLst/>
            </a:prstGeom>
            <a:solidFill>
              <a:srgbClr val="5B32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8" name="Input frame mosaic cell">
              <a:extLst>
                <a:ext uri="{FF2B5EF4-FFF2-40B4-BE49-F238E27FC236}">
                  <a16:creationId xmlns:a16="http://schemas.microsoft.com/office/drawing/2014/main" id="{93E2A581-73DE-D905-BD23-D57968D7849A}"/>
                </a:ext>
              </a:extLst>
            </p:cNvPr>
            <p:cNvSpPr/>
            <p:nvPr/>
          </p:nvSpPr>
          <p:spPr>
            <a:xfrm>
              <a:off x="1027786" y="2448959"/>
              <a:ext cx="54407" cy="55191"/>
            </a:xfrm>
            <a:prstGeom prst="rect">
              <a:avLst/>
            </a:prstGeom>
            <a:solidFill>
              <a:srgbClr val="562F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59" name="Input frame mosaic cell">
              <a:extLst>
                <a:ext uri="{FF2B5EF4-FFF2-40B4-BE49-F238E27FC236}">
                  <a16:creationId xmlns:a16="http://schemas.microsoft.com/office/drawing/2014/main" id="{A8A77044-5F76-B7C7-CF3E-9884E70AFB73}"/>
                </a:ext>
              </a:extLst>
            </p:cNvPr>
            <p:cNvSpPr/>
            <p:nvPr/>
          </p:nvSpPr>
          <p:spPr>
            <a:xfrm>
              <a:off x="1077620" y="2448959"/>
              <a:ext cx="54407" cy="55191"/>
            </a:xfrm>
            <a:prstGeom prst="rect">
              <a:avLst/>
            </a:prstGeom>
            <a:solidFill>
              <a:srgbClr val="502C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0" name="Input frame mosaic cell">
              <a:extLst>
                <a:ext uri="{FF2B5EF4-FFF2-40B4-BE49-F238E27FC236}">
                  <a16:creationId xmlns:a16="http://schemas.microsoft.com/office/drawing/2014/main" id="{37191172-5899-CE15-C17F-4B34F7FA2127}"/>
                </a:ext>
              </a:extLst>
            </p:cNvPr>
            <p:cNvSpPr/>
            <p:nvPr/>
          </p:nvSpPr>
          <p:spPr>
            <a:xfrm>
              <a:off x="1127455" y="2448959"/>
              <a:ext cx="54407" cy="55191"/>
            </a:xfrm>
            <a:prstGeom prst="rect">
              <a:avLst/>
            </a:prstGeom>
            <a:solidFill>
              <a:srgbClr val="4B26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1" name="Input frame mosaic cell">
              <a:extLst>
                <a:ext uri="{FF2B5EF4-FFF2-40B4-BE49-F238E27FC236}">
                  <a16:creationId xmlns:a16="http://schemas.microsoft.com/office/drawing/2014/main" id="{641EB8FA-3B9B-463A-E5A5-873A8A2702CD}"/>
                </a:ext>
              </a:extLst>
            </p:cNvPr>
            <p:cNvSpPr/>
            <p:nvPr/>
          </p:nvSpPr>
          <p:spPr>
            <a:xfrm>
              <a:off x="1177290" y="2448959"/>
              <a:ext cx="54407" cy="55191"/>
            </a:xfrm>
            <a:prstGeom prst="rect">
              <a:avLst/>
            </a:prstGeom>
            <a:solidFill>
              <a:srgbClr val="5829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2" name="Input frame mosaic cell">
              <a:extLst>
                <a:ext uri="{FF2B5EF4-FFF2-40B4-BE49-F238E27FC236}">
                  <a16:creationId xmlns:a16="http://schemas.microsoft.com/office/drawing/2014/main" id="{3332F89C-509F-FC9A-D785-42F99B0E39EC}"/>
                </a:ext>
              </a:extLst>
            </p:cNvPr>
            <p:cNvSpPr/>
            <p:nvPr/>
          </p:nvSpPr>
          <p:spPr>
            <a:xfrm>
              <a:off x="1227125" y="2448959"/>
              <a:ext cx="54407" cy="55191"/>
            </a:xfrm>
            <a:prstGeom prst="rect">
              <a:avLst/>
            </a:prstGeom>
            <a:solidFill>
              <a:srgbClr val="7B38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3" name="Input frame mosaic cell">
              <a:extLst>
                <a:ext uri="{FF2B5EF4-FFF2-40B4-BE49-F238E27FC236}">
                  <a16:creationId xmlns:a16="http://schemas.microsoft.com/office/drawing/2014/main" id="{16747869-8133-C8DD-8EEE-411CFB3C189C}"/>
                </a:ext>
              </a:extLst>
            </p:cNvPr>
            <p:cNvSpPr/>
            <p:nvPr/>
          </p:nvSpPr>
          <p:spPr>
            <a:xfrm>
              <a:off x="1276960" y="2448959"/>
              <a:ext cx="54407" cy="55191"/>
            </a:xfrm>
            <a:prstGeom prst="rect">
              <a:avLst/>
            </a:prstGeom>
            <a:solidFill>
              <a:srgbClr val="813C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4" name="Input frame mosaic cell">
              <a:extLst>
                <a:ext uri="{FF2B5EF4-FFF2-40B4-BE49-F238E27FC236}">
                  <a16:creationId xmlns:a16="http://schemas.microsoft.com/office/drawing/2014/main" id="{311660E0-EF6E-82F1-4BC6-DB7BB060F6C1}"/>
                </a:ext>
              </a:extLst>
            </p:cNvPr>
            <p:cNvSpPr/>
            <p:nvPr/>
          </p:nvSpPr>
          <p:spPr>
            <a:xfrm>
              <a:off x="1326794" y="2448959"/>
              <a:ext cx="54407" cy="55191"/>
            </a:xfrm>
            <a:prstGeom prst="rect">
              <a:avLst/>
            </a:prstGeom>
            <a:solidFill>
              <a:srgbClr val="5E28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5" name="Input frame mosaic cell">
              <a:extLst>
                <a:ext uri="{FF2B5EF4-FFF2-40B4-BE49-F238E27FC236}">
                  <a16:creationId xmlns:a16="http://schemas.microsoft.com/office/drawing/2014/main" id="{2FDD9A92-DB6C-B72D-BBFA-5391AEBC6EA9}"/>
                </a:ext>
              </a:extLst>
            </p:cNvPr>
            <p:cNvSpPr/>
            <p:nvPr/>
          </p:nvSpPr>
          <p:spPr>
            <a:xfrm>
              <a:off x="1376629" y="2448959"/>
              <a:ext cx="54407" cy="55191"/>
            </a:xfrm>
            <a:prstGeom prst="rect">
              <a:avLst/>
            </a:prstGeom>
            <a:solidFill>
              <a:srgbClr val="461D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6" name="Input frame mosaic cell">
              <a:extLst>
                <a:ext uri="{FF2B5EF4-FFF2-40B4-BE49-F238E27FC236}">
                  <a16:creationId xmlns:a16="http://schemas.microsoft.com/office/drawing/2014/main" id="{CCB16B10-0C83-D33C-48C7-197736C62D34}"/>
                </a:ext>
              </a:extLst>
            </p:cNvPr>
            <p:cNvSpPr/>
            <p:nvPr/>
          </p:nvSpPr>
          <p:spPr>
            <a:xfrm>
              <a:off x="1426464" y="2448959"/>
              <a:ext cx="54407" cy="55191"/>
            </a:xfrm>
            <a:prstGeom prst="rect">
              <a:avLst/>
            </a:prstGeom>
            <a:solidFill>
              <a:srgbClr val="421C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7" name="Input frame mosaic cell">
              <a:extLst>
                <a:ext uri="{FF2B5EF4-FFF2-40B4-BE49-F238E27FC236}">
                  <a16:creationId xmlns:a16="http://schemas.microsoft.com/office/drawing/2014/main" id="{9D437210-9B64-6AFE-D8CA-F715E14CC637}"/>
                </a:ext>
              </a:extLst>
            </p:cNvPr>
            <p:cNvSpPr/>
            <p:nvPr/>
          </p:nvSpPr>
          <p:spPr>
            <a:xfrm>
              <a:off x="1476299" y="2448959"/>
              <a:ext cx="54407" cy="55191"/>
            </a:xfrm>
            <a:prstGeom prst="rect">
              <a:avLst/>
            </a:prstGeom>
            <a:solidFill>
              <a:srgbClr val="4F26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8" name="Input frame mosaic cell">
              <a:extLst>
                <a:ext uri="{FF2B5EF4-FFF2-40B4-BE49-F238E27FC236}">
                  <a16:creationId xmlns:a16="http://schemas.microsoft.com/office/drawing/2014/main" id="{4CE383D4-F3AC-9D77-D8E4-01B1E245BEF6}"/>
                </a:ext>
              </a:extLst>
            </p:cNvPr>
            <p:cNvSpPr/>
            <p:nvPr/>
          </p:nvSpPr>
          <p:spPr>
            <a:xfrm>
              <a:off x="1526134" y="2448959"/>
              <a:ext cx="54407" cy="55191"/>
            </a:xfrm>
            <a:prstGeom prst="rect">
              <a:avLst/>
            </a:prstGeom>
            <a:solidFill>
              <a:srgbClr val="7C42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69" name="Input frame mosaic cell">
              <a:extLst>
                <a:ext uri="{FF2B5EF4-FFF2-40B4-BE49-F238E27FC236}">
                  <a16:creationId xmlns:a16="http://schemas.microsoft.com/office/drawing/2014/main" id="{5C29509D-A170-365F-AFC1-A0E6B515B300}"/>
                </a:ext>
              </a:extLst>
            </p:cNvPr>
            <p:cNvSpPr/>
            <p:nvPr/>
          </p:nvSpPr>
          <p:spPr>
            <a:xfrm>
              <a:off x="1575968" y="2448959"/>
              <a:ext cx="54407" cy="55191"/>
            </a:xfrm>
            <a:prstGeom prst="rect">
              <a:avLst/>
            </a:prstGeom>
            <a:solidFill>
              <a:srgbClr val="95686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0" name="Input frame mosaic cell">
              <a:extLst>
                <a:ext uri="{FF2B5EF4-FFF2-40B4-BE49-F238E27FC236}">
                  <a16:creationId xmlns:a16="http://schemas.microsoft.com/office/drawing/2014/main" id="{06A054B5-8ED5-F115-E8FB-3A391CB7115F}"/>
                </a:ext>
              </a:extLst>
            </p:cNvPr>
            <p:cNvSpPr/>
            <p:nvPr/>
          </p:nvSpPr>
          <p:spPr>
            <a:xfrm>
              <a:off x="1625803" y="2448959"/>
              <a:ext cx="54407" cy="55191"/>
            </a:xfrm>
            <a:prstGeom prst="rect">
              <a:avLst/>
            </a:prstGeom>
            <a:solidFill>
              <a:srgbClr val="8F6F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1" name="Input frame mosaic cell">
              <a:extLst>
                <a:ext uri="{FF2B5EF4-FFF2-40B4-BE49-F238E27FC236}">
                  <a16:creationId xmlns:a16="http://schemas.microsoft.com/office/drawing/2014/main" id="{549BAFF5-169C-1D98-0B38-F987AA57B882}"/>
                </a:ext>
              </a:extLst>
            </p:cNvPr>
            <p:cNvSpPr/>
            <p:nvPr/>
          </p:nvSpPr>
          <p:spPr>
            <a:xfrm>
              <a:off x="1675638" y="2448959"/>
              <a:ext cx="54407" cy="55191"/>
            </a:xfrm>
            <a:prstGeom prst="rect">
              <a:avLst/>
            </a:prstGeom>
            <a:solidFill>
              <a:srgbClr val="6C45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2" name="Input frame mosaic cell">
              <a:extLst>
                <a:ext uri="{FF2B5EF4-FFF2-40B4-BE49-F238E27FC236}">
                  <a16:creationId xmlns:a16="http://schemas.microsoft.com/office/drawing/2014/main" id="{06791984-0100-2B07-1490-E2B8EFC916BD}"/>
                </a:ext>
              </a:extLst>
            </p:cNvPr>
            <p:cNvSpPr/>
            <p:nvPr/>
          </p:nvSpPr>
          <p:spPr>
            <a:xfrm>
              <a:off x="1725473" y="2448959"/>
              <a:ext cx="54407" cy="55191"/>
            </a:xfrm>
            <a:prstGeom prst="rect">
              <a:avLst/>
            </a:prstGeom>
            <a:solidFill>
              <a:srgbClr val="4F34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3" name="Input frame mosaic cell">
              <a:extLst>
                <a:ext uri="{FF2B5EF4-FFF2-40B4-BE49-F238E27FC236}">
                  <a16:creationId xmlns:a16="http://schemas.microsoft.com/office/drawing/2014/main" id="{F5EDF7CC-8CC7-F7F6-0EAA-AC5E2C02BCAA}"/>
                </a:ext>
              </a:extLst>
            </p:cNvPr>
            <p:cNvSpPr/>
            <p:nvPr/>
          </p:nvSpPr>
          <p:spPr>
            <a:xfrm>
              <a:off x="1775308" y="2448959"/>
              <a:ext cx="54407" cy="55191"/>
            </a:xfrm>
            <a:prstGeom prst="rect">
              <a:avLst/>
            </a:prstGeom>
            <a:solidFill>
              <a:srgbClr val="4C39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4" name="Input frame mosaic cell">
              <a:extLst>
                <a:ext uri="{FF2B5EF4-FFF2-40B4-BE49-F238E27FC236}">
                  <a16:creationId xmlns:a16="http://schemas.microsoft.com/office/drawing/2014/main" id="{7CF47D41-5F82-F9E4-9186-DA90BB09EEDC}"/>
                </a:ext>
              </a:extLst>
            </p:cNvPr>
            <p:cNvSpPr/>
            <p:nvPr/>
          </p:nvSpPr>
          <p:spPr>
            <a:xfrm>
              <a:off x="1825142" y="2448959"/>
              <a:ext cx="54407" cy="55191"/>
            </a:xfrm>
            <a:prstGeom prst="rect">
              <a:avLst/>
            </a:prstGeom>
            <a:solidFill>
              <a:srgbClr val="4B3A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5" name="Input frame mosaic cell">
              <a:extLst>
                <a:ext uri="{FF2B5EF4-FFF2-40B4-BE49-F238E27FC236}">
                  <a16:creationId xmlns:a16="http://schemas.microsoft.com/office/drawing/2014/main" id="{020EF56D-48A5-FFF7-830D-891ECDA6D2D4}"/>
                </a:ext>
              </a:extLst>
            </p:cNvPr>
            <p:cNvSpPr/>
            <p:nvPr/>
          </p:nvSpPr>
          <p:spPr>
            <a:xfrm>
              <a:off x="1874977" y="2448959"/>
              <a:ext cx="54407" cy="55191"/>
            </a:xfrm>
            <a:prstGeom prst="rect">
              <a:avLst/>
            </a:prstGeom>
            <a:solidFill>
              <a:srgbClr val="4839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6" name="Input frame mosaic cell">
              <a:extLst>
                <a:ext uri="{FF2B5EF4-FFF2-40B4-BE49-F238E27FC236}">
                  <a16:creationId xmlns:a16="http://schemas.microsoft.com/office/drawing/2014/main" id="{278DC32A-F3B0-0A53-2BD4-F8FDD6011B47}"/>
                </a:ext>
              </a:extLst>
            </p:cNvPr>
            <p:cNvSpPr/>
            <p:nvPr/>
          </p:nvSpPr>
          <p:spPr>
            <a:xfrm>
              <a:off x="1924812" y="2448959"/>
              <a:ext cx="54407" cy="55191"/>
            </a:xfrm>
            <a:prstGeom prst="rect">
              <a:avLst/>
            </a:prstGeom>
            <a:solidFill>
              <a:srgbClr val="3627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7" name="Input frame mosaic cell">
              <a:extLst>
                <a:ext uri="{FF2B5EF4-FFF2-40B4-BE49-F238E27FC236}">
                  <a16:creationId xmlns:a16="http://schemas.microsoft.com/office/drawing/2014/main" id="{B4E21A8A-576F-B7A0-BCB7-9E56493A0082}"/>
                </a:ext>
              </a:extLst>
            </p:cNvPr>
            <p:cNvSpPr/>
            <p:nvPr/>
          </p:nvSpPr>
          <p:spPr>
            <a:xfrm>
              <a:off x="1974647" y="2448959"/>
              <a:ext cx="54407" cy="55191"/>
            </a:xfrm>
            <a:prstGeom prst="rect">
              <a:avLst/>
            </a:prstGeom>
            <a:solidFill>
              <a:srgbClr val="2919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8" name="Input frame mosaic cell">
              <a:extLst>
                <a:ext uri="{FF2B5EF4-FFF2-40B4-BE49-F238E27FC236}">
                  <a16:creationId xmlns:a16="http://schemas.microsoft.com/office/drawing/2014/main" id="{B6636046-D16E-4902-C47E-60490AEB00B2}"/>
                </a:ext>
              </a:extLst>
            </p:cNvPr>
            <p:cNvSpPr/>
            <p:nvPr/>
          </p:nvSpPr>
          <p:spPr>
            <a:xfrm>
              <a:off x="2024482" y="2448959"/>
              <a:ext cx="54407" cy="55191"/>
            </a:xfrm>
            <a:prstGeom prst="rect">
              <a:avLst/>
            </a:prstGeom>
            <a:solidFill>
              <a:srgbClr val="2515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79" name="Input frame mosaic cell">
              <a:extLst>
                <a:ext uri="{FF2B5EF4-FFF2-40B4-BE49-F238E27FC236}">
                  <a16:creationId xmlns:a16="http://schemas.microsoft.com/office/drawing/2014/main" id="{13987246-07D9-9BC7-04F7-46AF891E8F8E}"/>
                </a:ext>
              </a:extLst>
            </p:cNvPr>
            <p:cNvSpPr/>
            <p:nvPr/>
          </p:nvSpPr>
          <p:spPr>
            <a:xfrm>
              <a:off x="2074316" y="2448959"/>
              <a:ext cx="54407" cy="55191"/>
            </a:xfrm>
            <a:prstGeom prst="rect">
              <a:avLst/>
            </a:prstGeom>
            <a:solidFill>
              <a:srgbClr val="2619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0" name="Input frame mosaic cell">
              <a:extLst>
                <a:ext uri="{FF2B5EF4-FFF2-40B4-BE49-F238E27FC236}">
                  <a16:creationId xmlns:a16="http://schemas.microsoft.com/office/drawing/2014/main" id="{EA6BF6F4-845C-8C7E-DF9E-C0FE49850504}"/>
                </a:ext>
              </a:extLst>
            </p:cNvPr>
            <p:cNvSpPr/>
            <p:nvPr/>
          </p:nvSpPr>
          <p:spPr>
            <a:xfrm>
              <a:off x="2124151" y="2448959"/>
              <a:ext cx="54407" cy="55191"/>
            </a:xfrm>
            <a:prstGeom prst="rect">
              <a:avLst/>
            </a:prstGeom>
            <a:solidFill>
              <a:srgbClr val="2A1E1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1" name="Input frame mosaic cell">
              <a:extLst>
                <a:ext uri="{FF2B5EF4-FFF2-40B4-BE49-F238E27FC236}">
                  <a16:creationId xmlns:a16="http://schemas.microsoft.com/office/drawing/2014/main" id="{14A181F8-FE6A-3902-1DF5-E3D1CA6285EE}"/>
                </a:ext>
              </a:extLst>
            </p:cNvPr>
            <p:cNvSpPr/>
            <p:nvPr/>
          </p:nvSpPr>
          <p:spPr>
            <a:xfrm>
              <a:off x="2173986" y="2448959"/>
              <a:ext cx="54407" cy="55191"/>
            </a:xfrm>
            <a:prstGeom prst="rect">
              <a:avLst/>
            </a:prstGeom>
            <a:solidFill>
              <a:srgbClr val="2A1E1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2" name="Input frame mosaic cell">
              <a:extLst>
                <a:ext uri="{FF2B5EF4-FFF2-40B4-BE49-F238E27FC236}">
                  <a16:creationId xmlns:a16="http://schemas.microsoft.com/office/drawing/2014/main" id="{36F1EDEF-B20E-EB9F-9881-3D27BB99B457}"/>
                </a:ext>
              </a:extLst>
            </p:cNvPr>
            <p:cNvSpPr/>
            <p:nvPr/>
          </p:nvSpPr>
          <p:spPr>
            <a:xfrm>
              <a:off x="2223821" y="2448959"/>
              <a:ext cx="54407" cy="55191"/>
            </a:xfrm>
            <a:prstGeom prst="rect">
              <a:avLst/>
            </a:prstGeom>
            <a:solidFill>
              <a:srgbClr val="1B10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3" name="Input frame mosaic cell">
              <a:extLst>
                <a:ext uri="{FF2B5EF4-FFF2-40B4-BE49-F238E27FC236}">
                  <a16:creationId xmlns:a16="http://schemas.microsoft.com/office/drawing/2014/main" id="{7F053859-CEFA-7981-4DA6-65F2FB0B78CE}"/>
                </a:ext>
              </a:extLst>
            </p:cNvPr>
            <p:cNvSpPr/>
            <p:nvPr/>
          </p:nvSpPr>
          <p:spPr>
            <a:xfrm>
              <a:off x="2273656" y="2448959"/>
              <a:ext cx="54407" cy="55191"/>
            </a:xfrm>
            <a:prstGeom prst="rect">
              <a:avLst/>
            </a:prstGeom>
            <a:solidFill>
              <a:srgbClr val="180C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4" name="Input frame mosaic cell">
              <a:extLst>
                <a:ext uri="{FF2B5EF4-FFF2-40B4-BE49-F238E27FC236}">
                  <a16:creationId xmlns:a16="http://schemas.microsoft.com/office/drawing/2014/main" id="{3F6D5531-F7E9-60BA-2D9C-368DC3ED83A4}"/>
                </a:ext>
              </a:extLst>
            </p:cNvPr>
            <p:cNvSpPr/>
            <p:nvPr/>
          </p:nvSpPr>
          <p:spPr>
            <a:xfrm>
              <a:off x="2323490" y="2448959"/>
              <a:ext cx="54407" cy="55191"/>
            </a:xfrm>
            <a:prstGeom prst="rect">
              <a:avLst/>
            </a:prstGeom>
            <a:solidFill>
              <a:srgbClr val="2110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5" name="Input frame mosaic cell">
              <a:extLst>
                <a:ext uri="{FF2B5EF4-FFF2-40B4-BE49-F238E27FC236}">
                  <a16:creationId xmlns:a16="http://schemas.microsoft.com/office/drawing/2014/main" id="{51E926E4-478D-8E8D-2148-B438FB439C65}"/>
                </a:ext>
              </a:extLst>
            </p:cNvPr>
            <p:cNvSpPr/>
            <p:nvPr/>
          </p:nvSpPr>
          <p:spPr>
            <a:xfrm>
              <a:off x="2373325" y="2448959"/>
              <a:ext cx="54407" cy="55191"/>
            </a:xfrm>
            <a:prstGeom prst="rect">
              <a:avLst/>
            </a:prstGeom>
            <a:solidFill>
              <a:srgbClr val="2211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6" name="Input frame mosaic cell">
              <a:extLst>
                <a:ext uri="{FF2B5EF4-FFF2-40B4-BE49-F238E27FC236}">
                  <a16:creationId xmlns:a16="http://schemas.microsoft.com/office/drawing/2014/main" id="{BA1705F0-E291-ED52-002F-A75116901180}"/>
                </a:ext>
              </a:extLst>
            </p:cNvPr>
            <p:cNvSpPr/>
            <p:nvPr/>
          </p:nvSpPr>
          <p:spPr>
            <a:xfrm>
              <a:off x="429768" y="2499578"/>
              <a:ext cx="54407" cy="55191"/>
            </a:xfrm>
            <a:prstGeom prst="rect">
              <a:avLst/>
            </a:prstGeom>
            <a:solidFill>
              <a:srgbClr val="3219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7" name="Input frame mosaic cell">
              <a:extLst>
                <a:ext uri="{FF2B5EF4-FFF2-40B4-BE49-F238E27FC236}">
                  <a16:creationId xmlns:a16="http://schemas.microsoft.com/office/drawing/2014/main" id="{5F57353C-D35B-2D1C-E66B-6904FA7946DD}"/>
                </a:ext>
              </a:extLst>
            </p:cNvPr>
            <p:cNvSpPr/>
            <p:nvPr/>
          </p:nvSpPr>
          <p:spPr>
            <a:xfrm>
              <a:off x="479603" y="2499578"/>
              <a:ext cx="54407" cy="55191"/>
            </a:xfrm>
            <a:prstGeom prst="rect">
              <a:avLst/>
            </a:prstGeom>
            <a:solidFill>
              <a:srgbClr val="4A1F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8" name="Input frame mosaic cell">
              <a:extLst>
                <a:ext uri="{FF2B5EF4-FFF2-40B4-BE49-F238E27FC236}">
                  <a16:creationId xmlns:a16="http://schemas.microsoft.com/office/drawing/2014/main" id="{0E9B86C5-48ED-BDCF-F346-B7C790EA9D54}"/>
                </a:ext>
              </a:extLst>
            </p:cNvPr>
            <p:cNvSpPr/>
            <p:nvPr/>
          </p:nvSpPr>
          <p:spPr>
            <a:xfrm>
              <a:off x="529438" y="2499578"/>
              <a:ext cx="54407" cy="55191"/>
            </a:xfrm>
            <a:prstGeom prst="rect">
              <a:avLst/>
            </a:prstGeom>
            <a:solidFill>
              <a:srgbClr val="4B27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89" name="Input frame mosaic cell">
              <a:extLst>
                <a:ext uri="{FF2B5EF4-FFF2-40B4-BE49-F238E27FC236}">
                  <a16:creationId xmlns:a16="http://schemas.microsoft.com/office/drawing/2014/main" id="{D505F11C-F2F8-1896-9282-26CEB5183736}"/>
                </a:ext>
              </a:extLst>
            </p:cNvPr>
            <p:cNvSpPr/>
            <p:nvPr/>
          </p:nvSpPr>
          <p:spPr>
            <a:xfrm>
              <a:off x="579272" y="2499578"/>
              <a:ext cx="54407" cy="55191"/>
            </a:xfrm>
            <a:prstGeom prst="rect">
              <a:avLst/>
            </a:prstGeom>
            <a:solidFill>
              <a:srgbClr val="5428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0" name="Input frame mosaic cell">
              <a:extLst>
                <a:ext uri="{FF2B5EF4-FFF2-40B4-BE49-F238E27FC236}">
                  <a16:creationId xmlns:a16="http://schemas.microsoft.com/office/drawing/2014/main" id="{6DED4972-0BD2-3236-22F1-0C96F2DE54C7}"/>
                </a:ext>
              </a:extLst>
            </p:cNvPr>
            <p:cNvSpPr/>
            <p:nvPr/>
          </p:nvSpPr>
          <p:spPr>
            <a:xfrm>
              <a:off x="629107" y="2499578"/>
              <a:ext cx="54407" cy="55191"/>
            </a:xfrm>
            <a:prstGeom prst="rect">
              <a:avLst/>
            </a:prstGeom>
            <a:solidFill>
              <a:srgbClr val="5A29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1" name="Input frame mosaic cell">
              <a:extLst>
                <a:ext uri="{FF2B5EF4-FFF2-40B4-BE49-F238E27FC236}">
                  <a16:creationId xmlns:a16="http://schemas.microsoft.com/office/drawing/2014/main" id="{B1DDEF9E-80A2-2A7A-E14E-6250F1D6F249}"/>
                </a:ext>
              </a:extLst>
            </p:cNvPr>
            <p:cNvSpPr/>
            <p:nvPr/>
          </p:nvSpPr>
          <p:spPr>
            <a:xfrm>
              <a:off x="678942" y="2499578"/>
              <a:ext cx="54407" cy="55191"/>
            </a:xfrm>
            <a:prstGeom prst="rect">
              <a:avLst/>
            </a:prstGeom>
            <a:solidFill>
              <a:srgbClr val="5D2D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2" name="Input frame mosaic cell">
              <a:extLst>
                <a:ext uri="{FF2B5EF4-FFF2-40B4-BE49-F238E27FC236}">
                  <a16:creationId xmlns:a16="http://schemas.microsoft.com/office/drawing/2014/main" id="{137C35F0-F9A2-4B73-57AC-A9AE403AE24F}"/>
                </a:ext>
              </a:extLst>
            </p:cNvPr>
            <p:cNvSpPr/>
            <p:nvPr/>
          </p:nvSpPr>
          <p:spPr>
            <a:xfrm>
              <a:off x="728777" y="2499578"/>
              <a:ext cx="54407" cy="55191"/>
            </a:xfrm>
            <a:prstGeom prst="rect">
              <a:avLst/>
            </a:prstGeom>
            <a:solidFill>
              <a:srgbClr val="602E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3" name="Input frame mosaic cell">
              <a:extLst>
                <a:ext uri="{FF2B5EF4-FFF2-40B4-BE49-F238E27FC236}">
                  <a16:creationId xmlns:a16="http://schemas.microsoft.com/office/drawing/2014/main" id="{16480B1B-0AC4-6091-C34C-909D18A5B280}"/>
                </a:ext>
              </a:extLst>
            </p:cNvPr>
            <p:cNvSpPr/>
            <p:nvPr/>
          </p:nvSpPr>
          <p:spPr>
            <a:xfrm>
              <a:off x="778612" y="2499578"/>
              <a:ext cx="54407" cy="55191"/>
            </a:xfrm>
            <a:prstGeom prst="rect">
              <a:avLst/>
            </a:prstGeom>
            <a:solidFill>
              <a:srgbClr val="652E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4" name="Input frame mosaic cell">
              <a:extLst>
                <a:ext uri="{FF2B5EF4-FFF2-40B4-BE49-F238E27FC236}">
                  <a16:creationId xmlns:a16="http://schemas.microsoft.com/office/drawing/2014/main" id="{AD82DD67-30CE-5E8A-3FBE-B3BB7B28E5B3}"/>
                </a:ext>
              </a:extLst>
            </p:cNvPr>
            <p:cNvSpPr/>
            <p:nvPr/>
          </p:nvSpPr>
          <p:spPr>
            <a:xfrm>
              <a:off x="828446" y="2499578"/>
              <a:ext cx="54407" cy="55191"/>
            </a:xfrm>
            <a:prstGeom prst="rect">
              <a:avLst/>
            </a:prstGeom>
            <a:solidFill>
              <a:srgbClr val="6F38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5" name="Input frame mosaic cell">
              <a:extLst>
                <a:ext uri="{FF2B5EF4-FFF2-40B4-BE49-F238E27FC236}">
                  <a16:creationId xmlns:a16="http://schemas.microsoft.com/office/drawing/2014/main" id="{111AC36B-986D-598A-C8DB-F09E0BDB4DC0}"/>
                </a:ext>
              </a:extLst>
            </p:cNvPr>
            <p:cNvSpPr/>
            <p:nvPr/>
          </p:nvSpPr>
          <p:spPr>
            <a:xfrm>
              <a:off x="878281" y="2499578"/>
              <a:ext cx="54407" cy="55191"/>
            </a:xfrm>
            <a:prstGeom prst="rect">
              <a:avLst/>
            </a:prstGeom>
            <a:solidFill>
              <a:srgbClr val="7D42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6" name="Input frame mosaic cell">
              <a:extLst>
                <a:ext uri="{FF2B5EF4-FFF2-40B4-BE49-F238E27FC236}">
                  <a16:creationId xmlns:a16="http://schemas.microsoft.com/office/drawing/2014/main" id="{E6DF5E5C-46C1-FFB9-1373-23E685B4D94F}"/>
                </a:ext>
              </a:extLst>
            </p:cNvPr>
            <p:cNvSpPr/>
            <p:nvPr/>
          </p:nvSpPr>
          <p:spPr>
            <a:xfrm>
              <a:off x="928116" y="2499578"/>
              <a:ext cx="54407" cy="55191"/>
            </a:xfrm>
            <a:prstGeom prst="rect">
              <a:avLst/>
            </a:prstGeom>
            <a:solidFill>
              <a:srgbClr val="904E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7" name="Input frame mosaic cell">
              <a:extLst>
                <a:ext uri="{FF2B5EF4-FFF2-40B4-BE49-F238E27FC236}">
                  <a16:creationId xmlns:a16="http://schemas.microsoft.com/office/drawing/2014/main" id="{88B44721-0A3D-7BD4-042F-7F92EB38F415}"/>
                </a:ext>
              </a:extLst>
            </p:cNvPr>
            <p:cNvSpPr/>
            <p:nvPr/>
          </p:nvSpPr>
          <p:spPr>
            <a:xfrm>
              <a:off x="977951" y="2499578"/>
              <a:ext cx="54407" cy="55191"/>
            </a:xfrm>
            <a:prstGeom prst="rect">
              <a:avLst/>
            </a:prstGeom>
            <a:solidFill>
              <a:srgbClr val="9A57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8" name="Input frame mosaic cell">
              <a:extLst>
                <a:ext uri="{FF2B5EF4-FFF2-40B4-BE49-F238E27FC236}">
                  <a16:creationId xmlns:a16="http://schemas.microsoft.com/office/drawing/2014/main" id="{BE7052E4-6C24-BF31-CEF9-E367DF1D7C75}"/>
                </a:ext>
              </a:extLst>
            </p:cNvPr>
            <p:cNvSpPr/>
            <p:nvPr/>
          </p:nvSpPr>
          <p:spPr>
            <a:xfrm>
              <a:off x="1027786" y="2499578"/>
              <a:ext cx="54407" cy="55191"/>
            </a:xfrm>
            <a:prstGeom prst="rect">
              <a:avLst/>
            </a:prstGeom>
            <a:solidFill>
              <a:srgbClr val="A25C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599" name="Input frame mosaic cell">
              <a:extLst>
                <a:ext uri="{FF2B5EF4-FFF2-40B4-BE49-F238E27FC236}">
                  <a16:creationId xmlns:a16="http://schemas.microsoft.com/office/drawing/2014/main" id="{EF00960F-6EF5-37E7-71FD-C698F2B3292A}"/>
                </a:ext>
              </a:extLst>
            </p:cNvPr>
            <p:cNvSpPr/>
            <p:nvPr/>
          </p:nvSpPr>
          <p:spPr>
            <a:xfrm>
              <a:off x="1077620" y="2499578"/>
              <a:ext cx="54407" cy="55191"/>
            </a:xfrm>
            <a:prstGeom prst="rect">
              <a:avLst/>
            </a:prstGeom>
            <a:solidFill>
              <a:srgbClr val="AA63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0" name="Input frame mosaic cell">
              <a:extLst>
                <a:ext uri="{FF2B5EF4-FFF2-40B4-BE49-F238E27FC236}">
                  <a16:creationId xmlns:a16="http://schemas.microsoft.com/office/drawing/2014/main" id="{297C9882-9707-3CA0-A8C6-A6A55FCA15DD}"/>
                </a:ext>
              </a:extLst>
            </p:cNvPr>
            <p:cNvSpPr/>
            <p:nvPr/>
          </p:nvSpPr>
          <p:spPr>
            <a:xfrm>
              <a:off x="1127455" y="2499578"/>
              <a:ext cx="54407" cy="55191"/>
            </a:xfrm>
            <a:prstGeom prst="rect">
              <a:avLst/>
            </a:prstGeom>
            <a:solidFill>
              <a:srgbClr val="AD5F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1" name="Input frame mosaic cell">
              <a:extLst>
                <a:ext uri="{FF2B5EF4-FFF2-40B4-BE49-F238E27FC236}">
                  <a16:creationId xmlns:a16="http://schemas.microsoft.com/office/drawing/2014/main" id="{53F4809C-4E0E-C2C0-B6C2-3A80CCC79BE0}"/>
                </a:ext>
              </a:extLst>
            </p:cNvPr>
            <p:cNvSpPr/>
            <p:nvPr/>
          </p:nvSpPr>
          <p:spPr>
            <a:xfrm>
              <a:off x="1177290" y="2499578"/>
              <a:ext cx="54407" cy="55191"/>
            </a:xfrm>
            <a:prstGeom prst="rect">
              <a:avLst/>
            </a:prstGeom>
            <a:solidFill>
              <a:srgbClr val="AF63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2" name="Input frame mosaic cell">
              <a:extLst>
                <a:ext uri="{FF2B5EF4-FFF2-40B4-BE49-F238E27FC236}">
                  <a16:creationId xmlns:a16="http://schemas.microsoft.com/office/drawing/2014/main" id="{BFF819C6-EDDF-BB9F-5E2C-BD10B09CA308}"/>
                </a:ext>
              </a:extLst>
            </p:cNvPr>
            <p:cNvSpPr/>
            <p:nvPr/>
          </p:nvSpPr>
          <p:spPr>
            <a:xfrm>
              <a:off x="1227125" y="2499578"/>
              <a:ext cx="54407" cy="55191"/>
            </a:xfrm>
            <a:prstGeom prst="rect">
              <a:avLst/>
            </a:prstGeom>
            <a:solidFill>
              <a:srgbClr val="B96D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3" name="Input frame mosaic cell">
              <a:extLst>
                <a:ext uri="{FF2B5EF4-FFF2-40B4-BE49-F238E27FC236}">
                  <a16:creationId xmlns:a16="http://schemas.microsoft.com/office/drawing/2014/main" id="{F9E00AE8-0F36-79B1-6A27-D023AD02BC10}"/>
                </a:ext>
              </a:extLst>
            </p:cNvPr>
            <p:cNvSpPr/>
            <p:nvPr/>
          </p:nvSpPr>
          <p:spPr>
            <a:xfrm>
              <a:off x="1276960" y="2499578"/>
              <a:ext cx="54407" cy="55191"/>
            </a:xfrm>
            <a:prstGeom prst="rect">
              <a:avLst/>
            </a:prstGeom>
            <a:solidFill>
              <a:srgbClr val="BC76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4" name="Input frame mosaic cell">
              <a:extLst>
                <a:ext uri="{FF2B5EF4-FFF2-40B4-BE49-F238E27FC236}">
                  <a16:creationId xmlns:a16="http://schemas.microsoft.com/office/drawing/2014/main" id="{284AD9A9-FA13-6476-7E6C-27C96CEB6AE4}"/>
                </a:ext>
              </a:extLst>
            </p:cNvPr>
            <p:cNvSpPr/>
            <p:nvPr/>
          </p:nvSpPr>
          <p:spPr>
            <a:xfrm>
              <a:off x="1326794" y="2499578"/>
              <a:ext cx="54407" cy="55191"/>
            </a:xfrm>
            <a:prstGeom prst="rect">
              <a:avLst/>
            </a:prstGeom>
            <a:solidFill>
              <a:srgbClr val="AD71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5" name="Input frame mosaic cell">
              <a:extLst>
                <a:ext uri="{FF2B5EF4-FFF2-40B4-BE49-F238E27FC236}">
                  <a16:creationId xmlns:a16="http://schemas.microsoft.com/office/drawing/2014/main" id="{115D44D7-CBDF-DD81-518E-074FE6C8D468}"/>
                </a:ext>
              </a:extLst>
            </p:cNvPr>
            <p:cNvSpPr/>
            <p:nvPr/>
          </p:nvSpPr>
          <p:spPr>
            <a:xfrm>
              <a:off x="1376629" y="2499578"/>
              <a:ext cx="54407" cy="55191"/>
            </a:xfrm>
            <a:prstGeom prst="rect">
              <a:avLst/>
            </a:prstGeom>
            <a:solidFill>
              <a:srgbClr val="8D544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6" name="Input frame mosaic cell">
              <a:extLst>
                <a:ext uri="{FF2B5EF4-FFF2-40B4-BE49-F238E27FC236}">
                  <a16:creationId xmlns:a16="http://schemas.microsoft.com/office/drawing/2014/main" id="{2F9A9BC8-5946-67C6-E986-601E672A07D2}"/>
                </a:ext>
              </a:extLst>
            </p:cNvPr>
            <p:cNvSpPr/>
            <p:nvPr/>
          </p:nvSpPr>
          <p:spPr>
            <a:xfrm>
              <a:off x="1426464" y="2499578"/>
              <a:ext cx="54407" cy="55191"/>
            </a:xfrm>
            <a:prstGeom prst="rect">
              <a:avLst/>
            </a:prstGeom>
            <a:solidFill>
              <a:srgbClr val="8046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7" name="Input frame mosaic cell">
              <a:extLst>
                <a:ext uri="{FF2B5EF4-FFF2-40B4-BE49-F238E27FC236}">
                  <a16:creationId xmlns:a16="http://schemas.microsoft.com/office/drawing/2014/main" id="{D9591749-29C1-C038-3E79-686C01CA9439}"/>
                </a:ext>
              </a:extLst>
            </p:cNvPr>
            <p:cNvSpPr/>
            <p:nvPr/>
          </p:nvSpPr>
          <p:spPr>
            <a:xfrm>
              <a:off x="1476299" y="2499578"/>
              <a:ext cx="54407" cy="55191"/>
            </a:xfrm>
            <a:prstGeom prst="rect">
              <a:avLst/>
            </a:prstGeom>
            <a:solidFill>
              <a:srgbClr val="8E53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8" name="Input frame mosaic cell">
              <a:extLst>
                <a:ext uri="{FF2B5EF4-FFF2-40B4-BE49-F238E27FC236}">
                  <a16:creationId xmlns:a16="http://schemas.microsoft.com/office/drawing/2014/main" id="{CE8943C2-CC16-3F19-2032-334475ABDF15}"/>
                </a:ext>
              </a:extLst>
            </p:cNvPr>
            <p:cNvSpPr/>
            <p:nvPr/>
          </p:nvSpPr>
          <p:spPr>
            <a:xfrm>
              <a:off x="1526134" y="2499578"/>
              <a:ext cx="54407" cy="55191"/>
            </a:xfrm>
            <a:prstGeom prst="rect">
              <a:avLst/>
            </a:prstGeom>
            <a:solidFill>
              <a:srgbClr val="A6676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09" name="Input frame mosaic cell">
              <a:extLst>
                <a:ext uri="{FF2B5EF4-FFF2-40B4-BE49-F238E27FC236}">
                  <a16:creationId xmlns:a16="http://schemas.microsoft.com/office/drawing/2014/main" id="{C570BEDC-583B-7275-7751-2B04CD2BE599}"/>
                </a:ext>
              </a:extLst>
            </p:cNvPr>
            <p:cNvSpPr/>
            <p:nvPr/>
          </p:nvSpPr>
          <p:spPr>
            <a:xfrm>
              <a:off x="1575968" y="2499578"/>
              <a:ext cx="54407" cy="55191"/>
            </a:xfrm>
            <a:prstGeom prst="rect">
              <a:avLst/>
            </a:prstGeom>
            <a:solidFill>
              <a:srgbClr val="9A59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0" name="Input frame mosaic cell">
              <a:extLst>
                <a:ext uri="{FF2B5EF4-FFF2-40B4-BE49-F238E27FC236}">
                  <a16:creationId xmlns:a16="http://schemas.microsoft.com/office/drawing/2014/main" id="{6F30D66F-7D9D-0834-7CB2-7DFC503A76CF}"/>
                </a:ext>
              </a:extLst>
            </p:cNvPr>
            <p:cNvSpPr/>
            <p:nvPr/>
          </p:nvSpPr>
          <p:spPr>
            <a:xfrm>
              <a:off x="1625803" y="2499578"/>
              <a:ext cx="54407" cy="55191"/>
            </a:xfrm>
            <a:prstGeom prst="rect">
              <a:avLst/>
            </a:prstGeom>
            <a:solidFill>
              <a:srgbClr val="9A61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1" name="Input frame mosaic cell">
              <a:extLst>
                <a:ext uri="{FF2B5EF4-FFF2-40B4-BE49-F238E27FC236}">
                  <a16:creationId xmlns:a16="http://schemas.microsoft.com/office/drawing/2014/main" id="{D8A67672-B3C9-7B6E-B2FF-681CFBF01999}"/>
                </a:ext>
              </a:extLst>
            </p:cNvPr>
            <p:cNvSpPr/>
            <p:nvPr/>
          </p:nvSpPr>
          <p:spPr>
            <a:xfrm>
              <a:off x="1675638" y="2499578"/>
              <a:ext cx="54407" cy="55191"/>
            </a:xfrm>
            <a:prstGeom prst="rect">
              <a:avLst/>
            </a:prstGeom>
            <a:solidFill>
              <a:srgbClr val="925B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2" name="Input frame mosaic cell">
              <a:extLst>
                <a:ext uri="{FF2B5EF4-FFF2-40B4-BE49-F238E27FC236}">
                  <a16:creationId xmlns:a16="http://schemas.microsoft.com/office/drawing/2014/main" id="{CA06A2F7-E666-8D3B-3E3C-AD3E19F2DFB8}"/>
                </a:ext>
              </a:extLst>
            </p:cNvPr>
            <p:cNvSpPr/>
            <p:nvPr/>
          </p:nvSpPr>
          <p:spPr>
            <a:xfrm>
              <a:off x="1725473" y="2499578"/>
              <a:ext cx="54407" cy="55191"/>
            </a:xfrm>
            <a:prstGeom prst="rect">
              <a:avLst/>
            </a:prstGeom>
            <a:solidFill>
              <a:srgbClr val="6644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3" name="Input frame mosaic cell">
              <a:extLst>
                <a:ext uri="{FF2B5EF4-FFF2-40B4-BE49-F238E27FC236}">
                  <a16:creationId xmlns:a16="http://schemas.microsoft.com/office/drawing/2014/main" id="{C2CF4E8A-6532-CAC4-4176-C6B7B893599A}"/>
                </a:ext>
              </a:extLst>
            </p:cNvPr>
            <p:cNvSpPr/>
            <p:nvPr/>
          </p:nvSpPr>
          <p:spPr>
            <a:xfrm>
              <a:off x="1775308" y="2499578"/>
              <a:ext cx="54407" cy="55191"/>
            </a:xfrm>
            <a:prstGeom prst="rect">
              <a:avLst/>
            </a:prstGeom>
            <a:solidFill>
              <a:srgbClr val="6953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4" name="Input frame mosaic cell">
              <a:extLst>
                <a:ext uri="{FF2B5EF4-FFF2-40B4-BE49-F238E27FC236}">
                  <a16:creationId xmlns:a16="http://schemas.microsoft.com/office/drawing/2014/main" id="{FA7CDFBB-2DBF-9D51-876F-1C9339EDA463}"/>
                </a:ext>
              </a:extLst>
            </p:cNvPr>
            <p:cNvSpPr/>
            <p:nvPr/>
          </p:nvSpPr>
          <p:spPr>
            <a:xfrm>
              <a:off x="1825142" y="2499578"/>
              <a:ext cx="54407" cy="55191"/>
            </a:xfrm>
            <a:prstGeom prst="rect">
              <a:avLst/>
            </a:prstGeom>
            <a:solidFill>
              <a:srgbClr val="6D5C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5" name="Input frame mosaic cell">
              <a:extLst>
                <a:ext uri="{FF2B5EF4-FFF2-40B4-BE49-F238E27FC236}">
                  <a16:creationId xmlns:a16="http://schemas.microsoft.com/office/drawing/2014/main" id="{4102F7E0-1240-D0E9-0A31-AAA75CF4F2CB}"/>
                </a:ext>
              </a:extLst>
            </p:cNvPr>
            <p:cNvSpPr/>
            <p:nvPr/>
          </p:nvSpPr>
          <p:spPr>
            <a:xfrm>
              <a:off x="1874977" y="2499578"/>
              <a:ext cx="54407" cy="55191"/>
            </a:xfrm>
            <a:prstGeom prst="rect">
              <a:avLst/>
            </a:prstGeom>
            <a:solidFill>
              <a:srgbClr val="91868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6" name="Input frame mosaic cell">
              <a:extLst>
                <a:ext uri="{FF2B5EF4-FFF2-40B4-BE49-F238E27FC236}">
                  <a16:creationId xmlns:a16="http://schemas.microsoft.com/office/drawing/2014/main" id="{C6FB3E06-58E9-A339-0B3D-8F4D4918089A}"/>
                </a:ext>
              </a:extLst>
            </p:cNvPr>
            <p:cNvSpPr/>
            <p:nvPr/>
          </p:nvSpPr>
          <p:spPr>
            <a:xfrm>
              <a:off x="1924812" y="2499578"/>
              <a:ext cx="54407" cy="55191"/>
            </a:xfrm>
            <a:prstGeom prst="rect">
              <a:avLst/>
            </a:prstGeom>
            <a:solidFill>
              <a:srgbClr val="74696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7" name="Input frame mosaic cell">
              <a:extLst>
                <a:ext uri="{FF2B5EF4-FFF2-40B4-BE49-F238E27FC236}">
                  <a16:creationId xmlns:a16="http://schemas.microsoft.com/office/drawing/2014/main" id="{E311F971-986D-D82C-234D-1545FEFE0581}"/>
                </a:ext>
              </a:extLst>
            </p:cNvPr>
            <p:cNvSpPr/>
            <p:nvPr/>
          </p:nvSpPr>
          <p:spPr>
            <a:xfrm>
              <a:off x="1974647" y="2499578"/>
              <a:ext cx="54407" cy="55191"/>
            </a:xfrm>
            <a:prstGeom prst="rect">
              <a:avLst/>
            </a:prstGeom>
            <a:solidFill>
              <a:srgbClr val="5346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8" name="Input frame mosaic cell">
              <a:extLst>
                <a:ext uri="{FF2B5EF4-FFF2-40B4-BE49-F238E27FC236}">
                  <a16:creationId xmlns:a16="http://schemas.microsoft.com/office/drawing/2014/main" id="{459732F5-BD1C-E478-ABB5-6F7896C17811}"/>
                </a:ext>
              </a:extLst>
            </p:cNvPr>
            <p:cNvSpPr/>
            <p:nvPr/>
          </p:nvSpPr>
          <p:spPr>
            <a:xfrm>
              <a:off x="2024482" y="2499578"/>
              <a:ext cx="54407" cy="55191"/>
            </a:xfrm>
            <a:prstGeom prst="rect">
              <a:avLst/>
            </a:prstGeom>
            <a:solidFill>
              <a:srgbClr val="3C2E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19" name="Input frame mosaic cell">
              <a:extLst>
                <a:ext uri="{FF2B5EF4-FFF2-40B4-BE49-F238E27FC236}">
                  <a16:creationId xmlns:a16="http://schemas.microsoft.com/office/drawing/2014/main" id="{1BD99113-E077-0F10-1708-1028AE9B7130}"/>
                </a:ext>
              </a:extLst>
            </p:cNvPr>
            <p:cNvSpPr/>
            <p:nvPr/>
          </p:nvSpPr>
          <p:spPr>
            <a:xfrm>
              <a:off x="2074316" y="2499578"/>
              <a:ext cx="54407" cy="55191"/>
            </a:xfrm>
            <a:prstGeom prst="rect">
              <a:avLst/>
            </a:prstGeom>
            <a:solidFill>
              <a:srgbClr val="2E22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0" name="Input frame mosaic cell">
              <a:extLst>
                <a:ext uri="{FF2B5EF4-FFF2-40B4-BE49-F238E27FC236}">
                  <a16:creationId xmlns:a16="http://schemas.microsoft.com/office/drawing/2014/main" id="{307E480B-9D67-6C4A-9514-AA6697CB7A38}"/>
                </a:ext>
              </a:extLst>
            </p:cNvPr>
            <p:cNvSpPr/>
            <p:nvPr/>
          </p:nvSpPr>
          <p:spPr>
            <a:xfrm>
              <a:off x="2124151" y="2499578"/>
              <a:ext cx="54407" cy="55191"/>
            </a:xfrm>
            <a:prstGeom prst="rect">
              <a:avLst/>
            </a:prstGeom>
            <a:solidFill>
              <a:srgbClr val="2319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1" name="Input frame mosaic cell">
              <a:extLst>
                <a:ext uri="{FF2B5EF4-FFF2-40B4-BE49-F238E27FC236}">
                  <a16:creationId xmlns:a16="http://schemas.microsoft.com/office/drawing/2014/main" id="{D4231699-045A-7909-B5B0-C4244E67C7C2}"/>
                </a:ext>
              </a:extLst>
            </p:cNvPr>
            <p:cNvSpPr/>
            <p:nvPr/>
          </p:nvSpPr>
          <p:spPr>
            <a:xfrm>
              <a:off x="2173986" y="2499578"/>
              <a:ext cx="54407" cy="55191"/>
            </a:xfrm>
            <a:prstGeom prst="rect">
              <a:avLst/>
            </a:prstGeom>
            <a:solidFill>
              <a:srgbClr val="2418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2" name="Input frame mosaic cell">
              <a:extLst>
                <a:ext uri="{FF2B5EF4-FFF2-40B4-BE49-F238E27FC236}">
                  <a16:creationId xmlns:a16="http://schemas.microsoft.com/office/drawing/2014/main" id="{7C9A1B50-7410-E5FB-D6B7-DF1DF393E70A}"/>
                </a:ext>
              </a:extLst>
            </p:cNvPr>
            <p:cNvSpPr/>
            <p:nvPr/>
          </p:nvSpPr>
          <p:spPr>
            <a:xfrm>
              <a:off x="2223821" y="2499578"/>
              <a:ext cx="54407" cy="55191"/>
            </a:xfrm>
            <a:prstGeom prst="rect">
              <a:avLst/>
            </a:prstGeom>
            <a:solidFill>
              <a:srgbClr val="1D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3" name="Input frame mosaic cell">
              <a:extLst>
                <a:ext uri="{FF2B5EF4-FFF2-40B4-BE49-F238E27FC236}">
                  <a16:creationId xmlns:a16="http://schemas.microsoft.com/office/drawing/2014/main" id="{A6BB38B2-8CC9-BD40-F20A-FB5734DF936E}"/>
                </a:ext>
              </a:extLst>
            </p:cNvPr>
            <p:cNvSpPr/>
            <p:nvPr/>
          </p:nvSpPr>
          <p:spPr>
            <a:xfrm>
              <a:off x="2273656" y="2499578"/>
              <a:ext cx="54407" cy="55191"/>
            </a:xfrm>
            <a:prstGeom prst="rect">
              <a:avLst/>
            </a:prstGeom>
            <a:solidFill>
              <a:srgbClr val="190C0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4" name="Input frame mosaic cell">
              <a:extLst>
                <a:ext uri="{FF2B5EF4-FFF2-40B4-BE49-F238E27FC236}">
                  <a16:creationId xmlns:a16="http://schemas.microsoft.com/office/drawing/2014/main" id="{8715398C-AA9A-4D01-FED9-61FA92F7565D}"/>
                </a:ext>
              </a:extLst>
            </p:cNvPr>
            <p:cNvSpPr/>
            <p:nvPr/>
          </p:nvSpPr>
          <p:spPr>
            <a:xfrm>
              <a:off x="2323490" y="2499578"/>
              <a:ext cx="54407" cy="55191"/>
            </a:xfrm>
            <a:prstGeom prst="rect">
              <a:avLst/>
            </a:prstGeom>
            <a:solidFill>
              <a:srgbClr val="2011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5" name="Input frame mosaic cell">
              <a:extLst>
                <a:ext uri="{FF2B5EF4-FFF2-40B4-BE49-F238E27FC236}">
                  <a16:creationId xmlns:a16="http://schemas.microsoft.com/office/drawing/2014/main" id="{324D5ED5-3DCE-809B-668B-46819E69A980}"/>
                </a:ext>
              </a:extLst>
            </p:cNvPr>
            <p:cNvSpPr/>
            <p:nvPr/>
          </p:nvSpPr>
          <p:spPr>
            <a:xfrm>
              <a:off x="2373325" y="2499578"/>
              <a:ext cx="54407" cy="55191"/>
            </a:xfrm>
            <a:prstGeom prst="rect">
              <a:avLst/>
            </a:prstGeom>
            <a:solidFill>
              <a:srgbClr val="2514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6" name="Input frame mosaic cell">
              <a:extLst>
                <a:ext uri="{FF2B5EF4-FFF2-40B4-BE49-F238E27FC236}">
                  <a16:creationId xmlns:a16="http://schemas.microsoft.com/office/drawing/2014/main" id="{5DEE228F-0921-3E98-CEDD-72C36B5F7F70}"/>
                </a:ext>
              </a:extLst>
            </p:cNvPr>
            <p:cNvSpPr/>
            <p:nvPr/>
          </p:nvSpPr>
          <p:spPr>
            <a:xfrm>
              <a:off x="429768" y="2550196"/>
              <a:ext cx="54407" cy="55191"/>
            </a:xfrm>
            <a:prstGeom prst="rect">
              <a:avLst/>
            </a:prstGeom>
            <a:solidFill>
              <a:srgbClr val="37191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7" name="Input frame mosaic cell">
              <a:extLst>
                <a:ext uri="{FF2B5EF4-FFF2-40B4-BE49-F238E27FC236}">
                  <a16:creationId xmlns:a16="http://schemas.microsoft.com/office/drawing/2014/main" id="{C940FA1B-8821-0497-3CE5-D378FF1A2CF6}"/>
                </a:ext>
              </a:extLst>
            </p:cNvPr>
            <p:cNvSpPr/>
            <p:nvPr/>
          </p:nvSpPr>
          <p:spPr>
            <a:xfrm>
              <a:off x="479603" y="2550196"/>
              <a:ext cx="54407" cy="55191"/>
            </a:xfrm>
            <a:prstGeom prst="rect">
              <a:avLst/>
            </a:prstGeom>
            <a:solidFill>
              <a:srgbClr val="4C1E1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8" name="Input frame mosaic cell">
              <a:extLst>
                <a:ext uri="{FF2B5EF4-FFF2-40B4-BE49-F238E27FC236}">
                  <a16:creationId xmlns:a16="http://schemas.microsoft.com/office/drawing/2014/main" id="{FF31BE09-2914-8E8D-5640-3A3CE4A2FE74}"/>
                </a:ext>
              </a:extLst>
            </p:cNvPr>
            <p:cNvSpPr/>
            <p:nvPr/>
          </p:nvSpPr>
          <p:spPr>
            <a:xfrm>
              <a:off x="529438" y="2550196"/>
              <a:ext cx="54407" cy="55191"/>
            </a:xfrm>
            <a:prstGeom prst="rect">
              <a:avLst/>
            </a:prstGeom>
            <a:solidFill>
              <a:srgbClr val="5D31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29" name="Input frame mosaic cell">
              <a:extLst>
                <a:ext uri="{FF2B5EF4-FFF2-40B4-BE49-F238E27FC236}">
                  <a16:creationId xmlns:a16="http://schemas.microsoft.com/office/drawing/2014/main" id="{D965CB26-C3BC-FD08-BA1E-D6FD1BE7FAC8}"/>
                </a:ext>
              </a:extLst>
            </p:cNvPr>
            <p:cNvSpPr/>
            <p:nvPr/>
          </p:nvSpPr>
          <p:spPr>
            <a:xfrm>
              <a:off x="579272" y="2550196"/>
              <a:ext cx="54407" cy="55191"/>
            </a:xfrm>
            <a:prstGeom prst="rect">
              <a:avLst/>
            </a:prstGeom>
            <a:solidFill>
              <a:srgbClr val="6839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0" name="Input frame mosaic cell">
              <a:extLst>
                <a:ext uri="{FF2B5EF4-FFF2-40B4-BE49-F238E27FC236}">
                  <a16:creationId xmlns:a16="http://schemas.microsoft.com/office/drawing/2014/main" id="{21305A11-F50D-DEC2-C4FB-0F6C9B3503D1}"/>
                </a:ext>
              </a:extLst>
            </p:cNvPr>
            <p:cNvSpPr/>
            <p:nvPr/>
          </p:nvSpPr>
          <p:spPr>
            <a:xfrm>
              <a:off x="629107" y="2550196"/>
              <a:ext cx="54407" cy="55191"/>
            </a:xfrm>
            <a:prstGeom prst="rect">
              <a:avLst/>
            </a:prstGeom>
            <a:solidFill>
              <a:srgbClr val="733C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1" name="Input frame mosaic cell">
              <a:extLst>
                <a:ext uri="{FF2B5EF4-FFF2-40B4-BE49-F238E27FC236}">
                  <a16:creationId xmlns:a16="http://schemas.microsoft.com/office/drawing/2014/main" id="{8703B94C-5792-C991-BDBC-813AA16C3837}"/>
                </a:ext>
              </a:extLst>
            </p:cNvPr>
            <p:cNvSpPr/>
            <p:nvPr/>
          </p:nvSpPr>
          <p:spPr>
            <a:xfrm>
              <a:off x="678942" y="2550196"/>
              <a:ext cx="54407" cy="55191"/>
            </a:xfrm>
            <a:prstGeom prst="rect">
              <a:avLst/>
            </a:prstGeom>
            <a:solidFill>
              <a:srgbClr val="7C41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2" name="Input frame mosaic cell">
              <a:extLst>
                <a:ext uri="{FF2B5EF4-FFF2-40B4-BE49-F238E27FC236}">
                  <a16:creationId xmlns:a16="http://schemas.microsoft.com/office/drawing/2014/main" id="{D51387BA-15D9-6FF2-42AE-6EE53BECA90A}"/>
                </a:ext>
              </a:extLst>
            </p:cNvPr>
            <p:cNvSpPr/>
            <p:nvPr/>
          </p:nvSpPr>
          <p:spPr>
            <a:xfrm>
              <a:off x="728777" y="2550196"/>
              <a:ext cx="54407" cy="55191"/>
            </a:xfrm>
            <a:prstGeom prst="rect">
              <a:avLst/>
            </a:prstGeom>
            <a:solidFill>
              <a:srgbClr val="8C4B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3" name="Input frame mosaic cell">
              <a:extLst>
                <a:ext uri="{FF2B5EF4-FFF2-40B4-BE49-F238E27FC236}">
                  <a16:creationId xmlns:a16="http://schemas.microsoft.com/office/drawing/2014/main" id="{AA485528-FF24-9844-68DE-D1FAE0FDB267}"/>
                </a:ext>
              </a:extLst>
            </p:cNvPr>
            <p:cNvSpPr/>
            <p:nvPr/>
          </p:nvSpPr>
          <p:spPr>
            <a:xfrm>
              <a:off x="778612" y="2550196"/>
              <a:ext cx="54407" cy="55191"/>
            </a:xfrm>
            <a:prstGeom prst="rect">
              <a:avLst/>
            </a:prstGeom>
            <a:solidFill>
              <a:srgbClr val="9A55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4" name="Input frame mosaic cell">
              <a:extLst>
                <a:ext uri="{FF2B5EF4-FFF2-40B4-BE49-F238E27FC236}">
                  <a16:creationId xmlns:a16="http://schemas.microsoft.com/office/drawing/2014/main" id="{5EAD1313-D28E-4099-EBBD-88B98760F189}"/>
                </a:ext>
              </a:extLst>
            </p:cNvPr>
            <p:cNvSpPr/>
            <p:nvPr/>
          </p:nvSpPr>
          <p:spPr>
            <a:xfrm>
              <a:off x="828446" y="2550196"/>
              <a:ext cx="54407" cy="55191"/>
            </a:xfrm>
            <a:prstGeom prst="rect">
              <a:avLst/>
            </a:prstGeom>
            <a:solidFill>
              <a:srgbClr val="A963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5" name="Input frame mosaic cell">
              <a:extLst>
                <a:ext uri="{FF2B5EF4-FFF2-40B4-BE49-F238E27FC236}">
                  <a16:creationId xmlns:a16="http://schemas.microsoft.com/office/drawing/2014/main" id="{05737BD1-27FF-F346-4C7D-B42CAFC2B3E0}"/>
                </a:ext>
              </a:extLst>
            </p:cNvPr>
            <p:cNvSpPr/>
            <p:nvPr/>
          </p:nvSpPr>
          <p:spPr>
            <a:xfrm>
              <a:off x="878281" y="2550196"/>
              <a:ext cx="54407" cy="55191"/>
            </a:xfrm>
            <a:prstGeom prst="rect">
              <a:avLst/>
            </a:prstGeom>
            <a:solidFill>
              <a:srgbClr val="B76D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6" name="Input frame mosaic cell">
              <a:extLst>
                <a:ext uri="{FF2B5EF4-FFF2-40B4-BE49-F238E27FC236}">
                  <a16:creationId xmlns:a16="http://schemas.microsoft.com/office/drawing/2014/main" id="{610896B9-34B8-F898-6244-775B828ACC84}"/>
                </a:ext>
              </a:extLst>
            </p:cNvPr>
            <p:cNvSpPr/>
            <p:nvPr/>
          </p:nvSpPr>
          <p:spPr>
            <a:xfrm>
              <a:off x="928116" y="2550196"/>
              <a:ext cx="54407" cy="55191"/>
            </a:xfrm>
            <a:prstGeom prst="rect">
              <a:avLst/>
            </a:prstGeom>
            <a:solidFill>
              <a:srgbClr val="C271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7" name="Input frame mosaic cell">
              <a:extLst>
                <a:ext uri="{FF2B5EF4-FFF2-40B4-BE49-F238E27FC236}">
                  <a16:creationId xmlns:a16="http://schemas.microsoft.com/office/drawing/2014/main" id="{C16BB6AF-E229-D4EB-61C0-50E64A947BEB}"/>
                </a:ext>
              </a:extLst>
            </p:cNvPr>
            <p:cNvSpPr/>
            <p:nvPr/>
          </p:nvSpPr>
          <p:spPr>
            <a:xfrm>
              <a:off x="977951" y="2550196"/>
              <a:ext cx="54407" cy="55191"/>
            </a:xfrm>
            <a:prstGeom prst="rect">
              <a:avLst/>
            </a:prstGeom>
            <a:solidFill>
              <a:srgbClr val="CE7D7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8" name="Input frame mosaic cell">
              <a:extLst>
                <a:ext uri="{FF2B5EF4-FFF2-40B4-BE49-F238E27FC236}">
                  <a16:creationId xmlns:a16="http://schemas.microsoft.com/office/drawing/2014/main" id="{0F88BC2B-135B-44C7-8E21-7BE6640D9909}"/>
                </a:ext>
              </a:extLst>
            </p:cNvPr>
            <p:cNvSpPr/>
            <p:nvPr/>
          </p:nvSpPr>
          <p:spPr>
            <a:xfrm>
              <a:off x="1027786" y="2550196"/>
              <a:ext cx="54407" cy="55191"/>
            </a:xfrm>
            <a:prstGeom prst="rect">
              <a:avLst/>
            </a:prstGeom>
            <a:solidFill>
              <a:srgbClr val="D9857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39" name="Input frame mosaic cell">
              <a:extLst>
                <a:ext uri="{FF2B5EF4-FFF2-40B4-BE49-F238E27FC236}">
                  <a16:creationId xmlns:a16="http://schemas.microsoft.com/office/drawing/2014/main" id="{96531A90-0A37-8EE2-1DFE-B6C2BCC0BAD1}"/>
                </a:ext>
              </a:extLst>
            </p:cNvPr>
            <p:cNvSpPr/>
            <p:nvPr/>
          </p:nvSpPr>
          <p:spPr>
            <a:xfrm>
              <a:off x="1077620" y="2550196"/>
              <a:ext cx="54407" cy="55191"/>
            </a:xfrm>
            <a:prstGeom prst="rect">
              <a:avLst/>
            </a:prstGeom>
            <a:solidFill>
              <a:srgbClr val="E5949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0" name="Input frame mosaic cell">
              <a:extLst>
                <a:ext uri="{FF2B5EF4-FFF2-40B4-BE49-F238E27FC236}">
                  <a16:creationId xmlns:a16="http://schemas.microsoft.com/office/drawing/2014/main" id="{3871C480-9596-E8C0-1567-910F68C1E035}"/>
                </a:ext>
              </a:extLst>
            </p:cNvPr>
            <p:cNvSpPr/>
            <p:nvPr/>
          </p:nvSpPr>
          <p:spPr>
            <a:xfrm>
              <a:off x="1127455" y="2550196"/>
              <a:ext cx="54407" cy="55191"/>
            </a:xfrm>
            <a:prstGeom prst="rect">
              <a:avLst/>
            </a:prstGeom>
            <a:solidFill>
              <a:srgbClr val="E5A5A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1" name="Input frame mosaic cell">
              <a:extLst>
                <a:ext uri="{FF2B5EF4-FFF2-40B4-BE49-F238E27FC236}">
                  <a16:creationId xmlns:a16="http://schemas.microsoft.com/office/drawing/2014/main" id="{2ECF42B0-BA0F-BBED-C1CF-33D7034CC671}"/>
                </a:ext>
              </a:extLst>
            </p:cNvPr>
            <p:cNvSpPr/>
            <p:nvPr/>
          </p:nvSpPr>
          <p:spPr>
            <a:xfrm>
              <a:off x="1177290" y="2550196"/>
              <a:ext cx="54407" cy="55191"/>
            </a:xfrm>
            <a:prstGeom prst="rect">
              <a:avLst/>
            </a:prstGeom>
            <a:solidFill>
              <a:srgbClr val="C8857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2" name="Input frame mosaic cell">
              <a:extLst>
                <a:ext uri="{FF2B5EF4-FFF2-40B4-BE49-F238E27FC236}">
                  <a16:creationId xmlns:a16="http://schemas.microsoft.com/office/drawing/2014/main" id="{CE20D7F0-74FB-B252-3AA4-7CC121423E6A}"/>
                </a:ext>
              </a:extLst>
            </p:cNvPr>
            <p:cNvSpPr/>
            <p:nvPr/>
          </p:nvSpPr>
          <p:spPr>
            <a:xfrm>
              <a:off x="1227125" y="2550196"/>
              <a:ext cx="54407" cy="55191"/>
            </a:xfrm>
            <a:prstGeom prst="rect">
              <a:avLst/>
            </a:prstGeom>
            <a:solidFill>
              <a:srgbClr val="A969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3" name="Input frame mosaic cell">
              <a:extLst>
                <a:ext uri="{FF2B5EF4-FFF2-40B4-BE49-F238E27FC236}">
                  <a16:creationId xmlns:a16="http://schemas.microsoft.com/office/drawing/2014/main" id="{8C2520C7-0D96-7C27-1F7D-1AC465C6240A}"/>
                </a:ext>
              </a:extLst>
            </p:cNvPr>
            <p:cNvSpPr/>
            <p:nvPr/>
          </p:nvSpPr>
          <p:spPr>
            <a:xfrm>
              <a:off x="1276960" y="2550196"/>
              <a:ext cx="54407" cy="55191"/>
            </a:xfrm>
            <a:prstGeom prst="rect">
              <a:avLst/>
            </a:prstGeom>
            <a:solidFill>
              <a:srgbClr val="A764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4" name="Input frame mosaic cell">
              <a:extLst>
                <a:ext uri="{FF2B5EF4-FFF2-40B4-BE49-F238E27FC236}">
                  <a16:creationId xmlns:a16="http://schemas.microsoft.com/office/drawing/2014/main" id="{ED35E014-D12B-DE0D-D533-EE8033173226}"/>
                </a:ext>
              </a:extLst>
            </p:cNvPr>
            <p:cNvSpPr/>
            <p:nvPr/>
          </p:nvSpPr>
          <p:spPr>
            <a:xfrm>
              <a:off x="1326794" y="2550196"/>
              <a:ext cx="54407" cy="55191"/>
            </a:xfrm>
            <a:prstGeom prst="rect">
              <a:avLst/>
            </a:prstGeom>
            <a:solidFill>
              <a:srgbClr val="AA69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5" name="Input frame mosaic cell">
              <a:extLst>
                <a:ext uri="{FF2B5EF4-FFF2-40B4-BE49-F238E27FC236}">
                  <a16:creationId xmlns:a16="http://schemas.microsoft.com/office/drawing/2014/main" id="{920027A8-3608-DEBE-6334-0A931F11F5BB}"/>
                </a:ext>
              </a:extLst>
            </p:cNvPr>
            <p:cNvSpPr/>
            <p:nvPr/>
          </p:nvSpPr>
          <p:spPr>
            <a:xfrm>
              <a:off x="1376629" y="2550196"/>
              <a:ext cx="54407" cy="55191"/>
            </a:xfrm>
            <a:prstGeom prst="rect">
              <a:avLst/>
            </a:prstGeom>
            <a:solidFill>
              <a:srgbClr val="9954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6" name="Input frame mosaic cell">
              <a:extLst>
                <a:ext uri="{FF2B5EF4-FFF2-40B4-BE49-F238E27FC236}">
                  <a16:creationId xmlns:a16="http://schemas.microsoft.com/office/drawing/2014/main" id="{7C1FDACE-5ADF-89A5-8F3D-9D04DF28FAF6}"/>
                </a:ext>
              </a:extLst>
            </p:cNvPr>
            <p:cNvSpPr/>
            <p:nvPr/>
          </p:nvSpPr>
          <p:spPr>
            <a:xfrm>
              <a:off x="1426464" y="2550196"/>
              <a:ext cx="54407" cy="55191"/>
            </a:xfrm>
            <a:prstGeom prst="rect">
              <a:avLst/>
            </a:prstGeom>
            <a:solidFill>
              <a:srgbClr val="8F4D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7" name="Input frame mosaic cell">
              <a:extLst>
                <a:ext uri="{FF2B5EF4-FFF2-40B4-BE49-F238E27FC236}">
                  <a16:creationId xmlns:a16="http://schemas.microsoft.com/office/drawing/2014/main" id="{EAF66281-8144-323D-0ED7-03C1201ED2DF}"/>
                </a:ext>
              </a:extLst>
            </p:cNvPr>
            <p:cNvSpPr/>
            <p:nvPr/>
          </p:nvSpPr>
          <p:spPr>
            <a:xfrm>
              <a:off x="1476299" y="2550196"/>
              <a:ext cx="54407" cy="55191"/>
            </a:xfrm>
            <a:prstGeom prst="rect">
              <a:avLst/>
            </a:prstGeom>
            <a:solidFill>
              <a:srgbClr val="9757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8" name="Input frame mosaic cell">
              <a:extLst>
                <a:ext uri="{FF2B5EF4-FFF2-40B4-BE49-F238E27FC236}">
                  <a16:creationId xmlns:a16="http://schemas.microsoft.com/office/drawing/2014/main" id="{6483CF6B-CDE7-7EE4-3E11-10CA0594FA61}"/>
                </a:ext>
              </a:extLst>
            </p:cNvPr>
            <p:cNvSpPr/>
            <p:nvPr/>
          </p:nvSpPr>
          <p:spPr>
            <a:xfrm>
              <a:off x="1526134" y="2550196"/>
              <a:ext cx="54407" cy="55191"/>
            </a:xfrm>
            <a:prstGeom prst="rect">
              <a:avLst/>
            </a:prstGeom>
            <a:solidFill>
              <a:srgbClr val="A05D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49" name="Input frame mosaic cell">
              <a:extLst>
                <a:ext uri="{FF2B5EF4-FFF2-40B4-BE49-F238E27FC236}">
                  <a16:creationId xmlns:a16="http://schemas.microsoft.com/office/drawing/2014/main" id="{0A11C9F5-8C98-ED18-73E6-D4D61EE78D09}"/>
                </a:ext>
              </a:extLst>
            </p:cNvPr>
            <p:cNvSpPr/>
            <p:nvPr/>
          </p:nvSpPr>
          <p:spPr>
            <a:xfrm>
              <a:off x="1575968" y="2550196"/>
              <a:ext cx="54407" cy="55191"/>
            </a:xfrm>
            <a:prstGeom prst="rect">
              <a:avLst/>
            </a:prstGeom>
            <a:solidFill>
              <a:srgbClr val="8645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0" name="Input frame mosaic cell">
              <a:extLst>
                <a:ext uri="{FF2B5EF4-FFF2-40B4-BE49-F238E27FC236}">
                  <a16:creationId xmlns:a16="http://schemas.microsoft.com/office/drawing/2014/main" id="{70C37423-BDBB-084D-60BE-D2BD58CF3A7D}"/>
                </a:ext>
              </a:extLst>
            </p:cNvPr>
            <p:cNvSpPr/>
            <p:nvPr/>
          </p:nvSpPr>
          <p:spPr>
            <a:xfrm>
              <a:off x="1625803" y="2550196"/>
              <a:ext cx="54407" cy="55191"/>
            </a:xfrm>
            <a:prstGeom prst="rect">
              <a:avLst/>
            </a:prstGeom>
            <a:solidFill>
              <a:srgbClr val="703F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1" name="Input frame mosaic cell">
              <a:extLst>
                <a:ext uri="{FF2B5EF4-FFF2-40B4-BE49-F238E27FC236}">
                  <a16:creationId xmlns:a16="http://schemas.microsoft.com/office/drawing/2014/main" id="{BAE1E2F1-0F22-4481-2838-CD8983E1F21E}"/>
                </a:ext>
              </a:extLst>
            </p:cNvPr>
            <p:cNvSpPr/>
            <p:nvPr/>
          </p:nvSpPr>
          <p:spPr>
            <a:xfrm>
              <a:off x="1675638" y="2550196"/>
              <a:ext cx="54407" cy="55191"/>
            </a:xfrm>
            <a:prstGeom prst="rect">
              <a:avLst/>
            </a:prstGeom>
            <a:solidFill>
              <a:srgbClr val="6841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2" name="Input frame mosaic cell">
              <a:extLst>
                <a:ext uri="{FF2B5EF4-FFF2-40B4-BE49-F238E27FC236}">
                  <a16:creationId xmlns:a16="http://schemas.microsoft.com/office/drawing/2014/main" id="{A6017500-901E-8E7A-F90E-AC4FEA3AB701}"/>
                </a:ext>
              </a:extLst>
            </p:cNvPr>
            <p:cNvSpPr/>
            <p:nvPr/>
          </p:nvSpPr>
          <p:spPr>
            <a:xfrm>
              <a:off x="1725473" y="2550196"/>
              <a:ext cx="54407" cy="55191"/>
            </a:xfrm>
            <a:prstGeom prst="rect">
              <a:avLst/>
            </a:prstGeom>
            <a:solidFill>
              <a:srgbClr val="573D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3" name="Input frame mosaic cell">
              <a:extLst>
                <a:ext uri="{FF2B5EF4-FFF2-40B4-BE49-F238E27FC236}">
                  <a16:creationId xmlns:a16="http://schemas.microsoft.com/office/drawing/2014/main" id="{A412ABD6-A43E-248C-01A3-4009038A920E}"/>
                </a:ext>
              </a:extLst>
            </p:cNvPr>
            <p:cNvSpPr/>
            <p:nvPr/>
          </p:nvSpPr>
          <p:spPr>
            <a:xfrm>
              <a:off x="1775308" y="2550196"/>
              <a:ext cx="54407" cy="55191"/>
            </a:xfrm>
            <a:prstGeom prst="rect">
              <a:avLst/>
            </a:prstGeom>
            <a:solidFill>
              <a:srgbClr val="6B55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4" name="Input frame mosaic cell">
              <a:extLst>
                <a:ext uri="{FF2B5EF4-FFF2-40B4-BE49-F238E27FC236}">
                  <a16:creationId xmlns:a16="http://schemas.microsoft.com/office/drawing/2014/main" id="{985A8FEC-B52C-6234-5DFB-362AA47A895D}"/>
                </a:ext>
              </a:extLst>
            </p:cNvPr>
            <p:cNvSpPr/>
            <p:nvPr/>
          </p:nvSpPr>
          <p:spPr>
            <a:xfrm>
              <a:off x="1825142" y="2550196"/>
              <a:ext cx="54407" cy="55191"/>
            </a:xfrm>
            <a:prstGeom prst="rect">
              <a:avLst/>
            </a:prstGeom>
            <a:solidFill>
              <a:srgbClr val="8C807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5" name="Input frame mosaic cell">
              <a:extLst>
                <a:ext uri="{FF2B5EF4-FFF2-40B4-BE49-F238E27FC236}">
                  <a16:creationId xmlns:a16="http://schemas.microsoft.com/office/drawing/2014/main" id="{0992895C-97E1-1AD5-4E7A-257695101049}"/>
                </a:ext>
              </a:extLst>
            </p:cNvPr>
            <p:cNvSpPr/>
            <p:nvPr/>
          </p:nvSpPr>
          <p:spPr>
            <a:xfrm>
              <a:off x="1874977" y="2550196"/>
              <a:ext cx="54407" cy="55191"/>
            </a:xfrm>
            <a:prstGeom prst="rect">
              <a:avLst/>
            </a:prstGeom>
            <a:solidFill>
              <a:srgbClr val="857A7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6" name="Input frame mosaic cell">
              <a:extLst>
                <a:ext uri="{FF2B5EF4-FFF2-40B4-BE49-F238E27FC236}">
                  <a16:creationId xmlns:a16="http://schemas.microsoft.com/office/drawing/2014/main" id="{B64BBF24-35B7-EC4F-A36F-0945636FB88C}"/>
                </a:ext>
              </a:extLst>
            </p:cNvPr>
            <p:cNvSpPr/>
            <p:nvPr/>
          </p:nvSpPr>
          <p:spPr>
            <a:xfrm>
              <a:off x="1924812" y="2550196"/>
              <a:ext cx="54407" cy="55191"/>
            </a:xfrm>
            <a:prstGeom prst="rect">
              <a:avLst/>
            </a:prstGeom>
            <a:solidFill>
              <a:srgbClr val="897E7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7" name="Input frame mosaic cell">
              <a:extLst>
                <a:ext uri="{FF2B5EF4-FFF2-40B4-BE49-F238E27FC236}">
                  <a16:creationId xmlns:a16="http://schemas.microsoft.com/office/drawing/2014/main" id="{310A9EFE-9143-895C-048B-B7CFEC8343B1}"/>
                </a:ext>
              </a:extLst>
            </p:cNvPr>
            <p:cNvSpPr/>
            <p:nvPr/>
          </p:nvSpPr>
          <p:spPr>
            <a:xfrm>
              <a:off x="1974647" y="2550196"/>
              <a:ext cx="54407" cy="55191"/>
            </a:xfrm>
            <a:prstGeom prst="rect">
              <a:avLst/>
            </a:prstGeom>
            <a:solidFill>
              <a:srgbClr val="887C7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8" name="Input frame mosaic cell">
              <a:extLst>
                <a:ext uri="{FF2B5EF4-FFF2-40B4-BE49-F238E27FC236}">
                  <a16:creationId xmlns:a16="http://schemas.microsoft.com/office/drawing/2014/main" id="{AACBAAB5-274D-CBA8-DF4F-2BE403A8970C}"/>
                </a:ext>
              </a:extLst>
            </p:cNvPr>
            <p:cNvSpPr/>
            <p:nvPr/>
          </p:nvSpPr>
          <p:spPr>
            <a:xfrm>
              <a:off x="2024482" y="2550196"/>
              <a:ext cx="54407" cy="55191"/>
            </a:xfrm>
            <a:prstGeom prst="rect">
              <a:avLst/>
            </a:prstGeom>
            <a:solidFill>
              <a:srgbClr val="766A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59" name="Input frame mosaic cell">
              <a:extLst>
                <a:ext uri="{FF2B5EF4-FFF2-40B4-BE49-F238E27FC236}">
                  <a16:creationId xmlns:a16="http://schemas.microsoft.com/office/drawing/2014/main" id="{A70D62AD-3FD7-F712-C241-8C7F93E22D3B}"/>
                </a:ext>
              </a:extLst>
            </p:cNvPr>
            <p:cNvSpPr/>
            <p:nvPr/>
          </p:nvSpPr>
          <p:spPr>
            <a:xfrm>
              <a:off x="2074316" y="2550196"/>
              <a:ext cx="54407" cy="55191"/>
            </a:xfrm>
            <a:prstGeom prst="rect">
              <a:avLst/>
            </a:prstGeom>
            <a:solidFill>
              <a:srgbClr val="6159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0" name="Input frame mosaic cell">
              <a:extLst>
                <a:ext uri="{FF2B5EF4-FFF2-40B4-BE49-F238E27FC236}">
                  <a16:creationId xmlns:a16="http://schemas.microsoft.com/office/drawing/2014/main" id="{628659D1-5E03-29A2-2A3F-E952F9A31179}"/>
                </a:ext>
              </a:extLst>
            </p:cNvPr>
            <p:cNvSpPr/>
            <p:nvPr/>
          </p:nvSpPr>
          <p:spPr>
            <a:xfrm>
              <a:off x="2124151" y="2550196"/>
              <a:ext cx="54407" cy="55191"/>
            </a:xfrm>
            <a:prstGeom prst="rect">
              <a:avLst/>
            </a:prstGeom>
            <a:solidFill>
              <a:srgbClr val="4A44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1" name="Input frame mosaic cell">
              <a:extLst>
                <a:ext uri="{FF2B5EF4-FFF2-40B4-BE49-F238E27FC236}">
                  <a16:creationId xmlns:a16="http://schemas.microsoft.com/office/drawing/2014/main" id="{30AE0808-7A40-2A6D-1661-450905439AA2}"/>
                </a:ext>
              </a:extLst>
            </p:cNvPr>
            <p:cNvSpPr/>
            <p:nvPr/>
          </p:nvSpPr>
          <p:spPr>
            <a:xfrm>
              <a:off x="2173986" y="2550196"/>
              <a:ext cx="54407" cy="55191"/>
            </a:xfrm>
            <a:prstGeom prst="rect">
              <a:avLst/>
            </a:prstGeom>
            <a:solidFill>
              <a:srgbClr val="3229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2" name="Input frame mosaic cell">
              <a:extLst>
                <a:ext uri="{FF2B5EF4-FFF2-40B4-BE49-F238E27FC236}">
                  <a16:creationId xmlns:a16="http://schemas.microsoft.com/office/drawing/2014/main" id="{1FE645BA-93F5-A9AA-31DA-74E8C6BD72FF}"/>
                </a:ext>
              </a:extLst>
            </p:cNvPr>
            <p:cNvSpPr/>
            <p:nvPr/>
          </p:nvSpPr>
          <p:spPr>
            <a:xfrm>
              <a:off x="2223821" y="2550196"/>
              <a:ext cx="54407" cy="55191"/>
            </a:xfrm>
            <a:prstGeom prst="rect">
              <a:avLst/>
            </a:prstGeom>
            <a:solidFill>
              <a:srgbClr val="2116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3" name="Input frame mosaic cell">
              <a:extLst>
                <a:ext uri="{FF2B5EF4-FFF2-40B4-BE49-F238E27FC236}">
                  <a16:creationId xmlns:a16="http://schemas.microsoft.com/office/drawing/2014/main" id="{0F8CD4B9-F894-0C14-B8F0-0F128EFA6CDA}"/>
                </a:ext>
              </a:extLst>
            </p:cNvPr>
            <p:cNvSpPr/>
            <p:nvPr/>
          </p:nvSpPr>
          <p:spPr>
            <a:xfrm>
              <a:off x="2273656" y="2550196"/>
              <a:ext cx="54407" cy="55191"/>
            </a:xfrm>
            <a:prstGeom prst="rect">
              <a:avLst/>
            </a:prstGeom>
            <a:solidFill>
              <a:srgbClr val="1A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4" name="Input frame mosaic cell">
              <a:extLst>
                <a:ext uri="{FF2B5EF4-FFF2-40B4-BE49-F238E27FC236}">
                  <a16:creationId xmlns:a16="http://schemas.microsoft.com/office/drawing/2014/main" id="{C92EFC2A-EA5C-1AA6-CBAF-31DC09FE3CE2}"/>
                </a:ext>
              </a:extLst>
            </p:cNvPr>
            <p:cNvSpPr/>
            <p:nvPr/>
          </p:nvSpPr>
          <p:spPr>
            <a:xfrm>
              <a:off x="2323490" y="2550196"/>
              <a:ext cx="54407" cy="55191"/>
            </a:xfrm>
            <a:prstGeom prst="rect">
              <a:avLst/>
            </a:prstGeom>
            <a:solidFill>
              <a:srgbClr val="1B0C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5" name="Input frame mosaic cell">
              <a:extLst>
                <a:ext uri="{FF2B5EF4-FFF2-40B4-BE49-F238E27FC236}">
                  <a16:creationId xmlns:a16="http://schemas.microsoft.com/office/drawing/2014/main" id="{0D08FDD6-68E8-F46F-612F-A04B5B359211}"/>
                </a:ext>
              </a:extLst>
            </p:cNvPr>
            <p:cNvSpPr/>
            <p:nvPr/>
          </p:nvSpPr>
          <p:spPr>
            <a:xfrm>
              <a:off x="2373325" y="2550196"/>
              <a:ext cx="54407" cy="55191"/>
            </a:xfrm>
            <a:prstGeom prst="rect">
              <a:avLst/>
            </a:prstGeom>
            <a:solidFill>
              <a:srgbClr val="1F10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6" name="Input frame mosaic cell">
              <a:extLst>
                <a:ext uri="{FF2B5EF4-FFF2-40B4-BE49-F238E27FC236}">
                  <a16:creationId xmlns:a16="http://schemas.microsoft.com/office/drawing/2014/main" id="{50E66ACB-D4A6-0C81-9198-DB7A048075A9}"/>
                </a:ext>
              </a:extLst>
            </p:cNvPr>
            <p:cNvSpPr/>
            <p:nvPr/>
          </p:nvSpPr>
          <p:spPr>
            <a:xfrm>
              <a:off x="429768" y="2600815"/>
              <a:ext cx="54407" cy="55191"/>
            </a:xfrm>
            <a:prstGeom prst="rect">
              <a:avLst/>
            </a:prstGeom>
            <a:solidFill>
              <a:srgbClr val="3A1E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7" name="Input frame mosaic cell">
              <a:extLst>
                <a:ext uri="{FF2B5EF4-FFF2-40B4-BE49-F238E27FC236}">
                  <a16:creationId xmlns:a16="http://schemas.microsoft.com/office/drawing/2014/main" id="{44C5411F-00AE-1398-1E0C-BB2BFFEBCAEA}"/>
                </a:ext>
              </a:extLst>
            </p:cNvPr>
            <p:cNvSpPr/>
            <p:nvPr/>
          </p:nvSpPr>
          <p:spPr>
            <a:xfrm>
              <a:off x="479603" y="2600815"/>
              <a:ext cx="54407" cy="55191"/>
            </a:xfrm>
            <a:prstGeom prst="rect">
              <a:avLst/>
            </a:prstGeom>
            <a:solidFill>
              <a:srgbClr val="4B2A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8" name="Input frame mosaic cell">
              <a:extLst>
                <a:ext uri="{FF2B5EF4-FFF2-40B4-BE49-F238E27FC236}">
                  <a16:creationId xmlns:a16="http://schemas.microsoft.com/office/drawing/2014/main" id="{048E3F12-7BD8-84C1-85C9-C853A28F3169}"/>
                </a:ext>
              </a:extLst>
            </p:cNvPr>
            <p:cNvSpPr/>
            <p:nvPr/>
          </p:nvSpPr>
          <p:spPr>
            <a:xfrm>
              <a:off x="529438" y="2600815"/>
              <a:ext cx="54407" cy="55191"/>
            </a:xfrm>
            <a:prstGeom prst="rect">
              <a:avLst/>
            </a:prstGeom>
            <a:solidFill>
              <a:srgbClr val="512D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69" name="Input frame mosaic cell">
              <a:extLst>
                <a:ext uri="{FF2B5EF4-FFF2-40B4-BE49-F238E27FC236}">
                  <a16:creationId xmlns:a16="http://schemas.microsoft.com/office/drawing/2014/main" id="{33E87FEF-66C7-5D68-1D29-909080133092}"/>
                </a:ext>
              </a:extLst>
            </p:cNvPr>
            <p:cNvSpPr/>
            <p:nvPr/>
          </p:nvSpPr>
          <p:spPr>
            <a:xfrm>
              <a:off x="579272" y="2600815"/>
              <a:ext cx="54407" cy="55191"/>
            </a:xfrm>
            <a:prstGeom prst="rect">
              <a:avLst/>
            </a:prstGeom>
            <a:solidFill>
              <a:srgbClr val="5F2F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0" name="Input frame mosaic cell">
              <a:extLst>
                <a:ext uri="{FF2B5EF4-FFF2-40B4-BE49-F238E27FC236}">
                  <a16:creationId xmlns:a16="http://schemas.microsoft.com/office/drawing/2014/main" id="{4EC47745-8B44-5122-83BF-EACB5143C011}"/>
                </a:ext>
              </a:extLst>
            </p:cNvPr>
            <p:cNvSpPr/>
            <p:nvPr/>
          </p:nvSpPr>
          <p:spPr>
            <a:xfrm>
              <a:off x="629107" y="2600815"/>
              <a:ext cx="54407" cy="55191"/>
            </a:xfrm>
            <a:prstGeom prst="rect">
              <a:avLst/>
            </a:prstGeom>
            <a:solidFill>
              <a:srgbClr val="6E32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1" name="Input frame mosaic cell">
              <a:extLst>
                <a:ext uri="{FF2B5EF4-FFF2-40B4-BE49-F238E27FC236}">
                  <a16:creationId xmlns:a16="http://schemas.microsoft.com/office/drawing/2014/main" id="{88A66625-2FBF-6DE8-FB34-868CFFF4BB16}"/>
                </a:ext>
              </a:extLst>
            </p:cNvPr>
            <p:cNvSpPr/>
            <p:nvPr/>
          </p:nvSpPr>
          <p:spPr>
            <a:xfrm>
              <a:off x="678942" y="2600815"/>
              <a:ext cx="54407" cy="55191"/>
            </a:xfrm>
            <a:prstGeom prst="rect">
              <a:avLst/>
            </a:prstGeom>
            <a:solidFill>
              <a:srgbClr val="8341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2" name="Input frame mosaic cell">
              <a:extLst>
                <a:ext uri="{FF2B5EF4-FFF2-40B4-BE49-F238E27FC236}">
                  <a16:creationId xmlns:a16="http://schemas.microsoft.com/office/drawing/2014/main" id="{E711BE9F-7E14-DB96-03E4-9B4FA8B3C9E0}"/>
                </a:ext>
              </a:extLst>
            </p:cNvPr>
            <p:cNvSpPr/>
            <p:nvPr/>
          </p:nvSpPr>
          <p:spPr>
            <a:xfrm>
              <a:off x="728777" y="2600815"/>
              <a:ext cx="54407" cy="55191"/>
            </a:xfrm>
            <a:prstGeom prst="rect">
              <a:avLst/>
            </a:prstGeom>
            <a:solidFill>
              <a:srgbClr val="9551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3" name="Input frame mosaic cell">
              <a:extLst>
                <a:ext uri="{FF2B5EF4-FFF2-40B4-BE49-F238E27FC236}">
                  <a16:creationId xmlns:a16="http://schemas.microsoft.com/office/drawing/2014/main" id="{1204B1E9-9CC2-8AFC-807A-4EF0581B324C}"/>
                </a:ext>
              </a:extLst>
            </p:cNvPr>
            <p:cNvSpPr/>
            <p:nvPr/>
          </p:nvSpPr>
          <p:spPr>
            <a:xfrm>
              <a:off x="778612" y="2600815"/>
              <a:ext cx="54407" cy="55191"/>
            </a:xfrm>
            <a:prstGeom prst="rect">
              <a:avLst/>
            </a:prstGeom>
            <a:solidFill>
              <a:srgbClr val="A760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4" name="Input frame mosaic cell">
              <a:extLst>
                <a:ext uri="{FF2B5EF4-FFF2-40B4-BE49-F238E27FC236}">
                  <a16:creationId xmlns:a16="http://schemas.microsoft.com/office/drawing/2014/main" id="{853DC705-5A99-DA39-3639-07768F3F222F}"/>
                </a:ext>
              </a:extLst>
            </p:cNvPr>
            <p:cNvSpPr/>
            <p:nvPr/>
          </p:nvSpPr>
          <p:spPr>
            <a:xfrm>
              <a:off x="828446" y="2600815"/>
              <a:ext cx="54407" cy="55191"/>
            </a:xfrm>
            <a:prstGeom prst="rect">
              <a:avLst/>
            </a:prstGeom>
            <a:solidFill>
              <a:srgbClr val="B96F6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5" name="Input frame mosaic cell">
              <a:extLst>
                <a:ext uri="{FF2B5EF4-FFF2-40B4-BE49-F238E27FC236}">
                  <a16:creationId xmlns:a16="http://schemas.microsoft.com/office/drawing/2014/main" id="{9B7903DC-F06F-21CB-7697-5F5291B81FC2}"/>
                </a:ext>
              </a:extLst>
            </p:cNvPr>
            <p:cNvSpPr/>
            <p:nvPr/>
          </p:nvSpPr>
          <p:spPr>
            <a:xfrm>
              <a:off x="878281" y="2600815"/>
              <a:ext cx="54407" cy="55191"/>
            </a:xfrm>
            <a:prstGeom prst="rect">
              <a:avLst/>
            </a:prstGeom>
            <a:solidFill>
              <a:srgbClr val="C57B7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6" name="Input frame mosaic cell">
              <a:extLst>
                <a:ext uri="{FF2B5EF4-FFF2-40B4-BE49-F238E27FC236}">
                  <a16:creationId xmlns:a16="http://schemas.microsoft.com/office/drawing/2014/main" id="{65F9A4BF-8D20-0B45-1765-83E48BB0C02E}"/>
                </a:ext>
              </a:extLst>
            </p:cNvPr>
            <p:cNvSpPr/>
            <p:nvPr/>
          </p:nvSpPr>
          <p:spPr>
            <a:xfrm>
              <a:off x="928116" y="2600815"/>
              <a:ext cx="54407" cy="55191"/>
            </a:xfrm>
            <a:prstGeom prst="rect">
              <a:avLst/>
            </a:prstGeom>
            <a:solidFill>
              <a:srgbClr val="D1827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7" name="Input frame mosaic cell">
              <a:extLst>
                <a:ext uri="{FF2B5EF4-FFF2-40B4-BE49-F238E27FC236}">
                  <a16:creationId xmlns:a16="http://schemas.microsoft.com/office/drawing/2014/main" id="{23CCC885-AEBC-39B3-AF19-A0FA4AC1AA2A}"/>
                </a:ext>
              </a:extLst>
            </p:cNvPr>
            <p:cNvSpPr/>
            <p:nvPr/>
          </p:nvSpPr>
          <p:spPr>
            <a:xfrm>
              <a:off x="977951" y="2600815"/>
              <a:ext cx="54407" cy="55191"/>
            </a:xfrm>
            <a:prstGeom prst="rect">
              <a:avLst/>
            </a:prstGeom>
            <a:solidFill>
              <a:srgbClr val="DB887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8" name="Input frame mosaic cell">
              <a:extLst>
                <a:ext uri="{FF2B5EF4-FFF2-40B4-BE49-F238E27FC236}">
                  <a16:creationId xmlns:a16="http://schemas.microsoft.com/office/drawing/2014/main" id="{68D4E359-C965-87AB-2240-C41F9FB69299}"/>
                </a:ext>
              </a:extLst>
            </p:cNvPr>
            <p:cNvSpPr/>
            <p:nvPr/>
          </p:nvSpPr>
          <p:spPr>
            <a:xfrm>
              <a:off x="1027786" y="2600815"/>
              <a:ext cx="54407" cy="55191"/>
            </a:xfrm>
            <a:prstGeom prst="rect">
              <a:avLst/>
            </a:prstGeom>
            <a:solidFill>
              <a:srgbClr val="E4918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79" name="Input frame mosaic cell">
              <a:extLst>
                <a:ext uri="{FF2B5EF4-FFF2-40B4-BE49-F238E27FC236}">
                  <a16:creationId xmlns:a16="http://schemas.microsoft.com/office/drawing/2014/main" id="{A4A102E8-A1BB-DD7D-B010-F29CA074EBDE}"/>
                </a:ext>
              </a:extLst>
            </p:cNvPr>
            <p:cNvSpPr/>
            <p:nvPr/>
          </p:nvSpPr>
          <p:spPr>
            <a:xfrm>
              <a:off x="1077620" y="2600815"/>
              <a:ext cx="54407" cy="55191"/>
            </a:xfrm>
            <a:prstGeom prst="rect">
              <a:avLst/>
            </a:prstGeom>
            <a:solidFill>
              <a:srgbClr val="D79D9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0" name="Input frame mosaic cell">
              <a:extLst>
                <a:ext uri="{FF2B5EF4-FFF2-40B4-BE49-F238E27FC236}">
                  <a16:creationId xmlns:a16="http://schemas.microsoft.com/office/drawing/2014/main" id="{18F26DE4-42F7-44D5-536B-5E058613D385}"/>
                </a:ext>
              </a:extLst>
            </p:cNvPr>
            <p:cNvSpPr/>
            <p:nvPr/>
          </p:nvSpPr>
          <p:spPr>
            <a:xfrm>
              <a:off x="1127455" y="2600815"/>
              <a:ext cx="54407" cy="55191"/>
            </a:xfrm>
            <a:prstGeom prst="rect">
              <a:avLst/>
            </a:prstGeom>
            <a:solidFill>
              <a:srgbClr val="906D6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1" name="Input frame mosaic cell">
              <a:extLst>
                <a:ext uri="{FF2B5EF4-FFF2-40B4-BE49-F238E27FC236}">
                  <a16:creationId xmlns:a16="http://schemas.microsoft.com/office/drawing/2014/main" id="{EA22285C-E4FF-10ED-0D3A-FF094399CEF7}"/>
                </a:ext>
              </a:extLst>
            </p:cNvPr>
            <p:cNvSpPr/>
            <p:nvPr/>
          </p:nvSpPr>
          <p:spPr>
            <a:xfrm>
              <a:off x="1177290" y="2600815"/>
              <a:ext cx="54407" cy="55191"/>
            </a:xfrm>
            <a:prstGeom prst="rect">
              <a:avLst/>
            </a:prstGeom>
            <a:solidFill>
              <a:srgbClr val="5C38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2" name="Input frame mosaic cell">
              <a:extLst>
                <a:ext uri="{FF2B5EF4-FFF2-40B4-BE49-F238E27FC236}">
                  <a16:creationId xmlns:a16="http://schemas.microsoft.com/office/drawing/2014/main" id="{1A771702-2330-FC59-F52A-7867624D06FC}"/>
                </a:ext>
              </a:extLst>
            </p:cNvPr>
            <p:cNvSpPr/>
            <p:nvPr/>
          </p:nvSpPr>
          <p:spPr>
            <a:xfrm>
              <a:off x="1227125" y="2600815"/>
              <a:ext cx="54407" cy="55191"/>
            </a:xfrm>
            <a:prstGeom prst="rect">
              <a:avLst/>
            </a:prstGeom>
            <a:solidFill>
              <a:srgbClr val="4623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3" name="Input frame mosaic cell">
              <a:extLst>
                <a:ext uri="{FF2B5EF4-FFF2-40B4-BE49-F238E27FC236}">
                  <a16:creationId xmlns:a16="http://schemas.microsoft.com/office/drawing/2014/main" id="{F9EF30F9-438E-4C97-A464-B5462757CFE2}"/>
                </a:ext>
              </a:extLst>
            </p:cNvPr>
            <p:cNvSpPr/>
            <p:nvPr/>
          </p:nvSpPr>
          <p:spPr>
            <a:xfrm>
              <a:off x="1276960" y="2600815"/>
              <a:ext cx="54407" cy="55191"/>
            </a:xfrm>
            <a:prstGeom prst="rect">
              <a:avLst/>
            </a:prstGeom>
            <a:solidFill>
              <a:srgbClr val="46241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4" name="Input frame mosaic cell">
              <a:extLst>
                <a:ext uri="{FF2B5EF4-FFF2-40B4-BE49-F238E27FC236}">
                  <a16:creationId xmlns:a16="http://schemas.microsoft.com/office/drawing/2014/main" id="{C60010E2-D978-0428-1ED2-261C54245236}"/>
                </a:ext>
              </a:extLst>
            </p:cNvPr>
            <p:cNvSpPr/>
            <p:nvPr/>
          </p:nvSpPr>
          <p:spPr>
            <a:xfrm>
              <a:off x="1326794" y="2600815"/>
              <a:ext cx="54407" cy="55191"/>
            </a:xfrm>
            <a:prstGeom prst="rect">
              <a:avLst/>
            </a:prstGeom>
            <a:solidFill>
              <a:srgbClr val="48262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5" name="Input frame mosaic cell">
              <a:extLst>
                <a:ext uri="{FF2B5EF4-FFF2-40B4-BE49-F238E27FC236}">
                  <a16:creationId xmlns:a16="http://schemas.microsoft.com/office/drawing/2014/main" id="{56B3ACEE-1CA4-FCE4-5647-A74FF8383DA8}"/>
                </a:ext>
              </a:extLst>
            </p:cNvPr>
            <p:cNvSpPr/>
            <p:nvPr/>
          </p:nvSpPr>
          <p:spPr>
            <a:xfrm>
              <a:off x="1376629" y="2600815"/>
              <a:ext cx="54407" cy="55191"/>
            </a:xfrm>
            <a:prstGeom prst="rect">
              <a:avLst/>
            </a:prstGeom>
            <a:solidFill>
              <a:srgbClr val="49252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6" name="Input frame mosaic cell">
              <a:extLst>
                <a:ext uri="{FF2B5EF4-FFF2-40B4-BE49-F238E27FC236}">
                  <a16:creationId xmlns:a16="http://schemas.microsoft.com/office/drawing/2014/main" id="{297AB123-E3D3-16CC-23E7-08456D4AE606}"/>
                </a:ext>
              </a:extLst>
            </p:cNvPr>
            <p:cNvSpPr/>
            <p:nvPr/>
          </p:nvSpPr>
          <p:spPr>
            <a:xfrm>
              <a:off x="1426464" y="2600815"/>
              <a:ext cx="54407" cy="55191"/>
            </a:xfrm>
            <a:prstGeom prst="rect">
              <a:avLst/>
            </a:prstGeom>
            <a:solidFill>
              <a:srgbClr val="4A28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7" name="Input frame mosaic cell">
              <a:extLst>
                <a:ext uri="{FF2B5EF4-FFF2-40B4-BE49-F238E27FC236}">
                  <a16:creationId xmlns:a16="http://schemas.microsoft.com/office/drawing/2014/main" id="{0E4BFCE2-D011-593E-3B73-804A6C51E4B8}"/>
                </a:ext>
              </a:extLst>
            </p:cNvPr>
            <p:cNvSpPr/>
            <p:nvPr/>
          </p:nvSpPr>
          <p:spPr>
            <a:xfrm>
              <a:off x="1476299" y="2600815"/>
              <a:ext cx="54407" cy="55191"/>
            </a:xfrm>
            <a:prstGeom prst="rect">
              <a:avLst/>
            </a:prstGeom>
            <a:solidFill>
              <a:srgbClr val="4E2D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8" name="Input frame mosaic cell">
              <a:extLst>
                <a:ext uri="{FF2B5EF4-FFF2-40B4-BE49-F238E27FC236}">
                  <a16:creationId xmlns:a16="http://schemas.microsoft.com/office/drawing/2014/main" id="{B5FB23D6-48D2-7ED0-183B-B0DC45D771E1}"/>
                </a:ext>
              </a:extLst>
            </p:cNvPr>
            <p:cNvSpPr/>
            <p:nvPr/>
          </p:nvSpPr>
          <p:spPr>
            <a:xfrm>
              <a:off x="1526134" y="2600815"/>
              <a:ext cx="54407" cy="55191"/>
            </a:xfrm>
            <a:prstGeom prst="rect">
              <a:avLst/>
            </a:prstGeom>
            <a:solidFill>
              <a:srgbClr val="4D2B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89" name="Input frame mosaic cell">
              <a:extLst>
                <a:ext uri="{FF2B5EF4-FFF2-40B4-BE49-F238E27FC236}">
                  <a16:creationId xmlns:a16="http://schemas.microsoft.com/office/drawing/2014/main" id="{51BC227B-66C0-8A25-83D6-65350DCE29ED}"/>
                </a:ext>
              </a:extLst>
            </p:cNvPr>
            <p:cNvSpPr/>
            <p:nvPr/>
          </p:nvSpPr>
          <p:spPr>
            <a:xfrm>
              <a:off x="1575968" y="2600815"/>
              <a:ext cx="54407" cy="55191"/>
            </a:xfrm>
            <a:prstGeom prst="rect">
              <a:avLst/>
            </a:prstGeom>
            <a:solidFill>
              <a:srgbClr val="4327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0" name="Input frame mosaic cell">
              <a:extLst>
                <a:ext uri="{FF2B5EF4-FFF2-40B4-BE49-F238E27FC236}">
                  <a16:creationId xmlns:a16="http://schemas.microsoft.com/office/drawing/2014/main" id="{066C3B2E-EE4A-D14C-E284-067CB2CFA8AF}"/>
                </a:ext>
              </a:extLst>
            </p:cNvPr>
            <p:cNvSpPr/>
            <p:nvPr/>
          </p:nvSpPr>
          <p:spPr>
            <a:xfrm>
              <a:off x="1625803" y="2600815"/>
              <a:ext cx="54407" cy="55191"/>
            </a:xfrm>
            <a:prstGeom prst="rect">
              <a:avLst/>
            </a:prstGeom>
            <a:solidFill>
              <a:srgbClr val="5535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1" name="Input frame mosaic cell">
              <a:extLst>
                <a:ext uri="{FF2B5EF4-FFF2-40B4-BE49-F238E27FC236}">
                  <a16:creationId xmlns:a16="http://schemas.microsoft.com/office/drawing/2014/main" id="{A6878EE3-AE46-5A89-6A19-214276996277}"/>
                </a:ext>
              </a:extLst>
            </p:cNvPr>
            <p:cNvSpPr/>
            <p:nvPr/>
          </p:nvSpPr>
          <p:spPr>
            <a:xfrm>
              <a:off x="1675638" y="2600815"/>
              <a:ext cx="54407" cy="55191"/>
            </a:xfrm>
            <a:prstGeom prst="rect">
              <a:avLst/>
            </a:prstGeom>
            <a:solidFill>
              <a:srgbClr val="764A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2" name="Input frame mosaic cell">
              <a:extLst>
                <a:ext uri="{FF2B5EF4-FFF2-40B4-BE49-F238E27FC236}">
                  <a16:creationId xmlns:a16="http://schemas.microsoft.com/office/drawing/2014/main" id="{1A3685CA-DD85-B176-0C7E-BDB28BCFC203}"/>
                </a:ext>
              </a:extLst>
            </p:cNvPr>
            <p:cNvSpPr/>
            <p:nvPr/>
          </p:nvSpPr>
          <p:spPr>
            <a:xfrm>
              <a:off x="1725473" y="2600815"/>
              <a:ext cx="54407" cy="55191"/>
            </a:xfrm>
            <a:prstGeom prst="rect">
              <a:avLst/>
            </a:prstGeom>
            <a:solidFill>
              <a:srgbClr val="7651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3" name="Input frame mosaic cell">
              <a:extLst>
                <a:ext uri="{FF2B5EF4-FFF2-40B4-BE49-F238E27FC236}">
                  <a16:creationId xmlns:a16="http://schemas.microsoft.com/office/drawing/2014/main" id="{157A81AD-FE9A-AF58-475E-00BBD4FE75BB}"/>
                </a:ext>
              </a:extLst>
            </p:cNvPr>
            <p:cNvSpPr/>
            <p:nvPr/>
          </p:nvSpPr>
          <p:spPr>
            <a:xfrm>
              <a:off x="1775308" y="2600815"/>
              <a:ext cx="54407" cy="55191"/>
            </a:xfrm>
            <a:prstGeom prst="rect">
              <a:avLst/>
            </a:prstGeom>
            <a:solidFill>
              <a:srgbClr val="6046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4" name="Input frame mosaic cell">
              <a:extLst>
                <a:ext uri="{FF2B5EF4-FFF2-40B4-BE49-F238E27FC236}">
                  <a16:creationId xmlns:a16="http://schemas.microsoft.com/office/drawing/2014/main" id="{1566D10F-4186-C132-D127-528B26BA6219}"/>
                </a:ext>
              </a:extLst>
            </p:cNvPr>
            <p:cNvSpPr/>
            <p:nvPr/>
          </p:nvSpPr>
          <p:spPr>
            <a:xfrm>
              <a:off x="1825142" y="2600815"/>
              <a:ext cx="54407" cy="55191"/>
            </a:xfrm>
            <a:prstGeom prst="rect">
              <a:avLst/>
            </a:prstGeom>
            <a:solidFill>
              <a:srgbClr val="7E6F6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5" name="Input frame mosaic cell">
              <a:extLst>
                <a:ext uri="{FF2B5EF4-FFF2-40B4-BE49-F238E27FC236}">
                  <a16:creationId xmlns:a16="http://schemas.microsoft.com/office/drawing/2014/main" id="{7EE0FAAD-7CA1-2DCB-03FC-7885943ECE28}"/>
                </a:ext>
              </a:extLst>
            </p:cNvPr>
            <p:cNvSpPr/>
            <p:nvPr/>
          </p:nvSpPr>
          <p:spPr>
            <a:xfrm>
              <a:off x="1874977" y="2600815"/>
              <a:ext cx="54407" cy="55191"/>
            </a:xfrm>
            <a:prstGeom prst="rect">
              <a:avLst/>
            </a:prstGeom>
            <a:solidFill>
              <a:srgbClr val="71676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6" name="Input frame mosaic cell">
              <a:extLst>
                <a:ext uri="{FF2B5EF4-FFF2-40B4-BE49-F238E27FC236}">
                  <a16:creationId xmlns:a16="http://schemas.microsoft.com/office/drawing/2014/main" id="{3245B55C-CDB4-C7D0-BDBF-F4E379582F0C}"/>
                </a:ext>
              </a:extLst>
            </p:cNvPr>
            <p:cNvSpPr/>
            <p:nvPr/>
          </p:nvSpPr>
          <p:spPr>
            <a:xfrm>
              <a:off x="1924812" y="2600815"/>
              <a:ext cx="54407" cy="55191"/>
            </a:xfrm>
            <a:prstGeom prst="rect">
              <a:avLst/>
            </a:prstGeom>
            <a:solidFill>
              <a:srgbClr val="82757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7" name="Input frame mosaic cell">
              <a:extLst>
                <a:ext uri="{FF2B5EF4-FFF2-40B4-BE49-F238E27FC236}">
                  <a16:creationId xmlns:a16="http://schemas.microsoft.com/office/drawing/2014/main" id="{446AE201-9B97-0EBA-B7B7-D58B9D3C3038}"/>
                </a:ext>
              </a:extLst>
            </p:cNvPr>
            <p:cNvSpPr/>
            <p:nvPr/>
          </p:nvSpPr>
          <p:spPr>
            <a:xfrm>
              <a:off x="1974647" y="2600815"/>
              <a:ext cx="54407" cy="55191"/>
            </a:xfrm>
            <a:prstGeom prst="rect">
              <a:avLst/>
            </a:prstGeom>
            <a:solidFill>
              <a:srgbClr val="A99E9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8" name="Input frame mosaic cell">
              <a:extLst>
                <a:ext uri="{FF2B5EF4-FFF2-40B4-BE49-F238E27FC236}">
                  <a16:creationId xmlns:a16="http://schemas.microsoft.com/office/drawing/2014/main" id="{7D16A231-4E36-FA83-D945-2564B8409BD5}"/>
                </a:ext>
              </a:extLst>
            </p:cNvPr>
            <p:cNvSpPr/>
            <p:nvPr/>
          </p:nvSpPr>
          <p:spPr>
            <a:xfrm>
              <a:off x="2024482" y="2600815"/>
              <a:ext cx="54407" cy="55191"/>
            </a:xfrm>
            <a:prstGeom prst="rect">
              <a:avLst/>
            </a:prstGeom>
            <a:solidFill>
              <a:srgbClr val="9E959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699" name="Input frame mosaic cell">
              <a:extLst>
                <a:ext uri="{FF2B5EF4-FFF2-40B4-BE49-F238E27FC236}">
                  <a16:creationId xmlns:a16="http://schemas.microsoft.com/office/drawing/2014/main" id="{735302EC-FEAB-1EEA-D436-9907EB1A5FB7}"/>
                </a:ext>
              </a:extLst>
            </p:cNvPr>
            <p:cNvSpPr/>
            <p:nvPr/>
          </p:nvSpPr>
          <p:spPr>
            <a:xfrm>
              <a:off x="2074316" y="2600815"/>
              <a:ext cx="54407" cy="55191"/>
            </a:xfrm>
            <a:prstGeom prst="rect">
              <a:avLst/>
            </a:prstGeom>
            <a:solidFill>
              <a:srgbClr val="90888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0" name="Input frame mosaic cell">
              <a:extLst>
                <a:ext uri="{FF2B5EF4-FFF2-40B4-BE49-F238E27FC236}">
                  <a16:creationId xmlns:a16="http://schemas.microsoft.com/office/drawing/2014/main" id="{82F17D88-406A-00F4-5EB4-074DA230D61D}"/>
                </a:ext>
              </a:extLst>
            </p:cNvPr>
            <p:cNvSpPr/>
            <p:nvPr/>
          </p:nvSpPr>
          <p:spPr>
            <a:xfrm>
              <a:off x="2124151" y="2600815"/>
              <a:ext cx="54407" cy="55191"/>
            </a:xfrm>
            <a:prstGeom prst="rect">
              <a:avLst/>
            </a:prstGeom>
            <a:solidFill>
              <a:srgbClr val="7F7A7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1" name="Input frame mosaic cell">
              <a:extLst>
                <a:ext uri="{FF2B5EF4-FFF2-40B4-BE49-F238E27FC236}">
                  <a16:creationId xmlns:a16="http://schemas.microsoft.com/office/drawing/2014/main" id="{60AE9D71-E137-B3B7-196E-38BF78FEF3A7}"/>
                </a:ext>
              </a:extLst>
            </p:cNvPr>
            <p:cNvSpPr/>
            <p:nvPr/>
          </p:nvSpPr>
          <p:spPr>
            <a:xfrm>
              <a:off x="2173986" y="2600815"/>
              <a:ext cx="54407" cy="55191"/>
            </a:xfrm>
            <a:prstGeom prst="rect">
              <a:avLst/>
            </a:prstGeom>
            <a:solidFill>
              <a:srgbClr val="6A66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2" name="Input frame mosaic cell">
              <a:extLst>
                <a:ext uri="{FF2B5EF4-FFF2-40B4-BE49-F238E27FC236}">
                  <a16:creationId xmlns:a16="http://schemas.microsoft.com/office/drawing/2014/main" id="{A25AA89E-13B5-3EF3-93D5-703F3C06F806}"/>
                </a:ext>
              </a:extLst>
            </p:cNvPr>
            <p:cNvSpPr/>
            <p:nvPr/>
          </p:nvSpPr>
          <p:spPr>
            <a:xfrm>
              <a:off x="2223821" y="2600815"/>
              <a:ext cx="54407" cy="55191"/>
            </a:xfrm>
            <a:prstGeom prst="rect">
              <a:avLst/>
            </a:prstGeom>
            <a:solidFill>
              <a:srgbClr val="4F4C4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3" name="Input frame mosaic cell">
              <a:extLst>
                <a:ext uri="{FF2B5EF4-FFF2-40B4-BE49-F238E27FC236}">
                  <a16:creationId xmlns:a16="http://schemas.microsoft.com/office/drawing/2014/main" id="{33D2C679-D213-5B47-0D1D-B1EEE4DC157B}"/>
                </a:ext>
              </a:extLst>
            </p:cNvPr>
            <p:cNvSpPr/>
            <p:nvPr/>
          </p:nvSpPr>
          <p:spPr>
            <a:xfrm>
              <a:off x="2273656" y="2600815"/>
              <a:ext cx="54407" cy="55191"/>
            </a:xfrm>
            <a:prstGeom prst="rect">
              <a:avLst/>
            </a:prstGeom>
            <a:solidFill>
              <a:srgbClr val="3731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4" name="Input frame mosaic cell">
              <a:extLst>
                <a:ext uri="{FF2B5EF4-FFF2-40B4-BE49-F238E27FC236}">
                  <a16:creationId xmlns:a16="http://schemas.microsoft.com/office/drawing/2014/main" id="{4DA27166-9B41-6B8E-3177-8923CB11D358}"/>
                </a:ext>
              </a:extLst>
            </p:cNvPr>
            <p:cNvSpPr/>
            <p:nvPr/>
          </p:nvSpPr>
          <p:spPr>
            <a:xfrm>
              <a:off x="2323490" y="2600815"/>
              <a:ext cx="54407" cy="55191"/>
            </a:xfrm>
            <a:prstGeom prst="rect">
              <a:avLst/>
            </a:prstGeom>
            <a:solidFill>
              <a:srgbClr val="261C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5" name="Input frame mosaic cell">
              <a:extLst>
                <a:ext uri="{FF2B5EF4-FFF2-40B4-BE49-F238E27FC236}">
                  <a16:creationId xmlns:a16="http://schemas.microsoft.com/office/drawing/2014/main" id="{CC29F901-AC18-8657-83EB-FBBA13D58A94}"/>
                </a:ext>
              </a:extLst>
            </p:cNvPr>
            <p:cNvSpPr/>
            <p:nvPr/>
          </p:nvSpPr>
          <p:spPr>
            <a:xfrm>
              <a:off x="2373325" y="2600815"/>
              <a:ext cx="54407" cy="55191"/>
            </a:xfrm>
            <a:prstGeom prst="rect">
              <a:avLst/>
            </a:prstGeom>
            <a:solidFill>
              <a:srgbClr val="2014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6" name="Input frame mosaic cell">
              <a:extLst>
                <a:ext uri="{FF2B5EF4-FFF2-40B4-BE49-F238E27FC236}">
                  <a16:creationId xmlns:a16="http://schemas.microsoft.com/office/drawing/2014/main" id="{198BA3DD-A785-BA2D-9F58-7E2354648AFF}"/>
                </a:ext>
              </a:extLst>
            </p:cNvPr>
            <p:cNvSpPr/>
            <p:nvPr/>
          </p:nvSpPr>
          <p:spPr>
            <a:xfrm>
              <a:off x="429768" y="2651433"/>
              <a:ext cx="54407" cy="55191"/>
            </a:xfrm>
            <a:prstGeom prst="rect">
              <a:avLst/>
            </a:prstGeom>
            <a:solidFill>
              <a:srgbClr val="4126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7" name="Input frame mosaic cell">
              <a:extLst>
                <a:ext uri="{FF2B5EF4-FFF2-40B4-BE49-F238E27FC236}">
                  <a16:creationId xmlns:a16="http://schemas.microsoft.com/office/drawing/2014/main" id="{3CEF5AD7-5615-3F72-ED4C-916C32174D92}"/>
                </a:ext>
              </a:extLst>
            </p:cNvPr>
            <p:cNvSpPr/>
            <p:nvPr/>
          </p:nvSpPr>
          <p:spPr>
            <a:xfrm>
              <a:off x="479603" y="2651433"/>
              <a:ext cx="54407" cy="55191"/>
            </a:xfrm>
            <a:prstGeom prst="rect">
              <a:avLst/>
            </a:prstGeom>
            <a:solidFill>
              <a:srgbClr val="5B38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8" name="Input frame mosaic cell">
              <a:extLst>
                <a:ext uri="{FF2B5EF4-FFF2-40B4-BE49-F238E27FC236}">
                  <a16:creationId xmlns:a16="http://schemas.microsoft.com/office/drawing/2014/main" id="{58EDA50D-7516-516E-672B-728DAE6AFD31}"/>
                </a:ext>
              </a:extLst>
            </p:cNvPr>
            <p:cNvSpPr/>
            <p:nvPr/>
          </p:nvSpPr>
          <p:spPr>
            <a:xfrm>
              <a:off x="529438" y="2651433"/>
              <a:ext cx="54407" cy="55191"/>
            </a:xfrm>
            <a:prstGeom prst="rect">
              <a:avLst/>
            </a:prstGeom>
            <a:solidFill>
              <a:srgbClr val="7150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09" name="Input frame mosaic cell">
              <a:extLst>
                <a:ext uri="{FF2B5EF4-FFF2-40B4-BE49-F238E27FC236}">
                  <a16:creationId xmlns:a16="http://schemas.microsoft.com/office/drawing/2014/main" id="{BF35933F-B981-9B06-72C4-6B32DF5FF8C0}"/>
                </a:ext>
              </a:extLst>
            </p:cNvPr>
            <p:cNvSpPr/>
            <p:nvPr/>
          </p:nvSpPr>
          <p:spPr>
            <a:xfrm>
              <a:off x="579272" y="2651433"/>
              <a:ext cx="54407" cy="55191"/>
            </a:xfrm>
            <a:prstGeom prst="rect">
              <a:avLst/>
            </a:prstGeom>
            <a:solidFill>
              <a:srgbClr val="6940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0" name="Input frame mosaic cell">
              <a:extLst>
                <a:ext uri="{FF2B5EF4-FFF2-40B4-BE49-F238E27FC236}">
                  <a16:creationId xmlns:a16="http://schemas.microsoft.com/office/drawing/2014/main" id="{0F584EE7-8808-1084-607C-F1AC4648BE57}"/>
                </a:ext>
              </a:extLst>
            </p:cNvPr>
            <p:cNvSpPr/>
            <p:nvPr/>
          </p:nvSpPr>
          <p:spPr>
            <a:xfrm>
              <a:off x="629107" y="2651433"/>
              <a:ext cx="54407" cy="55191"/>
            </a:xfrm>
            <a:prstGeom prst="rect">
              <a:avLst/>
            </a:prstGeom>
            <a:solidFill>
              <a:srgbClr val="6E34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1" name="Input frame mosaic cell">
              <a:extLst>
                <a:ext uri="{FF2B5EF4-FFF2-40B4-BE49-F238E27FC236}">
                  <a16:creationId xmlns:a16="http://schemas.microsoft.com/office/drawing/2014/main" id="{CC0D7E48-FCD6-7F54-105B-6D4D46C2C940}"/>
                </a:ext>
              </a:extLst>
            </p:cNvPr>
            <p:cNvSpPr/>
            <p:nvPr/>
          </p:nvSpPr>
          <p:spPr>
            <a:xfrm>
              <a:off x="678942" y="2651433"/>
              <a:ext cx="54407" cy="55191"/>
            </a:xfrm>
            <a:prstGeom prst="rect">
              <a:avLst/>
            </a:prstGeom>
            <a:solidFill>
              <a:srgbClr val="8A45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2" name="Input frame mosaic cell">
              <a:extLst>
                <a:ext uri="{FF2B5EF4-FFF2-40B4-BE49-F238E27FC236}">
                  <a16:creationId xmlns:a16="http://schemas.microsoft.com/office/drawing/2014/main" id="{F191ED87-27E6-DEF8-928E-8563CC5EBBDA}"/>
                </a:ext>
              </a:extLst>
            </p:cNvPr>
            <p:cNvSpPr/>
            <p:nvPr/>
          </p:nvSpPr>
          <p:spPr>
            <a:xfrm>
              <a:off x="728777" y="2651433"/>
              <a:ext cx="54407" cy="55191"/>
            </a:xfrm>
            <a:prstGeom prst="rect">
              <a:avLst/>
            </a:prstGeom>
            <a:solidFill>
              <a:srgbClr val="9851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3" name="Input frame mosaic cell">
              <a:extLst>
                <a:ext uri="{FF2B5EF4-FFF2-40B4-BE49-F238E27FC236}">
                  <a16:creationId xmlns:a16="http://schemas.microsoft.com/office/drawing/2014/main" id="{8440657F-7C12-E325-5D35-5209BD24C00C}"/>
                </a:ext>
              </a:extLst>
            </p:cNvPr>
            <p:cNvSpPr/>
            <p:nvPr/>
          </p:nvSpPr>
          <p:spPr>
            <a:xfrm>
              <a:off x="778612" y="2651433"/>
              <a:ext cx="54407" cy="55191"/>
            </a:xfrm>
            <a:prstGeom prst="rect">
              <a:avLst/>
            </a:prstGeom>
            <a:solidFill>
              <a:srgbClr val="A65F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4" name="Input frame mosaic cell">
              <a:extLst>
                <a:ext uri="{FF2B5EF4-FFF2-40B4-BE49-F238E27FC236}">
                  <a16:creationId xmlns:a16="http://schemas.microsoft.com/office/drawing/2014/main" id="{1AF91665-D188-7B9D-34AB-DF651070B0B3}"/>
                </a:ext>
              </a:extLst>
            </p:cNvPr>
            <p:cNvSpPr/>
            <p:nvPr/>
          </p:nvSpPr>
          <p:spPr>
            <a:xfrm>
              <a:off x="828446" y="2651433"/>
              <a:ext cx="54407" cy="55191"/>
            </a:xfrm>
            <a:prstGeom prst="rect">
              <a:avLst/>
            </a:prstGeom>
            <a:solidFill>
              <a:srgbClr val="AF64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5" name="Input frame mosaic cell">
              <a:extLst>
                <a:ext uri="{FF2B5EF4-FFF2-40B4-BE49-F238E27FC236}">
                  <a16:creationId xmlns:a16="http://schemas.microsoft.com/office/drawing/2014/main" id="{F74FBB98-150C-9F6E-77F1-2F2C7E1C48D7}"/>
                </a:ext>
              </a:extLst>
            </p:cNvPr>
            <p:cNvSpPr/>
            <p:nvPr/>
          </p:nvSpPr>
          <p:spPr>
            <a:xfrm>
              <a:off x="878281" y="2651433"/>
              <a:ext cx="54407" cy="55191"/>
            </a:xfrm>
            <a:prstGeom prst="rect">
              <a:avLst/>
            </a:prstGeom>
            <a:solidFill>
              <a:srgbClr val="B96D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6" name="Input frame mosaic cell">
              <a:extLst>
                <a:ext uri="{FF2B5EF4-FFF2-40B4-BE49-F238E27FC236}">
                  <a16:creationId xmlns:a16="http://schemas.microsoft.com/office/drawing/2014/main" id="{48366207-6D1D-C31B-AE66-F615BC8D094A}"/>
                </a:ext>
              </a:extLst>
            </p:cNvPr>
            <p:cNvSpPr/>
            <p:nvPr/>
          </p:nvSpPr>
          <p:spPr>
            <a:xfrm>
              <a:off x="928116" y="2651433"/>
              <a:ext cx="54407" cy="55191"/>
            </a:xfrm>
            <a:prstGeom prst="rect">
              <a:avLst/>
            </a:prstGeom>
            <a:solidFill>
              <a:srgbClr val="CC79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7" name="Input frame mosaic cell">
              <a:extLst>
                <a:ext uri="{FF2B5EF4-FFF2-40B4-BE49-F238E27FC236}">
                  <a16:creationId xmlns:a16="http://schemas.microsoft.com/office/drawing/2014/main" id="{ED5C2193-E085-C7AB-B65E-BC62B373FB5B}"/>
                </a:ext>
              </a:extLst>
            </p:cNvPr>
            <p:cNvSpPr/>
            <p:nvPr/>
          </p:nvSpPr>
          <p:spPr>
            <a:xfrm>
              <a:off x="977951" y="2651433"/>
              <a:ext cx="54407" cy="55191"/>
            </a:xfrm>
            <a:prstGeom prst="rect">
              <a:avLst/>
            </a:prstGeom>
            <a:solidFill>
              <a:srgbClr val="DA817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8" name="Input frame mosaic cell">
              <a:extLst>
                <a:ext uri="{FF2B5EF4-FFF2-40B4-BE49-F238E27FC236}">
                  <a16:creationId xmlns:a16="http://schemas.microsoft.com/office/drawing/2014/main" id="{915FE3FA-4687-CFDF-B1A9-0324E94C86F2}"/>
                </a:ext>
              </a:extLst>
            </p:cNvPr>
            <p:cNvSpPr/>
            <p:nvPr/>
          </p:nvSpPr>
          <p:spPr>
            <a:xfrm>
              <a:off x="1027786" y="2651433"/>
              <a:ext cx="54407" cy="55191"/>
            </a:xfrm>
            <a:prstGeom prst="rect">
              <a:avLst/>
            </a:prstGeom>
            <a:solidFill>
              <a:srgbClr val="DC897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19" name="Input frame mosaic cell">
              <a:extLst>
                <a:ext uri="{FF2B5EF4-FFF2-40B4-BE49-F238E27FC236}">
                  <a16:creationId xmlns:a16="http://schemas.microsoft.com/office/drawing/2014/main" id="{8FEA58E3-02AA-4B1D-BF6A-353E3069AC99}"/>
                </a:ext>
              </a:extLst>
            </p:cNvPr>
            <p:cNvSpPr/>
            <p:nvPr/>
          </p:nvSpPr>
          <p:spPr>
            <a:xfrm>
              <a:off x="1077620" y="2651433"/>
              <a:ext cx="54407" cy="55191"/>
            </a:xfrm>
            <a:prstGeom prst="rect">
              <a:avLst/>
            </a:prstGeom>
            <a:solidFill>
              <a:srgbClr val="8758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0" name="Input frame mosaic cell">
              <a:extLst>
                <a:ext uri="{FF2B5EF4-FFF2-40B4-BE49-F238E27FC236}">
                  <a16:creationId xmlns:a16="http://schemas.microsoft.com/office/drawing/2014/main" id="{87851F3E-A487-982C-6C9C-577A23095619}"/>
                </a:ext>
              </a:extLst>
            </p:cNvPr>
            <p:cNvSpPr/>
            <p:nvPr/>
          </p:nvSpPr>
          <p:spPr>
            <a:xfrm>
              <a:off x="1127455" y="2651433"/>
              <a:ext cx="54407" cy="55191"/>
            </a:xfrm>
            <a:prstGeom prst="rect">
              <a:avLst/>
            </a:prstGeom>
            <a:solidFill>
              <a:srgbClr val="492D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1" name="Input frame mosaic cell">
              <a:extLst>
                <a:ext uri="{FF2B5EF4-FFF2-40B4-BE49-F238E27FC236}">
                  <a16:creationId xmlns:a16="http://schemas.microsoft.com/office/drawing/2014/main" id="{D15D0E9B-8DA0-5CB0-A697-B1919458FD05}"/>
                </a:ext>
              </a:extLst>
            </p:cNvPr>
            <p:cNvSpPr/>
            <p:nvPr/>
          </p:nvSpPr>
          <p:spPr>
            <a:xfrm>
              <a:off x="1177290" y="2651433"/>
              <a:ext cx="54407" cy="55191"/>
            </a:xfrm>
            <a:prstGeom prst="rect">
              <a:avLst/>
            </a:prstGeom>
            <a:solidFill>
              <a:srgbClr val="492F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2" name="Input frame mosaic cell">
              <a:extLst>
                <a:ext uri="{FF2B5EF4-FFF2-40B4-BE49-F238E27FC236}">
                  <a16:creationId xmlns:a16="http://schemas.microsoft.com/office/drawing/2014/main" id="{CA0BD569-E4BA-C4EA-4AD3-7DEC36E7D9CC}"/>
                </a:ext>
              </a:extLst>
            </p:cNvPr>
            <p:cNvSpPr/>
            <p:nvPr/>
          </p:nvSpPr>
          <p:spPr>
            <a:xfrm>
              <a:off x="1227125" y="2651433"/>
              <a:ext cx="54407" cy="55191"/>
            </a:xfrm>
            <a:prstGeom prst="rect">
              <a:avLst/>
            </a:prstGeom>
            <a:solidFill>
              <a:srgbClr val="42272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3" name="Input frame mosaic cell">
              <a:extLst>
                <a:ext uri="{FF2B5EF4-FFF2-40B4-BE49-F238E27FC236}">
                  <a16:creationId xmlns:a16="http://schemas.microsoft.com/office/drawing/2014/main" id="{09D2F90D-05EE-B33F-4F77-BA81DF922564}"/>
                </a:ext>
              </a:extLst>
            </p:cNvPr>
            <p:cNvSpPr/>
            <p:nvPr/>
          </p:nvSpPr>
          <p:spPr>
            <a:xfrm>
              <a:off x="1276960" y="2651433"/>
              <a:ext cx="54407" cy="55191"/>
            </a:xfrm>
            <a:prstGeom prst="rect">
              <a:avLst/>
            </a:prstGeom>
            <a:solidFill>
              <a:srgbClr val="4027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4" name="Input frame mosaic cell">
              <a:extLst>
                <a:ext uri="{FF2B5EF4-FFF2-40B4-BE49-F238E27FC236}">
                  <a16:creationId xmlns:a16="http://schemas.microsoft.com/office/drawing/2014/main" id="{F7B32265-6A0E-594E-69FD-82E38D7659B5}"/>
                </a:ext>
              </a:extLst>
            </p:cNvPr>
            <p:cNvSpPr/>
            <p:nvPr/>
          </p:nvSpPr>
          <p:spPr>
            <a:xfrm>
              <a:off x="1326794" y="2651433"/>
              <a:ext cx="54407" cy="55191"/>
            </a:xfrm>
            <a:prstGeom prst="rect">
              <a:avLst/>
            </a:prstGeom>
            <a:solidFill>
              <a:srgbClr val="422C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5" name="Input frame mosaic cell">
              <a:extLst>
                <a:ext uri="{FF2B5EF4-FFF2-40B4-BE49-F238E27FC236}">
                  <a16:creationId xmlns:a16="http://schemas.microsoft.com/office/drawing/2014/main" id="{4D0B0482-9289-ADD8-962D-6DADC85D12F8}"/>
                </a:ext>
              </a:extLst>
            </p:cNvPr>
            <p:cNvSpPr/>
            <p:nvPr/>
          </p:nvSpPr>
          <p:spPr>
            <a:xfrm>
              <a:off x="1376629" y="2651433"/>
              <a:ext cx="54407" cy="55191"/>
            </a:xfrm>
            <a:prstGeom prst="rect">
              <a:avLst/>
            </a:prstGeom>
            <a:solidFill>
              <a:srgbClr val="4930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6" name="Input frame mosaic cell">
              <a:extLst>
                <a:ext uri="{FF2B5EF4-FFF2-40B4-BE49-F238E27FC236}">
                  <a16:creationId xmlns:a16="http://schemas.microsoft.com/office/drawing/2014/main" id="{2DD269C2-42C5-C6CB-59AE-8705F6B80C46}"/>
                </a:ext>
              </a:extLst>
            </p:cNvPr>
            <p:cNvSpPr/>
            <p:nvPr/>
          </p:nvSpPr>
          <p:spPr>
            <a:xfrm>
              <a:off x="1426464" y="2651433"/>
              <a:ext cx="54407" cy="55191"/>
            </a:xfrm>
            <a:prstGeom prst="rect">
              <a:avLst/>
            </a:prstGeom>
            <a:solidFill>
              <a:srgbClr val="4F30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7" name="Input frame mosaic cell">
              <a:extLst>
                <a:ext uri="{FF2B5EF4-FFF2-40B4-BE49-F238E27FC236}">
                  <a16:creationId xmlns:a16="http://schemas.microsoft.com/office/drawing/2014/main" id="{E1F38232-8ADB-BCB5-26D3-883B47747EB0}"/>
                </a:ext>
              </a:extLst>
            </p:cNvPr>
            <p:cNvSpPr/>
            <p:nvPr/>
          </p:nvSpPr>
          <p:spPr>
            <a:xfrm>
              <a:off x="1476299" y="2651433"/>
              <a:ext cx="54407" cy="55191"/>
            </a:xfrm>
            <a:prstGeom prst="rect">
              <a:avLst/>
            </a:prstGeom>
            <a:solidFill>
              <a:srgbClr val="5A35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8" name="Input frame mosaic cell">
              <a:extLst>
                <a:ext uri="{FF2B5EF4-FFF2-40B4-BE49-F238E27FC236}">
                  <a16:creationId xmlns:a16="http://schemas.microsoft.com/office/drawing/2014/main" id="{29055AF2-8889-61D8-0E73-18F66E9CD144}"/>
                </a:ext>
              </a:extLst>
            </p:cNvPr>
            <p:cNvSpPr/>
            <p:nvPr/>
          </p:nvSpPr>
          <p:spPr>
            <a:xfrm>
              <a:off x="1526134" y="2651433"/>
              <a:ext cx="54407" cy="55191"/>
            </a:xfrm>
            <a:prstGeom prst="rect">
              <a:avLst/>
            </a:prstGeom>
            <a:solidFill>
              <a:srgbClr val="4F2F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29" name="Input frame mosaic cell">
              <a:extLst>
                <a:ext uri="{FF2B5EF4-FFF2-40B4-BE49-F238E27FC236}">
                  <a16:creationId xmlns:a16="http://schemas.microsoft.com/office/drawing/2014/main" id="{6D69C7ED-C241-F234-583C-7A3C382B901A}"/>
                </a:ext>
              </a:extLst>
            </p:cNvPr>
            <p:cNvSpPr/>
            <p:nvPr/>
          </p:nvSpPr>
          <p:spPr>
            <a:xfrm>
              <a:off x="1575968" y="2651433"/>
              <a:ext cx="54407" cy="55191"/>
            </a:xfrm>
            <a:prstGeom prst="rect">
              <a:avLst/>
            </a:prstGeom>
            <a:solidFill>
              <a:srgbClr val="4931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0" name="Input frame mosaic cell">
              <a:extLst>
                <a:ext uri="{FF2B5EF4-FFF2-40B4-BE49-F238E27FC236}">
                  <a16:creationId xmlns:a16="http://schemas.microsoft.com/office/drawing/2014/main" id="{A55434B9-8F37-01BD-DB93-BA3C16D5A8A3}"/>
                </a:ext>
              </a:extLst>
            </p:cNvPr>
            <p:cNvSpPr/>
            <p:nvPr/>
          </p:nvSpPr>
          <p:spPr>
            <a:xfrm>
              <a:off x="1625803" y="2651433"/>
              <a:ext cx="54407" cy="55191"/>
            </a:xfrm>
            <a:prstGeom prst="rect">
              <a:avLst/>
            </a:prstGeom>
            <a:solidFill>
              <a:srgbClr val="563A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1" name="Input frame mosaic cell">
              <a:extLst>
                <a:ext uri="{FF2B5EF4-FFF2-40B4-BE49-F238E27FC236}">
                  <a16:creationId xmlns:a16="http://schemas.microsoft.com/office/drawing/2014/main" id="{543E1DF8-1887-6D18-6535-23E96D057CB4}"/>
                </a:ext>
              </a:extLst>
            </p:cNvPr>
            <p:cNvSpPr/>
            <p:nvPr/>
          </p:nvSpPr>
          <p:spPr>
            <a:xfrm>
              <a:off x="1675638" y="2651433"/>
              <a:ext cx="54407" cy="55191"/>
            </a:xfrm>
            <a:prstGeom prst="rect">
              <a:avLst/>
            </a:prstGeom>
            <a:solidFill>
              <a:srgbClr val="673E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2" name="Input frame mosaic cell">
              <a:extLst>
                <a:ext uri="{FF2B5EF4-FFF2-40B4-BE49-F238E27FC236}">
                  <a16:creationId xmlns:a16="http://schemas.microsoft.com/office/drawing/2014/main" id="{C62469CA-C06C-E2E8-CCBE-4318C18560CF}"/>
                </a:ext>
              </a:extLst>
            </p:cNvPr>
            <p:cNvSpPr/>
            <p:nvPr/>
          </p:nvSpPr>
          <p:spPr>
            <a:xfrm>
              <a:off x="1725473" y="2651433"/>
              <a:ext cx="54407" cy="55191"/>
            </a:xfrm>
            <a:prstGeom prst="rect">
              <a:avLst/>
            </a:prstGeom>
            <a:solidFill>
              <a:srgbClr val="8858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3" name="Input frame mosaic cell">
              <a:extLst>
                <a:ext uri="{FF2B5EF4-FFF2-40B4-BE49-F238E27FC236}">
                  <a16:creationId xmlns:a16="http://schemas.microsoft.com/office/drawing/2014/main" id="{0CD3714E-231F-BD05-24C1-9E10A5BE51D0}"/>
                </a:ext>
              </a:extLst>
            </p:cNvPr>
            <p:cNvSpPr/>
            <p:nvPr/>
          </p:nvSpPr>
          <p:spPr>
            <a:xfrm>
              <a:off x="1775308" y="2651433"/>
              <a:ext cx="54407" cy="55191"/>
            </a:xfrm>
            <a:prstGeom prst="rect">
              <a:avLst/>
            </a:prstGeom>
            <a:solidFill>
              <a:srgbClr val="7147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4" name="Input frame mosaic cell">
              <a:extLst>
                <a:ext uri="{FF2B5EF4-FFF2-40B4-BE49-F238E27FC236}">
                  <a16:creationId xmlns:a16="http://schemas.microsoft.com/office/drawing/2014/main" id="{19F25344-F4D8-8A49-5F94-3FA52B7E90FF}"/>
                </a:ext>
              </a:extLst>
            </p:cNvPr>
            <p:cNvSpPr/>
            <p:nvPr/>
          </p:nvSpPr>
          <p:spPr>
            <a:xfrm>
              <a:off x="1825142" y="2651433"/>
              <a:ext cx="54407" cy="55191"/>
            </a:xfrm>
            <a:prstGeom prst="rect">
              <a:avLst/>
            </a:prstGeom>
            <a:solidFill>
              <a:srgbClr val="745C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5" name="Input frame mosaic cell">
              <a:extLst>
                <a:ext uri="{FF2B5EF4-FFF2-40B4-BE49-F238E27FC236}">
                  <a16:creationId xmlns:a16="http://schemas.microsoft.com/office/drawing/2014/main" id="{5D4284D4-C985-DAC3-63A4-280569F0C08E}"/>
                </a:ext>
              </a:extLst>
            </p:cNvPr>
            <p:cNvSpPr/>
            <p:nvPr/>
          </p:nvSpPr>
          <p:spPr>
            <a:xfrm>
              <a:off x="1874977" y="2651433"/>
              <a:ext cx="54407" cy="55191"/>
            </a:xfrm>
            <a:prstGeom prst="rect">
              <a:avLst/>
            </a:prstGeom>
            <a:solidFill>
              <a:srgbClr val="7464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6" name="Input frame mosaic cell">
              <a:extLst>
                <a:ext uri="{FF2B5EF4-FFF2-40B4-BE49-F238E27FC236}">
                  <a16:creationId xmlns:a16="http://schemas.microsoft.com/office/drawing/2014/main" id="{93301350-5876-8F71-51B7-1FEAA6531835}"/>
                </a:ext>
              </a:extLst>
            </p:cNvPr>
            <p:cNvSpPr/>
            <p:nvPr/>
          </p:nvSpPr>
          <p:spPr>
            <a:xfrm>
              <a:off x="1924812" y="2651433"/>
              <a:ext cx="54407" cy="55191"/>
            </a:xfrm>
            <a:prstGeom prst="rect">
              <a:avLst/>
            </a:prstGeom>
            <a:solidFill>
              <a:srgbClr val="79686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7" name="Input frame mosaic cell">
              <a:extLst>
                <a:ext uri="{FF2B5EF4-FFF2-40B4-BE49-F238E27FC236}">
                  <a16:creationId xmlns:a16="http://schemas.microsoft.com/office/drawing/2014/main" id="{9ACE6AC5-A96C-4703-A666-AF9B992AB4D6}"/>
                </a:ext>
              </a:extLst>
            </p:cNvPr>
            <p:cNvSpPr/>
            <p:nvPr/>
          </p:nvSpPr>
          <p:spPr>
            <a:xfrm>
              <a:off x="1974647" y="2651433"/>
              <a:ext cx="54407" cy="55191"/>
            </a:xfrm>
            <a:prstGeom prst="rect">
              <a:avLst/>
            </a:prstGeom>
            <a:solidFill>
              <a:srgbClr val="AEA2A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8" name="Input frame mosaic cell">
              <a:extLst>
                <a:ext uri="{FF2B5EF4-FFF2-40B4-BE49-F238E27FC236}">
                  <a16:creationId xmlns:a16="http://schemas.microsoft.com/office/drawing/2014/main" id="{8AADB171-0533-BD2D-82CF-C616C4C29510}"/>
                </a:ext>
              </a:extLst>
            </p:cNvPr>
            <p:cNvSpPr/>
            <p:nvPr/>
          </p:nvSpPr>
          <p:spPr>
            <a:xfrm>
              <a:off x="2024482" y="2651433"/>
              <a:ext cx="54407" cy="55191"/>
            </a:xfrm>
            <a:prstGeom prst="rect">
              <a:avLst/>
            </a:prstGeom>
            <a:solidFill>
              <a:srgbClr val="AEA3A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39" name="Input frame mosaic cell">
              <a:extLst>
                <a:ext uri="{FF2B5EF4-FFF2-40B4-BE49-F238E27FC236}">
                  <a16:creationId xmlns:a16="http://schemas.microsoft.com/office/drawing/2014/main" id="{F5D3B6AB-31EF-D5C9-D019-67E3A626F9F8}"/>
                </a:ext>
              </a:extLst>
            </p:cNvPr>
            <p:cNvSpPr/>
            <p:nvPr/>
          </p:nvSpPr>
          <p:spPr>
            <a:xfrm>
              <a:off x="2074316" y="2651433"/>
              <a:ext cx="54407" cy="55191"/>
            </a:xfrm>
            <a:prstGeom prst="rect">
              <a:avLst/>
            </a:prstGeom>
            <a:solidFill>
              <a:srgbClr val="A49D9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0" name="Input frame mosaic cell">
              <a:extLst>
                <a:ext uri="{FF2B5EF4-FFF2-40B4-BE49-F238E27FC236}">
                  <a16:creationId xmlns:a16="http://schemas.microsoft.com/office/drawing/2014/main" id="{36FEA8D7-199A-46C5-2E3F-4D9A4B35E062}"/>
                </a:ext>
              </a:extLst>
            </p:cNvPr>
            <p:cNvSpPr/>
            <p:nvPr/>
          </p:nvSpPr>
          <p:spPr>
            <a:xfrm>
              <a:off x="2124151" y="2651433"/>
              <a:ext cx="54407" cy="55191"/>
            </a:xfrm>
            <a:prstGeom prst="rect">
              <a:avLst/>
            </a:prstGeom>
            <a:solidFill>
              <a:srgbClr val="9A959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1" name="Input frame mosaic cell">
              <a:extLst>
                <a:ext uri="{FF2B5EF4-FFF2-40B4-BE49-F238E27FC236}">
                  <a16:creationId xmlns:a16="http://schemas.microsoft.com/office/drawing/2014/main" id="{A7D453B5-FA8F-C88F-61B5-48F118E3CFF2}"/>
                </a:ext>
              </a:extLst>
            </p:cNvPr>
            <p:cNvSpPr/>
            <p:nvPr/>
          </p:nvSpPr>
          <p:spPr>
            <a:xfrm>
              <a:off x="2173986" y="2651433"/>
              <a:ext cx="54407" cy="55191"/>
            </a:xfrm>
            <a:prstGeom prst="rect">
              <a:avLst/>
            </a:prstGeom>
            <a:solidFill>
              <a:srgbClr val="8E8B8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2" name="Input frame mosaic cell">
              <a:extLst>
                <a:ext uri="{FF2B5EF4-FFF2-40B4-BE49-F238E27FC236}">
                  <a16:creationId xmlns:a16="http://schemas.microsoft.com/office/drawing/2014/main" id="{D5F88DF8-AEFB-C1A9-E6CA-A9D8DDA1FC4A}"/>
                </a:ext>
              </a:extLst>
            </p:cNvPr>
            <p:cNvSpPr/>
            <p:nvPr/>
          </p:nvSpPr>
          <p:spPr>
            <a:xfrm>
              <a:off x="2223821" y="2651433"/>
              <a:ext cx="54407" cy="55191"/>
            </a:xfrm>
            <a:prstGeom prst="rect">
              <a:avLst/>
            </a:prstGeom>
            <a:solidFill>
              <a:srgbClr val="7F7E7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3" name="Input frame mosaic cell">
              <a:extLst>
                <a:ext uri="{FF2B5EF4-FFF2-40B4-BE49-F238E27FC236}">
                  <a16:creationId xmlns:a16="http://schemas.microsoft.com/office/drawing/2014/main" id="{49F7584F-46CF-704A-9BC6-EDD95A5C4F79}"/>
                </a:ext>
              </a:extLst>
            </p:cNvPr>
            <p:cNvSpPr/>
            <p:nvPr/>
          </p:nvSpPr>
          <p:spPr>
            <a:xfrm>
              <a:off x="2273656" y="2651433"/>
              <a:ext cx="54407" cy="55191"/>
            </a:xfrm>
            <a:prstGeom prst="rect">
              <a:avLst/>
            </a:prstGeom>
            <a:solidFill>
              <a:srgbClr val="6968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4" name="Input frame mosaic cell">
              <a:extLst>
                <a:ext uri="{FF2B5EF4-FFF2-40B4-BE49-F238E27FC236}">
                  <a16:creationId xmlns:a16="http://schemas.microsoft.com/office/drawing/2014/main" id="{19017C99-F8C0-FCBE-3EE2-79CD4FE247C9}"/>
                </a:ext>
              </a:extLst>
            </p:cNvPr>
            <p:cNvSpPr/>
            <p:nvPr/>
          </p:nvSpPr>
          <p:spPr>
            <a:xfrm>
              <a:off x="2323490" y="2651433"/>
              <a:ext cx="54407" cy="55191"/>
            </a:xfrm>
            <a:prstGeom prst="rect">
              <a:avLst/>
            </a:prstGeom>
            <a:solidFill>
              <a:srgbClr val="5150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5" name="Input frame mosaic cell">
              <a:extLst>
                <a:ext uri="{FF2B5EF4-FFF2-40B4-BE49-F238E27FC236}">
                  <a16:creationId xmlns:a16="http://schemas.microsoft.com/office/drawing/2014/main" id="{69722BA7-1958-9C1E-3B80-C4B44DF74C5A}"/>
                </a:ext>
              </a:extLst>
            </p:cNvPr>
            <p:cNvSpPr/>
            <p:nvPr/>
          </p:nvSpPr>
          <p:spPr>
            <a:xfrm>
              <a:off x="2373325" y="2651433"/>
              <a:ext cx="54407" cy="55191"/>
            </a:xfrm>
            <a:prstGeom prst="rect">
              <a:avLst/>
            </a:prstGeom>
            <a:solidFill>
              <a:srgbClr val="3B37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6" name="Input frame mosaic cell">
              <a:extLst>
                <a:ext uri="{FF2B5EF4-FFF2-40B4-BE49-F238E27FC236}">
                  <a16:creationId xmlns:a16="http://schemas.microsoft.com/office/drawing/2014/main" id="{0BED2A82-5DB5-7599-D40A-8A61C1B27B30}"/>
                </a:ext>
              </a:extLst>
            </p:cNvPr>
            <p:cNvSpPr/>
            <p:nvPr/>
          </p:nvSpPr>
          <p:spPr>
            <a:xfrm>
              <a:off x="429768" y="2702052"/>
              <a:ext cx="54407" cy="55191"/>
            </a:xfrm>
            <a:prstGeom prst="rect">
              <a:avLst/>
            </a:prstGeom>
            <a:solidFill>
              <a:srgbClr val="482B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7" name="Input frame mosaic cell">
              <a:extLst>
                <a:ext uri="{FF2B5EF4-FFF2-40B4-BE49-F238E27FC236}">
                  <a16:creationId xmlns:a16="http://schemas.microsoft.com/office/drawing/2014/main" id="{39B6EFE7-154C-F389-CE81-2DA612B1610A}"/>
                </a:ext>
              </a:extLst>
            </p:cNvPr>
            <p:cNvSpPr/>
            <p:nvPr/>
          </p:nvSpPr>
          <p:spPr>
            <a:xfrm>
              <a:off x="479603" y="2702052"/>
              <a:ext cx="54407" cy="55191"/>
            </a:xfrm>
            <a:prstGeom prst="rect">
              <a:avLst/>
            </a:prstGeom>
            <a:solidFill>
              <a:srgbClr val="6F43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8" name="Input frame mosaic cell">
              <a:extLst>
                <a:ext uri="{FF2B5EF4-FFF2-40B4-BE49-F238E27FC236}">
                  <a16:creationId xmlns:a16="http://schemas.microsoft.com/office/drawing/2014/main" id="{FDDB5494-39AE-A9C2-8ACD-8211F0ADE5F5}"/>
                </a:ext>
              </a:extLst>
            </p:cNvPr>
            <p:cNvSpPr/>
            <p:nvPr/>
          </p:nvSpPr>
          <p:spPr>
            <a:xfrm>
              <a:off x="529438" y="2702052"/>
              <a:ext cx="54407" cy="55191"/>
            </a:xfrm>
            <a:prstGeom prst="rect">
              <a:avLst/>
            </a:prstGeom>
            <a:solidFill>
              <a:srgbClr val="7E4E4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49" name="Input frame mosaic cell">
              <a:extLst>
                <a:ext uri="{FF2B5EF4-FFF2-40B4-BE49-F238E27FC236}">
                  <a16:creationId xmlns:a16="http://schemas.microsoft.com/office/drawing/2014/main" id="{7638062A-60E6-88C9-9371-3BC65A04924E}"/>
                </a:ext>
              </a:extLst>
            </p:cNvPr>
            <p:cNvSpPr/>
            <p:nvPr/>
          </p:nvSpPr>
          <p:spPr>
            <a:xfrm>
              <a:off x="579272" y="2702052"/>
              <a:ext cx="54407" cy="55191"/>
            </a:xfrm>
            <a:prstGeom prst="rect">
              <a:avLst/>
            </a:prstGeom>
            <a:solidFill>
              <a:srgbClr val="804A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0" name="Input frame mosaic cell">
              <a:extLst>
                <a:ext uri="{FF2B5EF4-FFF2-40B4-BE49-F238E27FC236}">
                  <a16:creationId xmlns:a16="http://schemas.microsoft.com/office/drawing/2014/main" id="{03C910CF-CF28-B3CF-B145-E6B38D085A54}"/>
                </a:ext>
              </a:extLst>
            </p:cNvPr>
            <p:cNvSpPr/>
            <p:nvPr/>
          </p:nvSpPr>
          <p:spPr>
            <a:xfrm>
              <a:off x="629107" y="2702052"/>
              <a:ext cx="54407" cy="55191"/>
            </a:xfrm>
            <a:prstGeom prst="rect">
              <a:avLst/>
            </a:prstGeom>
            <a:solidFill>
              <a:srgbClr val="8041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1" name="Input frame mosaic cell">
              <a:extLst>
                <a:ext uri="{FF2B5EF4-FFF2-40B4-BE49-F238E27FC236}">
                  <a16:creationId xmlns:a16="http://schemas.microsoft.com/office/drawing/2014/main" id="{091C437A-C124-EA4F-FD89-78F7CF72FF25}"/>
                </a:ext>
              </a:extLst>
            </p:cNvPr>
            <p:cNvSpPr/>
            <p:nvPr/>
          </p:nvSpPr>
          <p:spPr>
            <a:xfrm>
              <a:off x="678942" y="2702052"/>
              <a:ext cx="54407" cy="55191"/>
            </a:xfrm>
            <a:prstGeom prst="rect">
              <a:avLst/>
            </a:prstGeom>
            <a:solidFill>
              <a:srgbClr val="924C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2" name="Input frame mosaic cell">
              <a:extLst>
                <a:ext uri="{FF2B5EF4-FFF2-40B4-BE49-F238E27FC236}">
                  <a16:creationId xmlns:a16="http://schemas.microsoft.com/office/drawing/2014/main" id="{41E01813-3354-5B13-9036-3FF25BB8FD04}"/>
                </a:ext>
              </a:extLst>
            </p:cNvPr>
            <p:cNvSpPr/>
            <p:nvPr/>
          </p:nvSpPr>
          <p:spPr>
            <a:xfrm>
              <a:off x="728777" y="2702052"/>
              <a:ext cx="54407" cy="55191"/>
            </a:xfrm>
            <a:prstGeom prst="rect">
              <a:avLst/>
            </a:prstGeom>
            <a:solidFill>
              <a:srgbClr val="9A4E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3" name="Input frame mosaic cell">
              <a:extLst>
                <a:ext uri="{FF2B5EF4-FFF2-40B4-BE49-F238E27FC236}">
                  <a16:creationId xmlns:a16="http://schemas.microsoft.com/office/drawing/2014/main" id="{63ED6FF6-18F2-A1C9-E643-F3B83353AB2A}"/>
                </a:ext>
              </a:extLst>
            </p:cNvPr>
            <p:cNvSpPr/>
            <p:nvPr/>
          </p:nvSpPr>
          <p:spPr>
            <a:xfrm>
              <a:off x="778612" y="2702052"/>
              <a:ext cx="54407" cy="55191"/>
            </a:xfrm>
            <a:prstGeom prst="rect">
              <a:avLst/>
            </a:prstGeom>
            <a:solidFill>
              <a:srgbClr val="A055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4" name="Input frame mosaic cell">
              <a:extLst>
                <a:ext uri="{FF2B5EF4-FFF2-40B4-BE49-F238E27FC236}">
                  <a16:creationId xmlns:a16="http://schemas.microsoft.com/office/drawing/2014/main" id="{BD2D1E4C-213E-5695-A395-F8431DC72251}"/>
                </a:ext>
              </a:extLst>
            </p:cNvPr>
            <p:cNvSpPr/>
            <p:nvPr/>
          </p:nvSpPr>
          <p:spPr>
            <a:xfrm>
              <a:off x="828446" y="2702052"/>
              <a:ext cx="54407" cy="55191"/>
            </a:xfrm>
            <a:prstGeom prst="rect">
              <a:avLst/>
            </a:prstGeom>
            <a:solidFill>
              <a:srgbClr val="A95B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5" name="Input frame mosaic cell">
              <a:extLst>
                <a:ext uri="{FF2B5EF4-FFF2-40B4-BE49-F238E27FC236}">
                  <a16:creationId xmlns:a16="http://schemas.microsoft.com/office/drawing/2014/main" id="{6ECCDFB3-8587-3CE4-F1A7-F17DFD35FF4E}"/>
                </a:ext>
              </a:extLst>
            </p:cNvPr>
            <p:cNvSpPr/>
            <p:nvPr/>
          </p:nvSpPr>
          <p:spPr>
            <a:xfrm>
              <a:off x="878281" y="2702052"/>
              <a:ext cx="54407" cy="55191"/>
            </a:xfrm>
            <a:prstGeom prst="rect">
              <a:avLst/>
            </a:prstGeom>
            <a:solidFill>
              <a:srgbClr val="C16B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6" name="Input frame mosaic cell">
              <a:extLst>
                <a:ext uri="{FF2B5EF4-FFF2-40B4-BE49-F238E27FC236}">
                  <a16:creationId xmlns:a16="http://schemas.microsoft.com/office/drawing/2014/main" id="{4611364D-2E4F-6EE9-05CA-71FB42E65820}"/>
                </a:ext>
              </a:extLst>
            </p:cNvPr>
            <p:cNvSpPr/>
            <p:nvPr/>
          </p:nvSpPr>
          <p:spPr>
            <a:xfrm>
              <a:off x="928116" y="2702052"/>
              <a:ext cx="54407" cy="55191"/>
            </a:xfrm>
            <a:prstGeom prst="rect">
              <a:avLst/>
            </a:prstGeom>
            <a:solidFill>
              <a:srgbClr val="E1897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7" name="Input frame mosaic cell">
              <a:extLst>
                <a:ext uri="{FF2B5EF4-FFF2-40B4-BE49-F238E27FC236}">
                  <a16:creationId xmlns:a16="http://schemas.microsoft.com/office/drawing/2014/main" id="{68120130-EBC8-1081-2F86-20481B7E2B3E}"/>
                </a:ext>
              </a:extLst>
            </p:cNvPr>
            <p:cNvSpPr/>
            <p:nvPr/>
          </p:nvSpPr>
          <p:spPr>
            <a:xfrm>
              <a:off x="977951" y="2702052"/>
              <a:ext cx="54407" cy="55191"/>
            </a:xfrm>
            <a:prstGeom prst="rect">
              <a:avLst/>
            </a:prstGeom>
            <a:solidFill>
              <a:srgbClr val="EA998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8" name="Input frame mosaic cell">
              <a:extLst>
                <a:ext uri="{FF2B5EF4-FFF2-40B4-BE49-F238E27FC236}">
                  <a16:creationId xmlns:a16="http://schemas.microsoft.com/office/drawing/2014/main" id="{381E484A-5AC9-6C62-27BB-6D80600F88A6}"/>
                </a:ext>
              </a:extLst>
            </p:cNvPr>
            <p:cNvSpPr/>
            <p:nvPr/>
          </p:nvSpPr>
          <p:spPr>
            <a:xfrm>
              <a:off x="1027786" y="2702052"/>
              <a:ext cx="54407" cy="55191"/>
            </a:xfrm>
            <a:prstGeom prst="rect">
              <a:avLst/>
            </a:prstGeom>
            <a:solidFill>
              <a:srgbClr val="AA68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59" name="Input frame mosaic cell">
              <a:extLst>
                <a:ext uri="{FF2B5EF4-FFF2-40B4-BE49-F238E27FC236}">
                  <a16:creationId xmlns:a16="http://schemas.microsoft.com/office/drawing/2014/main" id="{ACAAE6B5-DE83-57F5-0284-15F5EBDDB528}"/>
                </a:ext>
              </a:extLst>
            </p:cNvPr>
            <p:cNvSpPr/>
            <p:nvPr/>
          </p:nvSpPr>
          <p:spPr>
            <a:xfrm>
              <a:off x="1077620" y="2702052"/>
              <a:ext cx="54407" cy="55191"/>
            </a:xfrm>
            <a:prstGeom prst="rect">
              <a:avLst/>
            </a:prstGeom>
            <a:solidFill>
              <a:srgbClr val="4A29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0" name="Input frame mosaic cell">
              <a:extLst>
                <a:ext uri="{FF2B5EF4-FFF2-40B4-BE49-F238E27FC236}">
                  <a16:creationId xmlns:a16="http://schemas.microsoft.com/office/drawing/2014/main" id="{F30D7B96-3094-B93B-9535-40A85F4166F4}"/>
                </a:ext>
              </a:extLst>
            </p:cNvPr>
            <p:cNvSpPr/>
            <p:nvPr/>
          </p:nvSpPr>
          <p:spPr>
            <a:xfrm>
              <a:off x="1127455" y="2702052"/>
              <a:ext cx="54407" cy="55191"/>
            </a:xfrm>
            <a:prstGeom prst="rect">
              <a:avLst/>
            </a:prstGeom>
            <a:solidFill>
              <a:srgbClr val="482D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1" name="Input frame mosaic cell">
              <a:extLst>
                <a:ext uri="{FF2B5EF4-FFF2-40B4-BE49-F238E27FC236}">
                  <a16:creationId xmlns:a16="http://schemas.microsoft.com/office/drawing/2014/main" id="{08661193-8B9A-E02D-572C-A21E000D2D7D}"/>
                </a:ext>
              </a:extLst>
            </p:cNvPr>
            <p:cNvSpPr/>
            <p:nvPr/>
          </p:nvSpPr>
          <p:spPr>
            <a:xfrm>
              <a:off x="1177290" y="2702052"/>
              <a:ext cx="54407" cy="55191"/>
            </a:xfrm>
            <a:prstGeom prst="rect">
              <a:avLst/>
            </a:prstGeom>
            <a:solidFill>
              <a:srgbClr val="5134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2" name="Input frame mosaic cell">
              <a:extLst>
                <a:ext uri="{FF2B5EF4-FFF2-40B4-BE49-F238E27FC236}">
                  <a16:creationId xmlns:a16="http://schemas.microsoft.com/office/drawing/2014/main" id="{0A16006D-DD55-4616-26C5-6FE76BEF914E}"/>
                </a:ext>
              </a:extLst>
            </p:cNvPr>
            <p:cNvSpPr/>
            <p:nvPr/>
          </p:nvSpPr>
          <p:spPr>
            <a:xfrm>
              <a:off x="1227125" y="2702052"/>
              <a:ext cx="54407" cy="55191"/>
            </a:xfrm>
            <a:prstGeom prst="rect">
              <a:avLst/>
            </a:prstGeom>
            <a:solidFill>
              <a:srgbClr val="5638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3" name="Input frame mosaic cell">
              <a:extLst>
                <a:ext uri="{FF2B5EF4-FFF2-40B4-BE49-F238E27FC236}">
                  <a16:creationId xmlns:a16="http://schemas.microsoft.com/office/drawing/2014/main" id="{797BD48C-EF16-81EE-B631-0DDB3067D2E3}"/>
                </a:ext>
              </a:extLst>
            </p:cNvPr>
            <p:cNvSpPr/>
            <p:nvPr/>
          </p:nvSpPr>
          <p:spPr>
            <a:xfrm>
              <a:off x="1276960" y="2702052"/>
              <a:ext cx="54407" cy="55191"/>
            </a:xfrm>
            <a:prstGeom prst="rect">
              <a:avLst/>
            </a:prstGeom>
            <a:solidFill>
              <a:srgbClr val="5A39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4" name="Input frame mosaic cell">
              <a:extLst>
                <a:ext uri="{FF2B5EF4-FFF2-40B4-BE49-F238E27FC236}">
                  <a16:creationId xmlns:a16="http://schemas.microsoft.com/office/drawing/2014/main" id="{3892CF90-EDBA-61B5-C3AE-CC5B943C175A}"/>
                </a:ext>
              </a:extLst>
            </p:cNvPr>
            <p:cNvSpPr/>
            <p:nvPr/>
          </p:nvSpPr>
          <p:spPr>
            <a:xfrm>
              <a:off x="1326794" y="2702052"/>
              <a:ext cx="54407" cy="55191"/>
            </a:xfrm>
            <a:prstGeom prst="rect">
              <a:avLst/>
            </a:prstGeom>
            <a:solidFill>
              <a:srgbClr val="5738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5" name="Input frame mosaic cell">
              <a:extLst>
                <a:ext uri="{FF2B5EF4-FFF2-40B4-BE49-F238E27FC236}">
                  <a16:creationId xmlns:a16="http://schemas.microsoft.com/office/drawing/2014/main" id="{E5E5ED13-7564-E35E-9508-FF94771816AA}"/>
                </a:ext>
              </a:extLst>
            </p:cNvPr>
            <p:cNvSpPr/>
            <p:nvPr/>
          </p:nvSpPr>
          <p:spPr>
            <a:xfrm>
              <a:off x="1376629" y="2702052"/>
              <a:ext cx="54407" cy="55191"/>
            </a:xfrm>
            <a:prstGeom prst="rect">
              <a:avLst/>
            </a:prstGeom>
            <a:solidFill>
              <a:srgbClr val="593B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6" name="Input frame mosaic cell">
              <a:extLst>
                <a:ext uri="{FF2B5EF4-FFF2-40B4-BE49-F238E27FC236}">
                  <a16:creationId xmlns:a16="http://schemas.microsoft.com/office/drawing/2014/main" id="{4F7BC308-B938-8EB0-DF86-9ACE1B5420FC}"/>
                </a:ext>
              </a:extLst>
            </p:cNvPr>
            <p:cNvSpPr/>
            <p:nvPr/>
          </p:nvSpPr>
          <p:spPr>
            <a:xfrm>
              <a:off x="1426464" y="2702052"/>
              <a:ext cx="54407" cy="55191"/>
            </a:xfrm>
            <a:prstGeom prst="rect">
              <a:avLst/>
            </a:prstGeom>
            <a:solidFill>
              <a:srgbClr val="643B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7" name="Input frame mosaic cell">
              <a:extLst>
                <a:ext uri="{FF2B5EF4-FFF2-40B4-BE49-F238E27FC236}">
                  <a16:creationId xmlns:a16="http://schemas.microsoft.com/office/drawing/2014/main" id="{19BD1067-110B-FD19-51A0-2FAFF549B48C}"/>
                </a:ext>
              </a:extLst>
            </p:cNvPr>
            <p:cNvSpPr/>
            <p:nvPr/>
          </p:nvSpPr>
          <p:spPr>
            <a:xfrm>
              <a:off x="1476299" y="2702052"/>
              <a:ext cx="54407" cy="55191"/>
            </a:xfrm>
            <a:prstGeom prst="rect">
              <a:avLst/>
            </a:prstGeom>
            <a:solidFill>
              <a:srgbClr val="7041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8" name="Input frame mosaic cell">
              <a:extLst>
                <a:ext uri="{FF2B5EF4-FFF2-40B4-BE49-F238E27FC236}">
                  <a16:creationId xmlns:a16="http://schemas.microsoft.com/office/drawing/2014/main" id="{F4245BF8-DBF9-1EF4-BBE9-5376EEE1B78F}"/>
                </a:ext>
              </a:extLst>
            </p:cNvPr>
            <p:cNvSpPr/>
            <p:nvPr/>
          </p:nvSpPr>
          <p:spPr>
            <a:xfrm>
              <a:off x="1526134" y="2702052"/>
              <a:ext cx="54407" cy="55191"/>
            </a:xfrm>
            <a:prstGeom prst="rect">
              <a:avLst/>
            </a:prstGeom>
            <a:solidFill>
              <a:srgbClr val="5D36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69" name="Input frame mosaic cell">
              <a:extLst>
                <a:ext uri="{FF2B5EF4-FFF2-40B4-BE49-F238E27FC236}">
                  <a16:creationId xmlns:a16="http://schemas.microsoft.com/office/drawing/2014/main" id="{F28860EC-2A98-5402-2E3F-56D433A20BCF}"/>
                </a:ext>
              </a:extLst>
            </p:cNvPr>
            <p:cNvSpPr/>
            <p:nvPr/>
          </p:nvSpPr>
          <p:spPr>
            <a:xfrm>
              <a:off x="1575968" y="2702052"/>
              <a:ext cx="54407" cy="55191"/>
            </a:xfrm>
            <a:prstGeom prst="rect">
              <a:avLst/>
            </a:prstGeom>
            <a:solidFill>
              <a:srgbClr val="5C3A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0" name="Input frame mosaic cell">
              <a:extLst>
                <a:ext uri="{FF2B5EF4-FFF2-40B4-BE49-F238E27FC236}">
                  <a16:creationId xmlns:a16="http://schemas.microsoft.com/office/drawing/2014/main" id="{4BE8D589-1DF2-DF6F-FF2D-983E6D011CCF}"/>
                </a:ext>
              </a:extLst>
            </p:cNvPr>
            <p:cNvSpPr/>
            <p:nvPr/>
          </p:nvSpPr>
          <p:spPr>
            <a:xfrm>
              <a:off x="1625803" y="2702052"/>
              <a:ext cx="54407" cy="55191"/>
            </a:xfrm>
            <a:prstGeom prst="rect">
              <a:avLst/>
            </a:prstGeom>
            <a:solidFill>
              <a:srgbClr val="6340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1" name="Input frame mosaic cell">
              <a:extLst>
                <a:ext uri="{FF2B5EF4-FFF2-40B4-BE49-F238E27FC236}">
                  <a16:creationId xmlns:a16="http://schemas.microsoft.com/office/drawing/2014/main" id="{5E2C27A7-D983-38A4-59A7-B75135F2B78B}"/>
                </a:ext>
              </a:extLst>
            </p:cNvPr>
            <p:cNvSpPr/>
            <p:nvPr/>
          </p:nvSpPr>
          <p:spPr>
            <a:xfrm>
              <a:off x="1675638" y="2702052"/>
              <a:ext cx="54407" cy="55191"/>
            </a:xfrm>
            <a:prstGeom prst="rect">
              <a:avLst/>
            </a:prstGeom>
            <a:solidFill>
              <a:srgbClr val="5531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2" name="Input frame mosaic cell">
              <a:extLst>
                <a:ext uri="{FF2B5EF4-FFF2-40B4-BE49-F238E27FC236}">
                  <a16:creationId xmlns:a16="http://schemas.microsoft.com/office/drawing/2014/main" id="{C6DEA46C-4733-54A4-0B81-332D05F5FD30}"/>
                </a:ext>
              </a:extLst>
            </p:cNvPr>
            <p:cNvSpPr/>
            <p:nvPr/>
          </p:nvSpPr>
          <p:spPr>
            <a:xfrm>
              <a:off x="1725473" y="2702052"/>
              <a:ext cx="54407" cy="55191"/>
            </a:xfrm>
            <a:prstGeom prst="rect">
              <a:avLst/>
            </a:prstGeom>
            <a:solidFill>
              <a:srgbClr val="6137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3" name="Input frame mosaic cell">
              <a:extLst>
                <a:ext uri="{FF2B5EF4-FFF2-40B4-BE49-F238E27FC236}">
                  <a16:creationId xmlns:a16="http://schemas.microsoft.com/office/drawing/2014/main" id="{7A7702A9-E603-16FD-D66C-EA82EF40E82A}"/>
                </a:ext>
              </a:extLst>
            </p:cNvPr>
            <p:cNvSpPr/>
            <p:nvPr/>
          </p:nvSpPr>
          <p:spPr>
            <a:xfrm>
              <a:off x="1775308" y="2702052"/>
              <a:ext cx="54407" cy="55191"/>
            </a:xfrm>
            <a:prstGeom prst="rect">
              <a:avLst/>
            </a:prstGeom>
            <a:solidFill>
              <a:srgbClr val="7542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4" name="Input frame mosaic cell">
              <a:extLst>
                <a:ext uri="{FF2B5EF4-FFF2-40B4-BE49-F238E27FC236}">
                  <a16:creationId xmlns:a16="http://schemas.microsoft.com/office/drawing/2014/main" id="{A731FAA4-CB2E-76E0-396F-3124903FC374}"/>
                </a:ext>
              </a:extLst>
            </p:cNvPr>
            <p:cNvSpPr/>
            <p:nvPr/>
          </p:nvSpPr>
          <p:spPr>
            <a:xfrm>
              <a:off x="1825142" y="2702052"/>
              <a:ext cx="54407" cy="55191"/>
            </a:xfrm>
            <a:prstGeom prst="rect">
              <a:avLst/>
            </a:prstGeom>
            <a:solidFill>
              <a:srgbClr val="7041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5" name="Input frame mosaic cell">
              <a:extLst>
                <a:ext uri="{FF2B5EF4-FFF2-40B4-BE49-F238E27FC236}">
                  <a16:creationId xmlns:a16="http://schemas.microsoft.com/office/drawing/2014/main" id="{961DC483-349D-6C6C-6D10-7C9234B2AB51}"/>
                </a:ext>
              </a:extLst>
            </p:cNvPr>
            <p:cNvSpPr/>
            <p:nvPr/>
          </p:nvSpPr>
          <p:spPr>
            <a:xfrm>
              <a:off x="1874977" y="2702052"/>
              <a:ext cx="54407" cy="55191"/>
            </a:xfrm>
            <a:prstGeom prst="rect">
              <a:avLst/>
            </a:prstGeom>
            <a:solidFill>
              <a:srgbClr val="6E42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6" name="Input frame mosaic cell">
              <a:extLst>
                <a:ext uri="{FF2B5EF4-FFF2-40B4-BE49-F238E27FC236}">
                  <a16:creationId xmlns:a16="http://schemas.microsoft.com/office/drawing/2014/main" id="{E06DD14C-687C-EDFC-9A11-F3B02B122C4D}"/>
                </a:ext>
              </a:extLst>
            </p:cNvPr>
            <p:cNvSpPr/>
            <p:nvPr/>
          </p:nvSpPr>
          <p:spPr>
            <a:xfrm>
              <a:off x="1924812" y="2702052"/>
              <a:ext cx="54407" cy="55191"/>
            </a:xfrm>
            <a:prstGeom prst="rect">
              <a:avLst/>
            </a:prstGeom>
            <a:solidFill>
              <a:srgbClr val="6F52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7" name="Input frame mosaic cell">
              <a:extLst>
                <a:ext uri="{FF2B5EF4-FFF2-40B4-BE49-F238E27FC236}">
                  <a16:creationId xmlns:a16="http://schemas.microsoft.com/office/drawing/2014/main" id="{7CA03EEC-A212-F705-B403-6E68194EC230}"/>
                </a:ext>
              </a:extLst>
            </p:cNvPr>
            <p:cNvSpPr/>
            <p:nvPr/>
          </p:nvSpPr>
          <p:spPr>
            <a:xfrm>
              <a:off x="1974647" y="2702052"/>
              <a:ext cx="54407" cy="55191"/>
            </a:xfrm>
            <a:prstGeom prst="rect">
              <a:avLst/>
            </a:prstGeom>
            <a:solidFill>
              <a:srgbClr val="988C8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8" name="Input frame mosaic cell">
              <a:extLst>
                <a:ext uri="{FF2B5EF4-FFF2-40B4-BE49-F238E27FC236}">
                  <a16:creationId xmlns:a16="http://schemas.microsoft.com/office/drawing/2014/main" id="{6A904C50-8752-47CC-111D-C2E9D1E2B8C4}"/>
                </a:ext>
              </a:extLst>
            </p:cNvPr>
            <p:cNvSpPr/>
            <p:nvPr/>
          </p:nvSpPr>
          <p:spPr>
            <a:xfrm>
              <a:off x="2024482" y="2702052"/>
              <a:ext cx="54407" cy="55191"/>
            </a:xfrm>
            <a:prstGeom prst="rect">
              <a:avLst/>
            </a:prstGeom>
            <a:solidFill>
              <a:srgbClr val="9D949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79" name="Input frame mosaic cell">
              <a:extLst>
                <a:ext uri="{FF2B5EF4-FFF2-40B4-BE49-F238E27FC236}">
                  <a16:creationId xmlns:a16="http://schemas.microsoft.com/office/drawing/2014/main" id="{0BD8FA13-E3E4-D7EA-4B43-3F00740CAA8B}"/>
                </a:ext>
              </a:extLst>
            </p:cNvPr>
            <p:cNvSpPr/>
            <p:nvPr/>
          </p:nvSpPr>
          <p:spPr>
            <a:xfrm>
              <a:off x="2074316" y="2702052"/>
              <a:ext cx="54407" cy="55191"/>
            </a:xfrm>
            <a:prstGeom prst="rect">
              <a:avLst/>
            </a:prstGeom>
            <a:solidFill>
              <a:srgbClr val="90898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0" name="Input frame mosaic cell">
              <a:extLst>
                <a:ext uri="{FF2B5EF4-FFF2-40B4-BE49-F238E27FC236}">
                  <a16:creationId xmlns:a16="http://schemas.microsoft.com/office/drawing/2014/main" id="{F0C99039-1EA3-DEFF-A3F4-2C1893C377E0}"/>
                </a:ext>
              </a:extLst>
            </p:cNvPr>
            <p:cNvSpPr/>
            <p:nvPr/>
          </p:nvSpPr>
          <p:spPr>
            <a:xfrm>
              <a:off x="2124151" y="2702052"/>
              <a:ext cx="54407" cy="55191"/>
            </a:xfrm>
            <a:prstGeom prst="rect">
              <a:avLst/>
            </a:prstGeom>
            <a:solidFill>
              <a:srgbClr val="A19DA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1" name="Input frame mosaic cell">
              <a:extLst>
                <a:ext uri="{FF2B5EF4-FFF2-40B4-BE49-F238E27FC236}">
                  <a16:creationId xmlns:a16="http://schemas.microsoft.com/office/drawing/2014/main" id="{33E95DA4-9843-C845-10DD-5FCD3C66C9DE}"/>
                </a:ext>
              </a:extLst>
            </p:cNvPr>
            <p:cNvSpPr/>
            <p:nvPr/>
          </p:nvSpPr>
          <p:spPr>
            <a:xfrm>
              <a:off x="2173986" y="2702052"/>
              <a:ext cx="54407" cy="55191"/>
            </a:xfrm>
            <a:prstGeom prst="rect">
              <a:avLst/>
            </a:prstGeom>
            <a:solidFill>
              <a:srgbClr val="A9A7A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2" name="Input frame mosaic cell">
              <a:extLst>
                <a:ext uri="{FF2B5EF4-FFF2-40B4-BE49-F238E27FC236}">
                  <a16:creationId xmlns:a16="http://schemas.microsoft.com/office/drawing/2014/main" id="{3AA0185F-BBB7-8C42-6D8D-C1CDF4D900BC}"/>
                </a:ext>
              </a:extLst>
            </p:cNvPr>
            <p:cNvSpPr/>
            <p:nvPr/>
          </p:nvSpPr>
          <p:spPr>
            <a:xfrm>
              <a:off x="2223821" y="2702052"/>
              <a:ext cx="54407" cy="55191"/>
            </a:xfrm>
            <a:prstGeom prst="rect">
              <a:avLst/>
            </a:prstGeom>
            <a:solidFill>
              <a:srgbClr val="9D9B9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3" name="Input frame mosaic cell">
              <a:extLst>
                <a:ext uri="{FF2B5EF4-FFF2-40B4-BE49-F238E27FC236}">
                  <a16:creationId xmlns:a16="http://schemas.microsoft.com/office/drawing/2014/main" id="{61015327-82B4-1F72-2E68-5C4A0EC59BD8}"/>
                </a:ext>
              </a:extLst>
            </p:cNvPr>
            <p:cNvSpPr/>
            <p:nvPr/>
          </p:nvSpPr>
          <p:spPr>
            <a:xfrm>
              <a:off x="2273656" y="2702052"/>
              <a:ext cx="54407" cy="55191"/>
            </a:xfrm>
            <a:prstGeom prst="rect">
              <a:avLst/>
            </a:prstGeom>
            <a:solidFill>
              <a:srgbClr val="89858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4" name="Input frame mosaic cell">
              <a:extLst>
                <a:ext uri="{FF2B5EF4-FFF2-40B4-BE49-F238E27FC236}">
                  <a16:creationId xmlns:a16="http://schemas.microsoft.com/office/drawing/2014/main" id="{FAAC6949-E1FE-1B68-1C15-2798F9DA8958}"/>
                </a:ext>
              </a:extLst>
            </p:cNvPr>
            <p:cNvSpPr/>
            <p:nvPr/>
          </p:nvSpPr>
          <p:spPr>
            <a:xfrm>
              <a:off x="2323490" y="2702052"/>
              <a:ext cx="54407" cy="55191"/>
            </a:xfrm>
            <a:prstGeom prst="rect">
              <a:avLst/>
            </a:prstGeom>
            <a:solidFill>
              <a:srgbClr val="74717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5" name="Input frame mosaic cell">
              <a:extLst>
                <a:ext uri="{FF2B5EF4-FFF2-40B4-BE49-F238E27FC236}">
                  <a16:creationId xmlns:a16="http://schemas.microsoft.com/office/drawing/2014/main" id="{F0BF98B5-1A24-DCED-FEE9-6B4972912F69}"/>
                </a:ext>
              </a:extLst>
            </p:cNvPr>
            <p:cNvSpPr/>
            <p:nvPr/>
          </p:nvSpPr>
          <p:spPr>
            <a:xfrm>
              <a:off x="2373325" y="2702052"/>
              <a:ext cx="54407" cy="55191"/>
            </a:xfrm>
            <a:prstGeom prst="rect">
              <a:avLst/>
            </a:prstGeom>
            <a:solidFill>
              <a:srgbClr val="5955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6" name="Input frame mosaic cell">
              <a:extLst>
                <a:ext uri="{FF2B5EF4-FFF2-40B4-BE49-F238E27FC236}">
                  <a16:creationId xmlns:a16="http://schemas.microsoft.com/office/drawing/2014/main" id="{018E4578-B07A-79F6-0422-C6728E8A65FE}"/>
                </a:ext>
              </a:extLst>
            </p:cNvPr>
            <p:cNvSpPr/>
            <p:nvPr/>
          </p:nvSpPr>
          <p:spPr>
            <a:xfrm>
              <a:off x="429768" y="2752671"/>
              <a:ext cx="54407" cy="55191"/>
            </a:xfrm>
            <a:prstGeom prst="rect">
              <a:avLst/>
            </a:prstGeom>
            <a:solidFill>
              <a:srgbClr val="502F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7" name="Input frame mosaic cell">
              <a:extLst>
                <a:ext uri="{FF2B5EF4-FFF2-40B4-BE49-F238E27FC236}">
                  <a16:creationId xmlns:a16="http://schemas.microsoft.com/office/drawing/2014/main" id="{C4D734DB-A2E8-6F82-F2C9-50A95826AA44}"/>
                </a:ext>
              </a:extLst>
            </p:cNvPr>
            <p:cNvSpPr/>
            <p:nvPr/>
          </p:nvSpPr>
          <p:spPr>
            <a:xfrm>
              <a:off x="479603" y="2752671"/>
              <a:ext cx="54407" cy="55191"/>
            </a:xfrm>
            <a:prstGeom prst="rect">
              <a:avLst/>
            </a:prstGeom>
            <a:solidFill>
              <a:srgbClr val="834E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8" name="Input frame mosaic cell">
              <a:extLst>
                <a:ext uri="{FF2B5EF4-FFF2-40B4-BE49-F238E27FC236}">
                  <a16:creationId xmlns:a16="http://schemas.microsoft.com/office/drawing/2014/main" id="{EDAD082F-8BE0-6CC2-6456-6EB9936D1E06}"/>
                </a:ext>
              </a:extLst>
            </p:cNvPr>
            <p:cNvSpPr/>
            <p:nvPr/>
          </p:nvSpPr>
          <p:spPr>
            <a:xfrm>
              <a:off x="529438" y="2752671"/>
              <a:ext cx="54407" cy="55191"/>
            </a:xfrm>
            <a:prstGeom prst="rect">
              <a:avLst/>
            </a:prstGeom>
            <a:solidFill>
              <a:srgbClr val="8E57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89" name="Input frame mosaic cell">
              <a:extLst>
                <a:ext uri="{FF2B5EF4-FFF2-40B4-BE49-F238E27FC236}">
                  <a16:creationId xmlns:a16="http://schemas.microsoft.com/office/drawing/2014/main" id="{E0059A2D-0B87-CC2F-FAF1-02DCD82B97A5}"/>
                </a:ext>
              </a:extLst>
            </p:cNvPr>
            <p:cNvSpPr/>
            <p:nvPr/>
          </p:nvSpPr>
          <p:spPr>
            <a:xfrm>
              <a:off x="579272" y="2752671"/>
              <a:ext cx="54407" cy="55191"/>
            </a:xfrm>
            <a:prstGeom prst="rect">
              <a:avLst/>
            </a:prstGeom>
            <a:solidFill>
              <a:srgbClr val="8F54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0" name="Input frame mosaic cell">
              <a:extLst>
                <a:ext uri="{FF2B5EF4-FFF2-40B4-BE49-F238E27FC236}">
                  <a16:creationId xmlns:a16="http://schemas.microsoft.com/office/drawing/2014/main" id="{3F7E5C84-F7CB-271C-D8EC-199646F97C54}"/>
                </a:ext>
              </a:extLst>
            </p:cNvPr>
            <p:cNvSpPr/>
            <p:nvPr/>
          </p:nvSpPr>
          <p:spPr>
            <a:xfrm>
              <a:off x="629107" y="2752671"/>
              <a:ext cx="54407" cy="55191"/>
            </a:xfrm>
            <a:prstGeom prst="rect">
              <a:avLst/>
            </a:prstGeom>
            <a:solidFill>
              <a:srgbClr val="8F50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1" name="Input frame mosaic cell">
              <a:extLst>
                <a:ext uri="{FF2B5EF4-FFF2-40B4-BE49-F238E27FC236}">
                  <a16:creationId xmlns:a16="http://schemas.microsoft.com/office/drawing/2014/main" id="{F99771CB-B099-DF31-DAD0-5F40E1EB7170}"/>
                </a:ext>
              </a:extLst>
            </p:cNvPr>
            <p:cNvSpPr/>
            <p:nvPr/>
          </p:nvSpPr>
          <p:spPr>
            <a:xfrm>
              <a:off x="678942" y="2752671"/>
              <a:ext cx="54407" cy="55191"/>
            </a:xfrm>
            <a:prstGeom prst="rect">
              <a:avLst/>
            </a:prstGeom>
            <a:solidFill>
              <a:srgbClr val="934E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2" name="Input frame mosaic cell">
              <a:extLst>
                <a:ext uri="{FF2B5EF4-FFF2-40B4-BE49-F238E27FC236}">
                  <a16:creationId xmlns:a16="http://schemas.microsoft.com/office/drawing/2014/main" id="{84B7AF7E-4054-3BB9-D65A-2EADB4A8C2E1}"/>
                </a:ext>
              </a:extLst>
            </p:cNvPr>
            <p:cNvSpPr/>
            <p:nvPr/>
          </p:nvSpPr>
          <p:spPr>
            <a:xfrm>
              <a:off x="728777" y="2752671"/>
              <a:ext cx="54407" cy="55191"/>
            </a:xfrm>
            <a:prstGeom prst="rect">
              <a:avLst/>
            </a:prstGeom>
            <a:solidFill>
              <a:srgbClr val="9949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3" name="Input frame mosaic cell">
              <a:extLst>
                <a:ext uri="{FF2B5EF4-FFF2-40B4-BE49-F238E27FC236}">
                  <a16:creationId xmlns:a16="http://schemas.microsoft.com/office/drawing/2014/main" id="{3F20CF14-88CD-1750-DA1F-2C039513C060}"/>
                </a:ext>
              </a:extLst>
            </p:cNvPr>
            <p:cNvSpPr/>
            <p:nvPr/>
          </p:nvSpPr>
          <p:spPr>
            <a:xfrm>
              <a:off x="778612" y="2752671"/>
              <a:ext cx="54407" cy="55191"/>
            </a:xfrm>
            <a:prstGeom prst="rect">
              <a:avLst/>
            </a:prstGeom>
            <a:solidFill>
              <a:srgbClr val="9E4C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4" name="Input frame mosaic cell">
              <a:extLst>
                <a:ext uri="{FF2B5EF4-FFF2-40B4-BE49-F238E27FC236}">
                  <a16:creationId xmlns:a16="http://schemas.microsoft.com/office/drawing/2014/main" id="{9F5C3CF4-168F-4B72-5B77-BD14B7E4ECF7}"/>
                </a:ext>
              </a:extLst>
            </p:cNvPr>
            <p:cNvSpPr/>
            <p:nvPr/>
          </p:nvSpPr>
          <p:spPr>
            <a:xfrm>
              <a:off x="828446" y="2752671"/>
              <a:ext cx="54407" cy="55191"/>
            </a:xfrm>
            <a:prstGeom prst="rect">
              <a:avLst/>
            </a:prstGeom>
            <a:solidFill>
              <a:srgbClr val="CC78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5" name="Input frame mosaic cell">
              <a:extLst>
                <a:ext uri="{FF2B5EF4-FFF2-40B4-BE49-F238E27FC236}">
                  <a16:creationId xmlns:a16="http://schemas.microsoft.com/office/drawing/2014/main" id="{C97ED16D-F91B-6DD2-004D-DAD35CA46278}"/>
                </a:ext>
              </a:extLst>
            </p:cNvPr>
            <p:cNvSpPr/>
            <p:nvPr/>
          </p:nvSpPr>
          <p:spPr>
            <a:xfrm>
              <a:off x="878281" y="2752671"/>
              <a:ext cx="54407" cy="55191"/>
            </a:xfrm>
            <a:prstGeom prst="rect">
              <a:avLst/>
            </a:prstGeom>
            <a:solidFill>
              <a:srgbClr val="DF83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6" name="Input frame mosaic cell">
              <a:extLst>
                <a:ext uri="{FF2B5EF4-FFF2-40B4-BE49-F238E27FC236}">
                  <a16:creationId xmlns:a16="http://schemas.microsoft.com/office/drawing/2014/main" id="{AB927F71-0618-47F0-2F48-801794476554}"/>
                </a:ext>
              </a:extLst>
            </p:cNvPr>
            <p:cNvSpPr/>
            <p:nvPr/>
          </p:nvSpPr>
          <p:spPr>
            <a:xfrm>
              <a:off x="928116" y="2752671"/>
              <a:ext cx="54407" cy="55191"/>
            </a:xfrm>
            <a:prstGeom prst="rect">
              <a:avLst/>
            </a:prstGeom>
            <a:solidFill>
              <a:srgbClr val="E286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7" name="Input frame mosaic cell">
              <a:extLst>
                <a:ext uri="{FF2B5EF4-FFF2-40B4-BE49-F238E27FC236}">
                  <a16:creationId xmlns:a16="http://schemas.microsoft.com/office/drawing/2014/main" id="{41F32E8B-3A73-6BE8-9FF3-5CF3BE56DAC7}"/>
                </a:ext>
              </a:extLst>
            </p:cNvPr>
            <p:cNvSpPr/>
            <p:nvPr/>
          </p:nvSpPr>
          <p:spPr>
            <a:xfrm>
              <a:off x="977951" y="2752671"/>
              <a:ext cx="54407" cy="55191"/>
            </a:xfrm>
            <a:prstGeom prst="rect">
              <a:avLst/>
            </a:prstGeom>
            <a:solidFill>
              <a:srgbClr val="D180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8" name="Input frame mosaic cell">
              <a:extLst>
                <a:ext uri="{FF2B5EF4-FFF2-40B4-BE49-F238E27FC236}">
                  <a16:creationId xmlns:a16="http://schemas.microsoft.com/office/drawing/2014/main" id="{0A5F4BD2-593F-97EA-A124-A12EBE83A1F3}"/>
                </a:ext>
              </a:extLst>
            </p:cNvPr>
            <p:cNvSpPr/>
            <p:nvPr/>
          </p:nvSpPr>
          <p:spPr>
            <a:xfrm>
              <a:off x="1027786" y="2752671"/>
              <a:ext cx="54407" cy="55191"/>
            </a:xfrm>
            <a:prstGeom prst="rect">
              <a:avLst/>
            </a:prstGeom>
            <a:solidFill>
              <a:srgbClr val="5F33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799" name="Input frame mosaic cell">
              <a:extLst>
                <a:ext uri="{FF2B5EF4-FFF2-40B4-BE49-F238E27FC236}">
                  <a16:creationId xmlns:a16="http://schemas.microsoft.com/office/drawing/2014/main" id="{4FFA2556-EB99-BF93-82BE-BD0AFC125371}"/>
                </a:ext>
              </a:extLst>
            </p:cNvPr>
            <p:cNvSpPr/>
            <p:nvPr/>
          </p:nvSpPr>
          <p:spPr>
            <a:xfrm>
              <a:off x="1077620" y="2752671"/>
              <a:ext cx="54407" cy="55191"/>
            </a:xfrm>
            <a:prstGeom prst="rect">
              <a:avLst/>
            </a:prstGeom>
            <a:solidFill>
              <a:srgbClr val="4325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0" name="Input frame mosaic cell">
              <a:extLst>
                <a:ext uri="{FF2B5EF4-FFF2-40B4-BE49-F238E27FC236}">
                  <a16:creationId xmlns:a16="http://schemas.microsoft.com/office/drawing/2014/main" id="{F1FA137A-7EE0-75D6-43EF-7F1513FE47ED}"/>
                </a:ext>
              </a:extLst>
            </p:cNvPr>
            <p:cNvSpPr/>
            <p:nvPr/>
          </p:nvSpPr>
          <p:spPr>
            <a:xfrm>
              <a:off x="1127455" y="2752671"/>
              <a:ext cx="54407" cy="55191"/>
            </a:xfrm>
            <a:prstGeom prst="rect">
              <a:avLst/>
            </a:prstGeom>
            <a:solidFill>
              <a:srgbClr val="5537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1" name="Input frame mosaic cell">
              <a:extLst>
                <a:ext uri="{FF2B5EF4-FFF2-40B4-BE49-F238E27FC236}">
                  <a16:creationId xmlns:a16="http://schemas.microsoft.com/office/drawing/2014/main" id="{73A97A4D-B491-005D-0DD1-12E4D48BDDAA}"/>
                </a:ext>
              </a:extLst>
            </p:cNvPr>
            <p:cNvSpPr/>
            <p:nvPr/>
          </p:nvSpPr>
          <p:spPr>
            <a:xfrm>
              <a:off x="1177290" y="2752671"/>
              <a:ext cx="54407" cy="55191"/>
            </a:xfrm>
            <a:prstGeom prst="rect">
              <a:avLst/>
            </a:prstGeom>
            <a:solidFill>
              <a:srgbClr val="5E3E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2" name="Input frame mosaic cell">
              <a:extLst>
                <a:ext uri="{FF2B5EF4-FFF2-40B4-BE49-F238E27FC236}">
                  <a16:creationId xmlns:a16="http://schemas.microsoft.com/office/drawing/2014/main" id="{0784A367-D15B-3424-3D68-2742E89929BF}"/>
                </a:ext>
              </a:extLst>
            </p:cNvPr>
            <p:cNvSpPr/>
            <p:nvPr/>
          </p:nvSpPr>
          <p:spPr>
            <a:xfrm>
              <a:off x="1227125" y="2752671"/>
              <a:ext cx="54407" cy="55191"/>
            </a:xfrm>
            <a:prstGeom prst="rect">
              <a:avLst/>
            </a:prstGeom>
            <a:solidFill>
              <a:srgbClr val="5C3C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3" name="Input frame mosaic cell">
              <a:extLst>
                <a:ext uri="{FF2B5EF4-FFF2-40B4-BE49-F238E27FC236}">
                  <a16:creationId xmlns:a16="http://schemas.microsoft.com/office/drawing/2014/main" id="{5C23F4CB-5AAE-7E26-8202-3860F228DA0F}"/>
                </a:ext>
              </a:extLst>
            </p:cNvPr>
            <p:cNvSpPr/>
            <p:nvPr/>
          </p:nvSpPr>
          <p:spPr>
            <a:xfrm>
              <a:off x="1276960" y="2752671"/>
              <a:ext cx="54407" cy="55191"/>
            </a:xfrm>
            <a:prstGeom prst="rect">
              <a:avLst/>
            </a:prstGeom>
            <a:solidFill>
              <a:srgbClr val="623D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4" name="Input frame mosaic cell">
              <a:extLst>
                <a:ext uri="{FF2B5EF4-FFF2-40B4-BE49-F238E27FC236}">
                  <a16:creationId xmlns:a16="http://schemas.microsoft.com/office/drawing/2014/main" id="{506C50B5-B3E9-4316-5A95-98D8F4833ADE}"/>
                </a:ext>
              </a:extLst>
            </p:cNvPr>
            <p:cNvSpPr/>
            <p:nvPr/>
          </p:nvSpPr>
          <p:spPr>
            <a:xfrm>
              <a:off x="1326794" y="2752671"/>
              <a:ext cx="54407" cy="55191"/>
            </a:xfrm>
            <a:prstGeom prst="rect">
              <a:avLst/>
            </a:prstGeom>
            <a:solidFill>
              <a:srgbClr val="673E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5" name="Input frame mosaic cell">
              <a:extLst>
                <a:ext uri="{FF2B5EF4-FFF2-40B4-BE49-F238E27FC236}">
                  <a16:creationId xmlns:a16="http://schemas.microsoft.com/office/drawing/2014/main" id="{2F85A74F-7173-FB61-CE07-D2EDE48968DB}"/>
                </a:ext>
              </a:extLst>
            </p:cNvPr>
            <p:cNvSpPr/>
            <p:nvPr/>
          </p:nvSpPr>
          <p:spPr>
            <a:xfrm>
              <a:off x="1376629" y="2752671"/>
              <a:ext cx="54407" cy="55191"/>
            </a:xfrm>
            <a:prstGeom prst="rect">
              <a:avLst/>
            </a:prstGeom>
            <a:solidFill>
              <a:srgbClr val="6A42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6" name="Input frame mosaic cell">
              <a:extLst>
                <a:ext uri="{FF2B5EF4-FFF2-40B4-BE49-F238E27FC236}">
                  <a16:creationId xmlns:a16="http://schemas.microsoft.com/office/drawing/2014/main" id="{3F87B100-9D26-88D2-04EC-16041EAF2A3B}"/>
                </a:ext>
              </a:extLst>
            </p:cNvPr>
            <p:cNvSpPr/>
            <p:nvPr/>
          </p:nvSpPr>
          <p:spPr>
            <a:xfrm>
              <a:off x="1426464" y="2752671"/>
              <a:ext cx="54407" cy="55191"/>
            </a:xfrm>
            <a:prstGeom prst="rect">
              <a:avLst/>
            </a:prstGeom>
            <a:solidFill>
              <a:srgbClr val="6E41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7" name="Input frame mosaic cell">
              <a:extLst>
                <a:ext uri="{FF2B5EF4-FFF2-40B4-BE49-F238E27FC236}">
                  <a16:creationId xmlns:a16="http://schemas.microsoft.com/office/drawing/2014/main" id="{179BCE02-2F08-3FC6-5A14-047EB5EDA034}"/>
                </a:ext>
              </a:extLst>
            </p:cNvPr>
            <p:cNvSpPr/>
            <p:nvPr/>
          </p:nvSpPr>
          <p:spPr>
            <a:xfrm>
              <a:off x="1476299" y="2752671"/>
              <a:ext cx="54407" cy="55191"/>
            </a:xfrm>
            <a:prstGeom prst="rect">
              <a:avLst/>
            </a:prstGeom>
            <a:solidFill>
              <a:srgbClr val="6A3B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8" name="Input frame mosaic cell">
              <a:extLst>
                <a:ext uri="{FF2B5EF4-FFF2-40B4-BE49-F238E27FC236}">
                  <a16:creationId xmlns:a16="http://schemas.microsoft.com/office/drawing/2014/main" id="{EB2A148E-0C68-A289-7344-0BC5E2FF5F73}"/>
                </a:ext>
              </a:extLst>
            </p:cNvPr>
            <p:cNvSpPr/>
            <p:nvPr/>
          </p:nvSpPr>
          <p:spPr>
            <a:xfrm>
              <a:off x="1526134" y="2752671"/>
              <a:ext cx="54407" cy="55191"/>
            </a:xfrm>
            <a:prstGeom prst="rect">
              <a:avLst/>
            </a:prstGeom>
            <a:solidFill>
              <a:srgbClr val="623A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09" name="Input frame mosaic cell">
              <a:extLst>
                <a:ext uri="{FF2B5EF4-FFF2-40B4-BE49-F238E27FC236}">
                  <a16:creationId xmlns:a16="http://schemas.microsoft.com/office/drawing/2014/main" id="{7AA37324-938F-7B44-BFC6-66422A33415F}"/>
                </a:ext>
              </a:extLst>
            </p:cNvPr>
            <p:cNvSpPr/>
            <p:nvPr/>
          </p:nvSpPr>
          <p:spPr>
            <a:xfrm>
              <a:off x="1575968" y="2752671"/>
              <a:ext cx="54407" cy="55191"/>
            </a:xfrm>
            <a:prstGeom prst="rect">
              <a:avLst/>
            </a:prstGeom>
            <a:solidFill>
              <a:srgbClr val="6E46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0" name="Input frame mosaic cell">
              <a:extLst>
                <a:ext uri="{FF2B5EF4-FFF2-40B4-BE49-F238E27FC236}">
                  <a16:creationId xmlns:a16="http://schemas.microsoft.com/office/drawing/2014/main" id="{B5B780EC-FD81-F05E-9242-0C587C49FD55}"/>
                </a:ext>
              </a:extLst>
            </p:cNvPr>
            <p:cNvSpPr/>
            <p:nvPr/>
          </p:nvSpPr>
          <p:spPr>
            <a:xfrm>
              <a:off x="1625803" y="2752671"/>
              <a:ext cx="54407" cy="55191"/>
            </a:xfrm>
            <a:prstGeom prst="rect">
              <a:avLst/>
            </a:prstGeom>
            <a:solidFill>
              <a:srgbClr val="6A46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1" name="Input frame mosaic cell">
              <a:extLst>
                <a:ext uri="{FF2B5EF4-FFF2-40B4-BE49-F238E27FC236}">
                  <a16:creationId xmlns:a16="http://schemas.microsoft.com/office/drawing/2014/main" id="{8B92AC2D-7B54-0696-F863-46BAEE9277D5}"/>
                </a:ext>
              </a:extLst>
            </p:cNvPr>
            <p:cNvSpPr/>
            <p:nvPr/>
          </p:nvSpPr>
          <p:spPr>
            <a:xfrm>
              <a:off x="1675638" y="2752671"/>
              <a:ext cx="54407" cy="55191"/>
            </a:xfrm>
            <a:prstGeom prst="rect">
              <a:avLst/>
            </a:prstGeom>
            <a:solidFill>
              <a:srgbClr val="5A35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2" name="Input frame mosaic cell">
              <a:extLst>
                <a:ext uri="{FF2B5EF4-FFF2-40B4-BE49-F238E27FC236}">
                  <a16:creationId xmlns:a16="http://schemas.microsoft.com/office/drawing/2014/main" id="{E124423A-6E24-1D6B-F9F2-718063AC108F}"/>
                </a:ext>
              </a:extLst>
            </p:cNvPr>
            <p:cNvSpPr/>
            <p:nvPr/>
          </p:nvSpPr>
          <p:spPr>
            <a:xfrm>
              <a:off x="1725473" y="2752671"/>
              <a:ext cx="54407" cy="55191"/>
            </a:xfrm>
            <a:prstGeom prst="rect">
              <a:avLst/>
            </a:prstGeom>
            <a:solidFill>
              <a:srgbClr val="4A2A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3" name="Input frame mosaic cell">
              <a:extLst>
                <a:ext uri="{FF2B5EF4-FFF2-40B4-BE49-F238E27FC236}">
                  <a16:creationId xmlns:a16="http://schemas.microsoft.com/office/drawing/2014/main" id="{AF9B3C9F-D1BA-C5BF-E78C-8AE274ADEFAA}"/>
                </a:ext>
              </a:extLst>
            </p:cNvPr>
            <p:cNvSpPr/>
            <p:nvPr/>
          </p:nvSpPr>
          <p:spPr>
            <a:xfrm>
              <a:off x="1775308" y="2752671"/>
              <a:ext cx="54407" cy="55191"/>
            </a:xfrm>
            <a:prstGeom prst="rect">
              <a:avLst/>
            </a:prstGeom>
            <a:solidFill>
              <a:srgbClr val="5931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4" name="Input frame mosaic cell">
              <a:extLst>
                <a:ext uri="{FF2B5EF4-FFF2-40B4-BE49-F238E27FC236}">
                  <a16:creationId xmlns:a16="http://schemas.microsoft.com/office/drawing/2014/main" id="{A2864ACA-9A24-7B00-5D87-C0508D834912}"/>
                </a:ext>
              </a:extLst>
            </p:cNvPr>
            <p:cNvSpPr/>
            <p:nvPr/>
          </p:nvSpPr>
          <p:spPr>
            <a:xfrm>
              <a:off x="1825142" y="2752671"/>
              <a:ext cx="54407" cy="55191"/>
            </a:xfrm>
            <a:prstGeom prst="rect">
              <a:avLst/>
            </a:prstGeom>
            <a:solidFill>
              <a:srgbClr val="8C4B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5" name="Input frame mosaic cell">
              <a:extLst>
                <a:ext uri="{FF2B5EF4-FFF2-40B4-BE49-F238E27FC236}">
                  <a16:creationId xmlns:a16="http://schemas.microsoft.com/office/drawing/2014/main" id="{284E41B6-D132-5503-6455-B5E2B3059C6B}"/>
                </a:ext>
              </a:extLst>
            </p:cNvPr>
            <p:cNvSpPr/>
            <p:nvPr/>
          </p:nvSpPr>
          <p:spPr>
            <a:xfrm>
              <a:off x="1874977" y="2752671"/>
              <a:ext cx="54407" cy="55191"/>
            </a:xfrm>
            <a:prstGeom prst="rect">
              <a:avLst/>
            </a:prstGeom>
            <a:solidFill>
              <a:srgbClr val="A14F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6" name="Input frame mosaic cell">
              <a:extLst>
                <a:ext uri="{FF2B5EF4-FFF2-40B4-BE49-F238E27FC236}">
                  <a16:creationId xmlns:a16="http://schemas.microsoft.com/office/drawing/2014/main" id="{2FA5C159-607C-9813-04BF-21B5E68D8600}"/>
                </a:ext>
              </a:extLst>
            </p:cNvPr>
            <p:cNvSpPr/>
            <p:nvPr/>
          </p:nvSpPr>
          <p:spPr>
            <a:xfrm>
              <a:off x="1924812" y="2752671"/>
              <a:ext cx="54407" cy="55191"/>
            </a:xfrm>
            <a:prstGeom prst="rect">
              <a:avLst/>
            </a:prstGeom>
            <a:solidFill>
              <a:srgbClr val="8146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7" name="Input frame mosaic cell">
              <a:extLst>
                <a:ext uri="{FF2B5EF4-FFF2-40B4-BE49-F238E27FC236}">
                  <a16:creationId xmlns:a16="http://schemas.microsoft.com/office/drawing/2014/main" id="{75724509-9183-502B-78B4-05DDE847616B}"/>
                </a:ext>
              </a:extLst>
            </p:cNvPr>
            <p:cNvSpPr/>
            <p:nvPr/>
          </p:nvSpPr>
          <p:spPr>
            <a:xfrm>
              <a:off x="1974647" y="2752671"/>
              <a:ext cx="54407" cy="55191"/>
            </a:xfrm>
            <a:prstGeom prst="rect">
              <a:avLst/>
            </a:prstGeom>
            <a:solidFill>
              <a:srgbClr val="816A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8" name="Input frame mosaic cell">
              <a:extLst>
                <a:ext uri="{FF2B5EF4-FFF2-40B4-BE49-F238E27FC236}">
                  <a16:creationId xmlns:a16="http://schemas.microsoft.com/office/drawing/2014/main" id="{BE74D2F4-DC72-A541-8EDA-82C7CCA63317}"/>
                </a:ext>
              </a:extLst>
            </p:cNvPr>
            <p:cNvSpPr/>
            <p:nvPr/>
          </p:nvSpPr>
          <p:spPr>
            <a:xfrm>
              <a:off x="2024482" y="2752671"/>
              <a:ext cx="54407" cy="55191"/>
            </a:xfrm>
            <a:prstGeom prst="rect">
              <a:avLst/>
            </a:prstGeom>
            <a:solidFill>
              <a:srgbClr val="877B7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19" name="Input frame mosaic cell">
              <a:extLst>
                <a:ext uri="{FF2B5EF4-FFF2-40B4-BE49-F238E27FC236}">
                  <a16:creationId xmlns:a16="http://schemas.microsoft.com/office/drawing/2014/main" id="{991ECF99-CAFC-07F2-9820-FAC9279CB756}"/>
                </a:ext>
              </a:extLst>
            </p:cNvPr>
            <p:cNvSpPr/>
            <p:nvPr/>
          </p:nvSpPr>
          <p:spPr>
            <a:xfrm>
              <a:off x="2074316" y="2752671"/>
              <a:ext cx="54407" cy="55191"/>
            </a:xfrm>
            <a:prstGeom prst="rect">
              <a:avLst/>
            </a:prstGeom>
            <a:solidFill>
              <a:srgbClr val="786D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0" name="Input frame mosaic cell">
              <a:extLst>
                <a:ext uri="{FF2B5EF4-FFF2-40B4-BE49-F238E27FC236}">
                  <a16:creationId xmlns:a16="http://schemas.microsoft.com/office/drawing/2014/main" id="{767B56D1-E602-E0C3-A9CB-E503BA475F16}"/>
                </a:ext>
              </a:extLst>
            </p:cNvPr>
            <p:cNvSpPr/>
            <p:nvPr/>
          </p:nvSpPr>
          <p:spPr>
            <a:xfrm>
              <a:off x="2124151" y="2752671"/>
              <a:ext cx="54407" cy="55191"/>
            </a:xfrm>
            <a:prstGeom prst="rect">
              <a:avLst/>
            </a:prstGeom>
            <a:solidFill>
              <a:srgbClr val="827C7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1" name="Input frame mosaic cell">
              <a:extLst>
                <a:ext uri="{FF2B5EF4-FFF2-40B4-BE49-F238E27FC236}">
                  <a16:creationId xmlns:a16="http://schemas.microsoft.com/office/drawing/2014/main" id="{B6D29976-CCC3-BBE0-0042-B2A14F240F00}"/>
                </a:ext>
              </a:extLst>
            </p:cNvPr>
            <p:cNvSpPr/>
            <p:nvPr/>
          </p:nvSpPr>
          <p:spPr>
            <a:xfrm>
              <a:off x="2173986" y="2752671"/>
              <a:ext cx="54407" cy="55191"/>
            </a:xfrm>
            <a:prstGeom prst="rect">
              <a:avLst/>
            </a:prstGeom>
            <a:solidFill>
              <a:srgbClr val="99969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2" name="Input frame mosaic cell">
              <a:extLst>
                <a:ext uri="{FF2B5EF4-FFF2-40B4-BE49-F238E27FC236}">
                  <a16:creationId xmlns:a16="http://schemas.microsoft.com/office/drawing/2014/main" id="{3746ACD1-DFEA-BDF8-1CB2-9F9A2E2D1F71}"/>
                </a:ext>
              </a:extLst>
            </p:cNvPr>
            <p:cNvSpPr/>
            <p:nvPr/>
          </p:nvSpPr>
          <p:spPr>
            <a:xfrm>
              <a:off x="2223821" y="2752671"/>
              <a:ext cx="54407" cy="55191"/>
            </a:xfrm>
            <a:prstGeom prst="rect">
              <a:avLst/>
            </a:prstGeom>
            <a:solidFill>
              <a:srgbClr val="AAA8A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3" name="Input frame mosaic cell">
              <a:extLst>
                <a:ext uri="{FF2B5EF4-FFF2-40B4-BE49-F238E27FC236}">
                  <a16:creationId xmlns:a16="http://schemas.microsoft.com/office/drawing/2014/main" id="{45724CDC-DD01-C016-24B6-2C7D81C2B9D0}"/>
                </a:ext>
              </a:extLst>
            </p:cNvPr>
            <p:cNvSpPr/>
            <p:nvPr/>
          </p:nvSpPr>
          <p:spPr>
            <a:xfrm>
              <a:off x="2273656" y="2752671"/>
              <a:ext cx="54407" cy="55191"/>
            </a:xfrm>
            <a:prstGeom prst="rect">
              <a:avLst/>
            </a:prstGeom>
            <a:solidFill>
              <a:srgbClr val="A4A0A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4" name="Input frame mosaic cell">
              <a:extLst>
                <a:ext uri="{FF2B5EF4-FFF2-40B4-BE49-F238E27FC236}">
                  <a16:creationId xmlns:a16="http://schemas.microsoft.com/office/drawing/2014/main" id="{306AA78D-BC04-A414-1DA3-BA5A9F52F9B5}"/>
                </a:ext>
              </a:extLst>
            </p:cNvPr>
            <p:cNvSpPr/>
            <p:nvPr/>
          </p:nvSpPr>
          <p:spPr>
            <a:xfrm>
              <a:off x="2323490" y="2752671"/>
              <a:ext cx="54407" cy="55191"/>
            </a:xfrm>
            <a:prstGeom prst="rect">
              <a:avLst/>
            </a:prstGeom>
            <a:solidFill>
              <a:srgbClr val="8F8C9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5" name="Input frame mosaic cell">
              <a:extLst>
                <a:ext uri="{FF2B5EF4-FFF2-40B4-BE49-F238E27FC236}">
                  <a16:creationId xmlns:a16="http://schemas.microsoft.com/office/drawing/2014/main" id="{16DCF2FA-D641-4EE3-0912-7659BE11261B}"/>
                </a:ext>
              </a:extLst>
            </p:cNvPr>
            <p:cNvSpPr/>
            <p:nvPr/>
          </p:nvSpPr>
          <p:spPr>
            <a:xfrm>
              <a:off x="2373325" y="2752671"/>
              <a:ext cx="54407" cy="55191"/>
            </a:xfrm>
            <a:prstGeom prst="rect">
              <a:avLst/>
            </a:prstGeom>
            <a:solidFill>
              <a:srgbClr val="726D7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6" name="Input frame mosaic cell">
              <a:extLst>
                <a:ext uri="{FF2B5EF4-FFF2-40B4-BE49-F238E27FC236}">
                  <a16:creationId xmlns:a16="http://schemas.microsoft.com/office/drawing/2014/main" id="{CF8CC934-208F-AD17-39E6-F0E905CB5C8A}"/>
                </a:ext>
              </a:extLst>
            </p:cNvPr>
            <p:cNvSpPr/>
            <p:nvPr/>
          </p:nvSpPr>
          <p:spPr>
            <a:xfrm>
              <a:off x="429768" y="2803289"/>
              <a:ext cx="54407" cy="55191"/>
            </a:xfrm>
            <a:prstGeom prst="rect">
              <a:avLst/>
            </a:prstGeom>
            <a:solidFill>
              <a:srgbClr val="4F2D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7" name="Input frame mosaic cell">
              <a:extLst>
                <a:ext uri="{FF2B5EF4-FFF2-40B4-BE49-F238E27FC236}">
                  <a16:creationId xmlns:a16="http://schemas.microsoft.com/office/drawing/2014/main" id="{68A59360-2C82-5C85-F202-7188DF08B8CF}"/>
                </a:ext>
              </a:extLst>
            </p:cNvPr>
            <p:cNvSpPr/>
            <p:nvPr/>
          </p:nvSpPr>
          <p:spPr>
            <a:xfrm>
              <a:off x="479603" y="2803289"/>
              <a:ext cx="54407" cy="55191"/>
            </a:xfrm>
            <a:prstGeom prst="rect">
              <a:avLst/>
            </a:prstGeom>
            <a:solidFill>
              <a:srgbClr val="9156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8" name="Input frame mosaic cell">
              <a:extLst>
                <a:ext uri="{FF2B5EF4-FFF2-40B4-BE49-F238E27FC236}">
                  <a16:creationId xmlns:a16="http://schemas.microsoft.com/office/drawing/2014/main" id="{8685BACB-4FBB-D88A-BEB5-20C1619509C4}"/>
                </a:ext>
              </a:extLst>
            </p:cNvPr>
            <p:cNvSpPr/>
            <p:nvPr/>
          </p:nvSpPr>
          <p:spPr>
            <a:xfrm>
              <a:off x="529438" y="2803289"/>
              <a:ext cx="54407" cy="55191"/>
            </a:xfrm>
            <a:prstGeom prst="rect">
              <a:avLst/>
            </a:prstGeom>
            <a:solidFill>
              <a:srgbClr val="A469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29" name="Input frame mosaic cell">
              <a:extLst>
                <a:ext uri="{FF2B5EF4-FFF2-40B4-BE49-F238E27FC236}">
                  <a16:creationId xmlns:a16="http://schemas.microsoft.com/office/drawing/2014/main" id="{175CE602-E54E-9D05-782E-943927FCEC95}"/>
                </a:ext>
              </a:extLst>
            </p:cNvPr>
            <p:cNvSpPr/>
            <p:nvPr/>
          </p:nvSpPr>
          <p:spPr>
            <a:xfrm>
              <a:off x="579272" y="2803289"/>
              <a:ext cx="54407" cy="55191"/>
            </a:xfrm>
            <a:prstGeom prst="rect">
              <a:avLst/>
            </a:prstGeom>
            <a:solidFill>
              <a:srgbClr val="AD72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0" name="Input frame mosaic cell">
              <a:extLst>
                <a:ext uri="{FF2B5EF4-FFF2-40B4-BE49-F238E27FC236}">
                  <a16:creationId xmlns:a16="http://schemas.microsoft.com/office/drawing/2014/main" id="{00E419F1-A763-C831-CDE8-D2EE5B2CAACD}"/>
                </a:ext>
              </a:extLst>
            </p:cNvPr>
            <p:cNvSpPr/>
            <p:nvPr/>
          </p:nvSpPr>
          <p:spPr>
            <a:xfrm>
              <a:off x="629107" y="2803289"/>
              <a:ext cx="54407" cy="55191"/>
            </a:xfrm>
            <a:prstGeom prst="rect">
              <a:avLst/>
            </a:prstGeom>
            <a:solidFill>
              <a:srgbClr val="B77B7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1" name="Input frame mosaic cell">
              <a:extLst>
                <a:ext uri="{FF2B5EF4-FFF2-40B4-BE49-F238E27FC236}">
                  <a16:creationId xmlns:a16="http://schemas.microsoft.com/office/drawing/2014/main" id="{DA0BF16C-F14E-8DBD-6457-BB44C8911EE0}"/>
                </a:ext>
              </a:extLst>
            </p:cNvPr>
            <p:cNvSpPr/>
            <p:nvPr/>
          </p:nvSpPr>
          <p:spPr>
            <a:xfrm>
              <a:off x="678942" y="2803289"/>
              <a:ext cx="54407" cy="55191"/>
            </a:xfrm>
            <a:prstGeom prst="rect">
              <a:avLst/>
            </a:prstGeom>
            <a:solidFill>
              <a:srgbClr val="BB797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2" name="Input frame mosaic cell">
              <a:extLst>
                <a:ext uri="{FF2B5EF4-FFF2-40B4-BE49-F238E27FC236}">
                  <a16:creationId xmlns:a16="http://schemas.microsoft.com/office/drawing/2014/main" id="{55859118-53A7-A699-5F07-55CDACB02896}"/>
                </a:ext>
              </a:extLst>
            </p:cNvPr>
            <p:cNvSpPr/>
            <p:nvPr/>
          </p:nvSpPr>
          <p:spPr>
            <a:xfrm>
              <a:off x="728777" y="2803289"/>
              <a:ext cx="54407" cy="55191"/>
            </a:xfrm>
            <a:prstGeom prst="rect">
              <a:avLst/>
            </a:prstGeom>
            <a:solidFill>
              <a:srgbClr val="AD5D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3" name="Input frame mosaic cell">
              <a:extLst>
                <a:ext uri="{FF2B5EF4-FFF2-40B4-BE49-F238E27FC236}">
                  <a16:creationId xmlns:a16="http://schemas.microsoft.com/office/drawing/2014/main" id="{257C7E9A-D8D9-80D1-2F81-09228DEF1104}"/>
                </a:ext>
              </a:extLst>
            </p:cNvPr>
            <p:cNvSpPr/>
            <p:nvPr/>
          </p:nvSpPr>
          <p:spPr>
            <a:xfrm>
              <a:off x="778612" y="2803289"/>
              <a:ext cx="54407" cy="55191"/>
            </a:xfrm>
            <a:prstGeom prst="rect">
              <a:avLst/>
            </a:prstGeom>
            <a:solidFill>
              <a:srgbClr val="B55C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4" name="Input frame mosaic cell">
              <a:extLst>
                <a:ext uri="{FF2B5EF4-FFF2-40B4-BE49-F238E27FC236}">
                  <a16:creationId xmlns:a16="http://schemas.microsoft.com/office/drawing/2014/main" id="{1195A3BB-5407-0B49-2AE7-22C7637CF55F}"/>
                </a:ext>
              </a:extLst>
            </p:cNvPr>
            <p:cNvSpPr/>
            <p:nvPr/>
          </p:nvSpPr>
          <p:spPr>
            <a:xfrm>
              <a:off x="828446" y="2803289"/>
              <a:ext cx="54407" cy="55191"/>
            </a:xfrm>
            <a:prstGeom prst="rect">
              <a:avLst/>
            </a:prstGeom>
            <a:solidFill>
              <a:srgbClr val="E188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5" name="Input frame mosaic cell">
              <a:extLst>
                <a:ext uri="{FF2B5EF4-FFF2-40B4-BE49-F238E27FC236}">
                  <a16:creationId xmlns:a16="http://schemas.microsoft.com/office/drawing/2014/main" id="{A46384B2-E276-903F-0F3F-21CD1F1BE95D}"/>
                </a:ext>
              </a:extLst>
            </p:cNvPr>
            <p:cNvSpPr/>
            <p:nvPr/>
          </p:nvSpPr>
          <p:spPr>
            <a:xfrm>
              <a:off x="878281" y="2803289"/>
              <a:ext cx="54407" cy="55191"/>
            </a:xfrm>
            <a:prstGeom prst="rect">
              <a:avLst/>
            </a:prstGeom>
            <a:solidFill>
              <a:srgbClr val="E78C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6" name="Input frame mosaic cell">
              <a:extLst>
                <a:ext uri="{FF2B5EF4-FFF2-40B4-BE49-F238E27FC236}">
                  <a16:creationId xmlns:a16="http://schemas.microsoft.com/office/drawing/2014/main" id="{ED845114-2897-FF42-7E06-14C03FB3DA29}"/>
                </a:ext>
              </a:extLst>
            </p:cNvPr>
            <p:cNvSpPr/>
            <p:nvPr/>
          </p:nvSpPr>
          <p:spPr>
            <a:xfrm>
              <a:off x="928116" y="2803289"/>
              <a:ext cx="54407" cy="55191"/>
            </a:xfrm>
            <a:prstGeom prst="rect">
              <a:avLst/>
            </a:prstGeom>
            <a:solidFill>
              <a:srgbClr val="DB816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7" name="Input frame mosaic cell">
              <a:extLst>
                <a:ext uri="{FF2B5EF4-FFF2-40B4-BE49-F238E27FC236}">
                  <a16:creationId xmlns:a16="http://schemas.microsoft.com/office/drawing/2014/main" id="{ADEE0CC9-AD22-3773-A2D9-F8C32E112F29}"/>
                </a:ext>
              </a:extLst>
            </p:cNvPr>
            <p:cNvSpPr/>
            <p:nvPr/>
          </p:nvSpPr>
          <p:spPr>
            <a:xfrm>
              <a:off x="977951" y="2803289"/>
              <a:ext cx="54407" cy="55191"/>
            </a:xfrm>
            <a:prstGeom prst="rect">
              <a:avLst/>
            </a:prstGeom>
            <a:solidFill>
              <a:srgbClr val="97514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8" name="Input frame mosaic cell">
              <a:extLst>
                <a:ext uri="{FF2B5EF4-FFF2-40B4-BE49-F238E27FC236}">
                  <a16:creationId xmlns:a16="http://schemas.microsoft.com/office/drawing/2014/main" id="{117841FA-913C-663E-0A92-73B896452E1C}"/>
                </a:ext>
              </a:extLst>
            </p:cNvPr>
            <p:cNvSpPr/>
            <p:nvPr/>
          </p:nvSpPr>
          <p:spPr>
            <a:xfrm>
              <a:off x="1027786" y="2803289"/>
              <a:ext cx="54407" cy="55191"/>
            </a:xfrm>
            <a:prstGeom prst="rect">
              <a:avLst/>
            </a:prstGeom>
            <a:solidFill>
              <a:srgbClr val="4925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39" name="Input frame mosaic cell">
              <a:extLst>
                <a:ext uri="{FF2B5EF4-FFF2-40B4-BE49-F238E27FC236}">
                  <a16:creationId xmlns:a16="http://schemas.microsoft.com/office/drawing/2014/main" id="{82BFD6D6-3FBF-D36C-34FF-474DA3DE5348}"/>
                </a:ext>
              </a:extLst>
            </p:cNvPr>
            <p:cNvSpPr/>
            <p:nvPr/>
          </p:nvSpPr>
          <p:spPr>
            <a:xfrm>
              <a:off x="1077620" y="2803289"/>
              <a:ext cx="54407" cy="55191"/>
            </a:xfrm>
            <a:prstGeom prst="rect">
              <a:avLst/>
            </a:prstGeom>
            <a:solidFill>
              <a:srgbClr val="4928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0" name="Input frame mosaic cell">
              <a:extLst>
                <a:ext uri="{FF2B5EF4-FFF2-40B4-BE49-F238E27FC236}">
                  <a16:creationId xmlns:a16="http://schemas.microsoft.com/office/drawing/2014/main" id="{DB918C5B-BB93-E7A8-426E-A87A4EB9480A}"/>
                </a:ext>
              </a:extLst>
            </p:cNvPr>
            <p:cNvSpPr/>
            <p:nvPr/>
          </p:nvSpPr>
          <p:spPr>
            <a:xfrm>
              <a:off x="1127455" y="2803289"/>
              <a:ext cx="54407" cy="55191"/>
            </a:xfrm>
            <a:prstGeom prst="rect">
              <a:avLst/>
            </a:prstGeom>
            <a:solidFill>
              <a:srgbClr val="5B3A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1" name="Input frame mosaic cell">
              <a:extLst>
                <a:ext uri="{FF2B5EF4-FFF2-40B4-BE49-F238E27FC236}">
                  <a16:creationId xmlns:a16="http://schemas.microsoft.com/office/drawing/2014/main" id="{F1EC0C47-902F-F10C-DA89-6EC8544D3039}"/>
                </a:ext>
              </a:extLst>
            </p:cNvPr>
            <p:cNvSpPr/>
            <p:nvPr/>
          </p:nvSpPr>
          <p:spPr>
            <a:xfrm>
              <a:off x="1177290" y="2803289"/>
              <a:ext cx="54407" cy="55191"/>
            </a:xfrm>
            <a:prstGeom prst="rect">
              <a:avLst/>
            </a:prstGeom>
            <a:solidFill>
              <a:srgbClr val="6642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2" name="Input frame mosaic cell">
              <a:extLst>
                <a:ext uri="{FF2B5EF4-FFF2-40B4-BE49-F238E27FC236}">
                  <a16:creationId xmlns:a16="http://schemas.microsoft.com/office/drawing/2014/main" id="{58F34933-C82B-8526-4482-561257EDFF10}"/>
                </a:ext>
              </a:extLst>
            </p:cNvPr>
            <p:cNvSpPr/>
            <p:nvPr/>
          </p:nvSpPr>
          <p:spPr>
            <a:xfrm>
              <a:off x="1227125" y="2803289"/>
              <a:ext cx="54407" cy="55191"/>
            </a:xfrm>
            <a:prstGeom prst="rect">
              <a:avLst/>
            </a:prstGeom>
            <a:solidFill>
              <a:srgbClr val="653E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3" name="Input frame mosaic cell">
              <a:extLst>
                <a:ext uri="{FF2B5EF4-FFF2-40B4-BE49-F238E27FC236}">
                  <a16:creationId xmlns:a16="http://schemas.microsoft.com/office/drawing/2014/main" id="{3999B262-77E7-E3A8-7206-160DF60C0FDD}"/>
                </a:ext>
              </a:extLst>
            </p:cNvPr>
            <p:cNvSpPr/>
            <p:nvPr/>
          </p:nvSpPr>
          <p:spPr>
            <a:xfrm>
              <a:off x="1276960" y="2803289"/>
              <a:ext cx="54407" cy="55191"/>
            </a:xfrm>
            <a:prstGeom prst="rect">
              <a:avLst/>
            </a:prstGeom>
            <a:solidFill>
              <a:srgbClr val="764A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4" name="Input frame mosaic cell">
              <a:extLst>
                <a:ext uri="{FF2B5EF4-FFF2-40B4-BE49-F238E27FC236}">
                  <a16:creationId xmlns:a16="http://schemas.microsoft.com/office/drawing/2014/main" id="{06BC2789-46B4-9757-EE7B-D76833FF1C07}"/>
                </a:ext>
              </a:extLst>
            </p:cNvPr>
            <p:cNvSpPr/>
            <p:nvPr/>
          </p:nvSpPr>
          <p:spPr>
            <a:xfrm>
              <a:off x="1326794" y="2803289"/>
              <a:ext cx="54407" cy="55191"/>
            </a:xfrm>
            <a:prstGeom prst="rect">
              <a:avLst/>
            </a:prstGeom>
            <a:solidFill>
              <a:srgbClr val="6E43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5" name="Input frame mosaic cell">
              <a:extLst>
                <a:ext uri="{FF2B5EF4-FFF2-40B4-BE49-F238E27FC236}">
                  <a16:creationId xmlns:a16="http://schemas.microsoft.com/office/drawing/2014/main" id="{FF18F3C6-9C28-995D-888E-153E3EE77E4A}"/>
                </a:ext>
              </a:extLst>
            </p:cNvPr>
            <p:cNvSpPr/>
            <p:nvPr/>
          </p:nvSpPr>
          <p:spPr>
            <a:xfrm>
              <a:off x="1376629" y="2803289"/>
              <a:ext cx="54407" cy="55191"/>
            </a:xfrm>
            <a:prstGeom prst="rect">
              <a:avLst/>
            </a:prstGeom>
            <a:solidFill>
              <a:srgbClr val="6A41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6" name="Input frame mosaic cell">
              <a:extLst>
                <a:ext uri="{FF2B5EF4-FFF2-40B4-BE49-F238E27FC236}">
                  <a16:creationId xmlns:a16="http://schemas.microsoft.com/office/drawing/2014/main" id="{0F63928B-29A3-0066-326C-2148AFC338F1}"/>
                </a:ext>
              </a:extLst>
            </p:cNvPr>
            <p:cNvSpPr/>
            <p:nvPr/>
          </p:nvSpPr>
          <p:spPr>
            <a:xfrm>
              <a:off x="1426464" y="2803289"/>
              <a:ext cx="54407" cy="55191"/>
            </a:xfrm>
            <a:prstGeom prst="rect">
              <a:avLst/>
            </a:prstGeom>
            <a:solidFill>
              <a:srgbClr val="6339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7" name="Input frame mosaic cell">
              <a:extLst>
                <a:ext uri="{FF2B5EF4-FFF2-40B4-BE49-F238E27FC236}">
                  <a16:creationId xmlns:a16="http://schemas.microsoft.com/office/drawing/2014/main" id="{C028E51D-FB02-2409-AF76-E93A6E20E9F8}"/>
                </a:ext>
              </a:extLst>
            </p:cNvPr>
            <p:cNvSpPr/>
            <p:nvPr/>
          </p:nvSpPr>
          <p:spPr>
            <a:xfrm>
              <a:off x="1476299" y="2803289"/>
              <a:ext cx="54407" cy="55191"/>
            </a:xfrm>
            <a:prstGeom prst="rect">
              <a:avLst/>
            </a:prstGeom>
            <a:solidFill>
              <a:srgbClr val="6439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8" name="Input frame mosaic cell">
              <a:extLst>
                <a:ext uri="{FF2B5EF4-FFF2-40B4-BE49-F238E27FC236}">
                  <a16:creationId xmlns:a16="http://schemas.microsoft.com/office/drawing/2014/main" id="{4C4F0784-660D-528F-E6E8-3706E9E0B2D0}"/>
                </a:ext>
              </a:extLst>
            </p:cNvPr>
            <p:cNvSpPr/>
            <p:nvPr/>
          </p:nvSpPr>
          <p:spPr>
            <a:xfrm>
              <a:off x="1526134" y="2803289"/>
              <a:ext cx="54407" cy="55191"/>
            </a:xfrm>
            <a:prstGeom prst="rect">
              <a:avLst/>
            </a:prstGeom>
            <a:solidFill>
              <a:srgbClr val="653D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49" name="Input frame mosaic cell">
              <a:extLst>
                <a:ext uri="{FF2B5EF4-FFF2-40B4-BE49-F238E27FC236}">
                  <a16:creationId xmlns:a16="http://schemas.microsoft.com/office/drawing/2014/main" id="{ABF8272B-C0FD-E68F-792A-4B6B328E73DD}"/>
                </a:ext>
              </a:extLst>
            </p:cNvPr>
            <p:cNvSpPr/>
            <p:nvPr/>
          </p:nvSpPr>
          <p:spPr>
            <a:xfrm>
              <a:off x="1575968" y="2803289"/>
              <a:ext cx="54407" cy="55191"/>
            </a:xfrm>
            <a:prstGeom prst="rect">
              <a:avLst/>
            </a:prstGeom>
            <a:solidFill>
              <a:srgbClr val="74494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0" name="Input frame mosaic cell">
              <a:extLst>
                <a:ext uri="{FF2B5EF4-FFF2-40B4-BE49-F238E27FC236}">
                  <a16:creationId xmlns:a16="http://schemas.microsoft.com/office/drawing/2014/main" id="{A9BA1928-B434-C122-B294-06E2FE4674B4}"/>
                </a:ext>
              </a:extLst>
            </p:cNvPr>
            <p:cNvSpPr/>
            <p:nvPr/>
          </p:nvSpPr>
          <p:spPr>
            <a:xfrm>
              <a:off x="1625803" y="2803289"/>
              <a:ext cx="54407" cy="55191"/>
            </a:xfrm>
            <a:prstGeom prst="rect">
              <a:avLst/>
            </a:prstGeom>
            <a:solidFill>
              <a:srgbClr val="764B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1" name="Input frame mosaic cell">
              <a:extLst>
                <a:ext uri="{FF2B5EF4-FFF2-40B4-BE49-F238E27FC236}">
                  <a16:creationId xmlns:a16="http://schemas.microsoft.com/office/drawing/2014/main" id="{1C1CCD03-BBAF-A98C-EE9A-A5EEF29CC323}"/>
                </a:ext>
              </a:extLst>
            </p:cNvPr>
            <p:cNvSpPr/>
            <p:nvPr/>
          </p:nvSpPr>
          <p:spPr>
            <a:xfrm>
              <a:off x="1675638" y="2803289"/>
              <a:ext cx="54407" cy="55191"/>
            </a:xfrm>
            <a:prstGeom prst="rect">
              <a:avLst/>
            </a:prstGeom>
            <a:solidFill>
              <a:srgbClr val="5E34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2" name="Input frame mosaic cell">
              <a:extLst>
                <a:ext uri="{FF2B5EF4-FFF2-40B4-BE49-F238E27FC236}">
                  <a16:creationId xmlns:a16="http://schemas.microsoft.com/office/drawing/2014/main" id="{0ECD20AA-1ECA-BD69-BCF5-01B31E60C066}"/>
                </a:ext>
              </a:extLst>
            </p:cNvPr>
            <p:cNvSpPr/>
            <p:nvPr/>
          </p:nvSpPr>
          <p:spPr>
            <a:xfrm>
              <a:off x="1725473" y="2803289"/>
              <a:ext cx="54407" cy="55191"/>
            </a:xfrm>
            <a:prstGeom prst="rect">
              <a:avLst/>
            </a:prstGeom>
            <a:solidFill>
              <a:srgbClr val="4F27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3" name="Input frame mosaic cell">
              <a:extLst>
                <a:ext uri="{FF2B5EF4-FFF2-40B4-BE49-F238E27FC236}">
                  <a16:creationId xmlns:a16="http://schemas.microsoft.com/office/drawing/2014/main" id="{2D6F7C38-9649-7206-9169-3657DDA96704}"/>
                </a:ext>
              </a:extLst>
            </p:cNvPr>
            <p:cNvSpPr/>
            <p:nvPr/>
          </p:nvSpPr>
          <p:spPr>
            <a:xfrm>
              <a:off x="1775308" y="2803289"/>
              <a:ext cx="54407" cy="55191"/>
            </a:xfrm>
            <a:prstGeom prst="rect">
              <a:avLst/>
            </a:prstGeom>
            <a:solidFill>
              <a:srgbClr val="5229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4" name="Input frame mosaic cell">
              <a:extLst>
                <a:ext uri="{FF2B5EF4-FFF2-40B4-BE49-F238E27FC236}">
                  <a16:creationId xmlns:a16="http://schemas.microsoft.com/office/drawing/2014/main" id="{813FBE00-C89E-B9F4-FCB0-2A9E673EE90D}"/>
                </a:ext>
              </a:extLst>
            </p:cNvPr>
            <p:cNvSpPr/>
            <p:nvPr/>
          </p:nvSpPr>
          <p:spPr>
            <a:xfrm>
              <a:off x="1825142" y="2803289"/>
              <a:ext cx="54407" cy="55191"/>
            </a:xfrm>
            <a:prstGeom prst="rect">
              <a:avLst/>
            </a:prstGeom>
            <a:solidFill>
              <a:srgbClr val="9E50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5" name="Input frame mosaic cell">
              <a:extLst>
                <a:ext uri="{FF2B5EF4-FFF2-40B4-BE49-F238E27FC236}">
                  <a16:creationId xmlns:a16="http://schemas.microsoft.com/office/drawing/2014/main" id="{FF2200AD-3E4D-01FD-C147-60EDBCE1BDD4}"/>
                </a:ext>
              </a:extLst>
            </p:cNvPr>
            <p:cNvSpPr/>
            <p:nvPr/>
          </p:nvSpPr>
          <p:spPr>
            <a:xfrm>
              <a:off x="1874977" y="2803289"/>
              <a:ext cx="54407" cy="55191"/>
            </a:xfrm>
            <a:prstGeom prst="rect">
              <a:avLst/>
            </a:prstGeom>
            <a:solidFill>
              <a:srgbClr val="C3747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6" name="Input frame mosaic cell">
              <a:extLst>
                <a:ext uri="{FF2B5EF4-FFF2-40B4-BE49-F238E27FC236}">
                  <a16:creationId xmlns:a16="http://schemas.microsoft.com/office/drawing/2014/main" id="{540EA2FB-9701-7010-7744-85CD82AEF9DE}"/>
                </a:ext>
              </a:extLst>
            </p:cNvPr>
            <p:cNvSpPr/>
            <p:nvPr/>
          </p:nvSpPr>
          <p:spPr>
            <a:xfrm>
              <a:off x="1924812" y="2803289"/>
              <a:ext cx="54407" cy="55191"/>
            </a:xfrm>
            <a:prstGeom prst="rect">
              <a:avLst/>
            </a:prstGeom>
            <a:solidFill>
              <a:srgbClr val="AF60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7" name="Input frame mosaic cell">
              <a:extLst>
                <a:ext uri="{FF2B5EF4-FFF2-40B4-BE49-F238E27FC236}">
                  <a16:creationId xmlns:a16="http://schemas.microsoft.com/office/drawing/2014/main" id="{3DB7B0CD-4781-1D09-CE16-E87731D3578A}"/>
                </a:ext>
              </a:extLst>
            </p:cNvPr>
            <p:cNvSpPr/>
            <p:nvPr/>
          </p:nvSpPr>
          <p:spPr>
            <a:xfrm>
              <a:off x="1974647" y="2803289"/>
              <a:ext cx="54407" cy="55191"/>
            </a:xfrm>
            <a:prstGeom prst="rect">
              <a:avLst/>
            </a:prstGeom>
            <a:solidFill>
              <a:srgbClr val="9356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8" name="Input frame mosaic cell">
              <a:extLst>
                <a:ext uri="{FF2B5EF4-FFF2-40B4-BE49-F238E27FC236}">
                  <a16:creationId xmlns:a16="http://schemas.microsoft.com/office/drawing/2014/main" id="{AF4970C8-1A61-4578-05E1-19DAF4A552D5}"/>
                </a:ext>
              </a:extLst>
            </p:cNvPr>
            <p:cNvSpPr/>
            <p:nvPr/>
          </p:nvSpPr>
          <p:spPr>
            <a:xfrm>
              <a:off x="2024482" y="2803289"/>
              <a:ext cx="54407" cy="55191"/>
            </a:xfrm>
            <a:prstGeom prst="rect">
              <a:avLst/>
            </a:prstGeom>
            <a:solidFill>
              <a:srgbClr val="795A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59" name="Input frame mosaic cell">
              <a:extLst>
                <a:ext uri="{FF2B5EF4-FFF2-40B4-BE49-F238E27FC236}">
                  <a16:creationId xmlns:a16="http://schemas.microsoft.com/office/drawing/2014/main" id="{6BC1ACEC-BF4E-16AB-6C9E-FB16E6EF33D1}"/>
                </a:ext>
              </a:extLst>
            </p:cNvPr>
            <p:cNvSpPr/>
            <p:nvPr/>
          </p:nvSpPr>
          <p:spPr>
            <a:xfrm>
              <a:off x="2074316" y="2803289"/>
              <a:ext cx="54407" cy="55191"/>
            </a:xfrm>
            <a:prstGeom prst="rect">
              <a:avLst/>
            </a:prstGeom>
            <a:solidFill>
              <a:srgbClr val="76696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0" name="Input frame mosaic cell">
              <a:extLst>
                <a:ext uri="{FF2B5EF4-FFF2-40B4-BE49-F238E27FC236}">
                  <a16:creationId xmlns:a16="http://schemas.microsoft.com/office/drawing/2014/main" id="{AA8FDD90-EAA5-7656-6202-673A7EB615C6}"/>
                </a:ext>
              </a:extLst>
            </p:cNvPr>
            <p:cNvSpPr/>
            <p:nvPr/>
          </p:nvSpPr>
          <p:spPr>
            <a:xfrm>
              <a:off x="2124151" y="2803289"/>
              <a:ext cx="54407" cy="55191"/>
            </a:xfrm>
            <a:prstGeom prst="rect">
              <a:avLst/>
            </a:prstGeom>
            <a:solidFill>
              <a:srgbClr val="655E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1" name="Input frame mosaic cell">
              <a:extLst>
                <a:ext uri="{FF2B5EF4-FFF2-40B4-BE49-F238E27FC236}">
                  <a16:creationId xmlns:a16="http://schemas.microsoft.com/office/drawing/2014/main" id="{01D86747-08F3-B076-AC86-97E309A68C28}"/>
                </a:ext>
              </a:extLst>
            </p:cNvPr>
            <p:cNvSpPr/>
            <p:nvPr/>
          </p:nvSpPr>
          <p:spPr>
            <a:xfrm>
              <a:off x="2173986" y="2803289"/>
              <a:ext cx="54407" cy="55191"/>
            </a:xfrm>
            <a:prstGeom prst="rect">
              <a:avLst/>
            </a:prstGeom>
            <a:solidFill>
              <a:srgbClr val="6761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2" name="Input frame mosaic cell">
              <a:extLst>
                <a:ext uri="{FF2B5EF4-FFF2-40B4-BE49-F238E27FC236}">
                  <a16:creationId xmlns:a16="http://schemas.microsoft.com/office/drawing/2014/main" id="{109E806D-82AA-638E-5053-21459E2392AC}"/>
                </a:ext>
              </a:extLst>
            </p:cNvPr>
            <p:cNvSpPr/>
            <p:nvPr/>
          </p:nvSpPr>
          <p:spPr>
            <a:xfrm>
              <a:off x="2223821" y="2803289"/>
              <a:ext cx="54407" cy="55191"/>
            </a:xfrm>
            <a:prstGeom prst="rect">
              <a:avLst/>
            </a:prstGeom>
            <a:solidFill>
              <a:srgbClr val="79767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3" name="Input frame mosaic cell">
              <a:extLst>
                <a:ext uri="{FF2B5EF4-FFF2-40B4-BE49-F238E27FC236}">
                  <a16:creationId xmlns:a16="http://schemas.microsoft.com/office/drawing/2014/main" id="{C0821CD9-9F65-83D9-16E1-FE116FCA12B0}"/>
                </a:ext>
              </a:extLst>
            </p:cNvPr>
            <p:cNvSpPr/>
            <p:nvPr/>
          </p:nvSpPr>
          <p:spPr>
            <a:xfrm>
              <a:off x="2273656" y="2803289"/>
              <a:ext cx="54407" cy="55191"/>
            </a:xfrm>
            <a:prstGeom prst="rect">
              <a:avLst/>
            </a:prstGeom>
            <a:solidFill>
              <a:srgbClr val="8E8C9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4" name="Input frame mosaic cell">
              <a:extLst>
                <a:ext uri="{FF2B5EF4-FFF2-40B4-BE49-F238E27FC236}">
                  <a16:creationId xmlns:a16="http://schemas.microsoft.com/office/drawing/2014/main" id="{9AE4A111-DF6C-5629-0B20-C97C5A19D115}"/>
                </a:ext>
              </a:extLst>
            </p:cNvPr>
            <p:cNvSpPr/>
            <p:nvPr/>
          </p:nvSpPr>
          <p:spPr>
            <a:xfrm>
              <a:off x="2323490" y="2803289"/>
              <a:ext cx="54407" cy="55191"/>
            </a:xfrm>
            <a:prstGeom prst="rect">
              <a:avLst/>
            </a:prstGeom>
            <a:solidFill>
              <a:srgbClr val="9999A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5" name="Input frame mosaic cell">
              <a:extLst>
                <a:ext uri="{FF2B5EF4-FFF2-40B4-BE49-F238E27FC236}">
                  <a16:creationId xmlns:a16="http://schemas.microsoft.com/office/drawing/2014/main" id="{5B8A1B85-10DE-FD7B-84A0-BBFC5A84BE1E}"/>
                </a:ext>
              </a:extLst>
            </p:cNvPr>
            <p:cNvSpPr/>
            <p:nvPr/>
          </p:nvSpPr>
          <p:spPr>
            <a:xfrm>
              <a:off x="2373325" y="2803289"/>
              <a:ext cx="54407" cy="55191"/>
            </a:xfrm>
            <a:prstGeom prst="rect">
              <a:avLst/>
            </a:prstGeom>
            <a:solidFill>
              <a:srgbClr val="86858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6" name="Input frame mosaic cell">
              <a:extLst>
                <a:ext uri="{FF2B5EF4-FFF2-40B4-BE49-F238E27FC236}">
                  <a16:creationId xmlns:a16="http://schemas.microsoft.com/office/drawing/2014/main" id="{C03BD632-C4EE-C25D-0452-020AF59CCB1E}"/>
                </a:ext>
              </a:extLst>
            </p:cNvPr>
            <p:cNvSpPr/>
            <p:nvPr/>
          </p:nvSpPr>
          <p:spPr>
            <a:xfrm>
              <a:off x="429768" y="2853908"/>
              <a:ext cx="54407" cy="55191"/>
            </a:xfrm>
            <a:prstGeom prst="rect">
              <a:avLst/>
            </a:prstGeom>
            <a:solidFill>
              <a:srgbClr val="4425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7" name="Input frame mosaic cell">
              <a:extLst>
                <a:ext uri="{FF2B5EF4-FFF2-40B4-BE49-F238E27FC236}">
                  <a16:creationId xmlns:a16="http://schemas.microsoft.com/office/drawing/2014/main" id="{651D3043-D3E2-3153-3106-97E9DC6E0416}"/>
                </a:ext>
              </a:extLst>
            </p:cNvPr>
            <p:cNvSpPr/>
            <p:nvPr/>
          </p:nvSpPr>
          <p:spPr>
            <a:xfrm>
              <a:off x="479603" y="2853908"/>
              <a:ext cx="54407" cy="55191"/>
            </a:xfrm>
            <a:prstGeom prst="rect">
              <a:avLst/>
            </a:prstGeom>
            <a:solidFill>
              <a:srgbClr val="965B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8" name="Input frame mosaic cell">
              <a:extLst>
                <a:ext uri="{FF2B5EF4-FFF2-40B4-BE49-F238E27FC236}">
                  <a16:creationId xmlns:a16="http://schemas.microsoft.com/office/drawing/2014/main" id="{C1B9DA76-911C-0F28-AD82-4FE9B4180B53}"/>
                </a:ext>
              </a:extLst>
            </p:cNvPr>
            <p:cNvSpPr/>
            <p:nvPr/>
          </p:nvSpPr>
          <p:spPr>
            <a:xfrm>
              <a:off x="529438" y="2853908"/>
              <a:ext cx="54407" cy="55191"/>
            </a:xfrm>
            <a:prstGeom prst="rect">
              <a:avLst/>
            </a:prstGeom>
            <a:solidFill>
              <a:srgbClr val="C0909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69" name="Input frame mosaic cell">
              <a:extLst>
                <a:ext uri="{FF2B5EF4-FFF2-40B4-BE49-F238E27FC236}">
                  <a16:creationId xmlns:a16="http://schemas.microsoft.com/office/drawing/2014/main" id="{A43D5DE3-59C7-C036-D720-82C78544F117}"/>
                </a:ext>
              </a:extLst>
            </p:cNvPr>
            <p:cNvSpPr/>
            <p:nvPr/>
          </p:nvSpPr>
          <p:spPr>
            <a:xfrm>
              <a:off x="579272" y="2853908"/>
              <a:ext cx="54407" cy="55191"/>
            </a:xfrm>
            <a:prstGeom prst="rect">
              <a:avLst/>
            </a:prstGeom>
            <a:solidFill>
              <a:srgbClr val="DBBBB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0" name="Input frame mosaic cell">
              <a:extLst>
                <a:ext uri="{FF2B5EF4-FFF2-40B4-BE49-F238E27FC236}">
                  <a16:creationId xmlns:a16="http://schemas.microsoft.com/office/drawing/2014/main" id="{138D747C-E377-C461-ABDB-D1B149DD32CB}"/>
                </a:ext>
              </a:extLst>
            </p:cNvPr>
            <p:cNvSpPr/>
            <p:nvPr/>
          </p:nvSpPr>
          <p:spPr>
            <a:xfrm>
              <a:off x="629107" y="2853908"/>
              <a:ext cx="54407" cy="55191"/>
            </a:xfrm>
            <a:prstGeom prst="rect">
              <a:avLst/>
            </a:prstGeom>
            <a:solidFill>
              <a:srgbClr val="EBD2C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1" name="Input frame mosaic cell">
              <a:extLst>
                <a:ext uri="{FF2B5EF4-FFF2-40B4-BE49-F238E27FC236}">
                  <a16:creationId xmlns:a16="http://schemas.microsoft.com/office/drawing/2014/main" id="{454B64C3-AF1B-1975-6AA3-EF34C80EB5DE}"/>
                </a:ext>
              </a:extLst>
            </p:cNvPr>
            <p:cNvSpPr/>
            <p:nvPr/>
          </p:nvSpPr>
          <p:spPr>
            <a:xfrm>
              <a:off x="678942" y="2853908"/>
              <a:ext cx="54407" cy="55191"/>
            </a:xfrm>
            <a:prstGeom prst="rect">
              <a:avLst/>
            </a:prstGeom>
            <a:solidFill>
              <a:srgbClr val="E8CAC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2" name="Input frame mosaic cell">
              <a:extLst>
                <a:ext uri="{FF2B5EF4-FFF2-40B4-BE49-F238E27FC236}">
                  <a16:creationId xmlns:a16="http://schemas.microsoft.com/office/drawing/2014/main" id="{22A1A73A-38B8-F72D-62BF-2A6C89C03F6A}"/>
                </a:ext>
              </a:extLst>
            </p:cNvPr>
            <p:cNvSpPr/>
            <p:nvPr/>
          </p:nvSpPr>
          <p:spPr>
            <a:xfrm>
              <a:off x="728777" y="2853908"/>
              <a:ext cx="54407" cy="55191"/>
            </a:xfrm>
            <a:prstGeom prst="rect">
              <a:avLst/>
            </a:prstGeom>
            <a:solidFill>
              <a:srgbClr val="CC877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3" name="Input frame mosaic cell">
              <a:extLst>
                <a:ext uri="{FF2B5EF4-FFF2-40B4-BE49-F238E27FC236}">
                  <a16:creationId xmlns:a16="http://schemas.microsoft.com/office/drawing/2014/main" id="{4D32ADC1-E00A-6295-CF99-8C7C0824C3AE}"/>
                </a:ext>
              </a:extLst>
            </p:cNvPr>
            <p:cNvSpPr/>
            <p:nvPr/>
          </p:nvSpPr>
          <p:spPr>
            <a:xfrm>
              <a:off x="778612" y="2853908"/>
              <a:ext cx="54407" cy="55191"/>
            </a:xfrm>
            <a:prstGeom prst="rect">
              <a:avLst/>
            </a:prstGeom>
            <a:solidFill>
              <a:srgbClr val="BF62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4" name="Input frame mosaic cell">
              <a:extLst>
                <a:ext uri="{FF2B5EF4-FFF2-40B4-BE49-F238E27FC236}">
                  <a16:creationId xmlns:a16="http://schemas.microsoft.com/office/drawing/2014/main" id="{EE5156BB-93A8-24C6-AB25-6B8019170C6C}"/>
                </a:ext>
              </a:extLst>
            </p:cNvPr>
            <p:cNvSpPr/>
            <p:nvPr/>
          </p:nvSpPr>
          <p:spPr>
            <a:xfrm>
              <a:off x="828446" y="2853908"/>
              <a:ext cx="54407" cy="55191"/>
            </a:xfrm>
            <a:prstGeom prst="rect">
              <a:avLst/>
            </a:prstGeom>
            <a:solidFill>
              <a:srgbClr val="DA7E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5" name="Input frame mosaic cell">
              <a:extLst>
                <a:ext uri="{FF2B5EF4-FFF2-40B4-BE49-F238E27FC236}">
                  <a16:creationId xmlns:a16="http://schemas.microsoft.com/office/drawing/2014/main" id="{8EC5D44F-0A93-AF7A-0E01-84EEACCA456B}"/>
                </a:ext>
              </a:extLst>
            </p:cNvPr>
            <p:cNvSpPr/>
            <p:nvPr/>
          </p:nvSpPr>
          <p:spPr>
            <a:xfrm>
              <a:off x="878281" y="2853908"/>
              <a:ext cx="54407" cy="55191"/>
            </a:xfrm>
            <a:prstGeom prst="rect">
              <a:avLst/>
            </a:prstGeom>
            <a:solidFill>
              <a:srgbClr val="E0856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6" name="Input frame mosaic cell">
              <a:extLst>
                <a:ext uri="{FF2B5EF4-FFF2-40B4-BE49-F238E27FC236}">
                  <a16:creationId xmlns:a16="http://schemas.microsoft.com/office/drawing/2014/main" id="{8B5403EF-254D-BD54-5214-45753DC97876}"/>
                </a:ext>
              </a:extLst>
            </p:cNvPr>
            <p:cNvSpPr/>
            <p:nvPr/>
          </p:nvSpPr>
          <p:spPr>
            <a:xfrm>
              <a:off x="928116" y="2853908"/>
              <a:ext cx="54407" cy="55191"/>
            </a:xfrm>
            <a:prstGeom prst="rect">
              <a:avLst/>
            </a:prstGeom>
            <a:solidFill>
              <a:srgbClr val="C874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7" name="Input frame mosaic cell">
              <a:extLst>
                <a:ext uri="{FF2B5EF4-FFF2-40B4-BE49-F238E27FC236}">
                  <a16:creationId xmlns:a16="http://schemas.microsoft.com/office/drawing/2014/main" id="{54C5955D-48F1-71F9-4D3F-0AB01AA91BA0}"/>
                </a:ext>
              </a:extLst>
            </p:cNvPr>
            <p:cNvSpPr/>
            <p:nvPr/>
          </p:nvSpPr>
          <p:spPr>
            <a:xfrm>
              <a:off x="977951" y="2853908"/>
              <a:ext cx="54407" cy="55191"/>
            </a:xfrm>
            <a:prstGeom prst="rect">
              <a:avLst/>
            </a:prstGeom>
            <a:solidFill>
              <a:srgbClr val="9651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8" name="Input frame mosaic cell">
              <a:extLst>
                <a:ext uri="{FF2B5EF4-FFF2-40B4-BE49-F238E27FC236}">
                  <a16:creationId xmlns:a16="http://schemas.microsoft.com/office/drawing/2014/main" id="{C93D877B-B65D-58B8-27E0-D1AC182D9F29}"/>
                </a:ext>
              </a:extLst>
            </p:cNvPr>
            <p:cNvSpPr/>
            <p:nvPr/>
          </p:nvSpPr>
          <p:spPr>
            <a:xfrm>
              <a:off x="1027786" y="2853908"/>
              <a:ext cx="54407" cy="55191"/>
            </a:xfrm>
            <a:prstGeom prst="rect">
              <a:avLst/>
            </a:prstGeom>
            <a:solidFill>
              <a:srgbClr val="7443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79" name="Input frame mosaic cell">
              <a:extLst>
                <a:ext uri="{FF2B5EF4-FFF2-40B4-BE49-F238E27FC236}">
                  <a16:creationId xmlns:a16="http://schemas.microsoft.com/office/drawing/2014/main" id="{312A5749-EB0E-E928-8256-5FBB14347269}"/>
                </a:ext>
              </a:extLst>
            </p:cNvPr>
            <p:cNvSpPr/>
            <p:nvPr/>
          </p:nvSpPr>
          <p:spPr>
            <a:xfrm>
              <a:off x="1077620" y="2853908"/>
              <a:ext cx="54407" cy="55191"/>
            </a:xfrm>
            <a:prstGeom prst="rect">
              <a:avLst/>
            </a:prstGeom>
            <a:solidFill>
              <a:srgbClr val="4D29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0" name="Input frame mosaic cell">
              <a:extLst>
                <a:ext uri="{FF2B5EF4-FFF2-40B4-BE49-F238E27FC236}">
                  <a16:creationId xmlns:a16="http://schemas.microsoft.com/office/drawing/2014/main" id="{F706FA51-34D6-A09F-1F5D-1DC6746DE2D2}"/>
                </a:ext>
              </a:extLst>
            </p:cNvPr>
            <p:cNvSpPr/>
            <p:nvPr/>
          </p:nvSpPr>
          <p:spPr>
            <a:xfrm>
              <a:off x="1127455" y="2853908"/>
              <a:ext cx="54407" cy="55191"/>
            </a:xfrm>
            <a:prstGeom prst="rect">
              <a:avLst/>
            </a:prstGeom>
            <a:solidFill>
              <a:srgbClr val="5B38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1" name="Input frame mosaic cell">
              <a:extLst>
                <a:ext uri="{FF2B5EF4-FFF2-40B4-BE49-F238E27FC236}">
                  <a16:creationId xmlns:a16="http://schemas.microsoft.com/office/drawing/2014/main" id="{CE3B14AD-4E78-1671-ADB7-70AA5800293D}"/>
                </a:ext>
              </a:extLst>
            </p:cNvPr>
            <p:cNvSpPr/>
            <p:nvPr/>
          </p:nvSpPr>
          <p:spPr>
            <a:xfrm>
              <a:off x="1177290" y="2853908"/>
              <a:ext cx="54407" cy="55191"/>
            </a:xfrm>
            <a:prstGeom prst="rect">
              <a:avLst/>
            </a:prstGeom>
            <a:solidFill>
              <a:srgbClr val="6E47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2" name="Input frame mosaic cell">
              <a:extLst>
                <a:ext uri="{FF2B5EF4-FFF2-40B4-BE49-F238E27FC236}">
                  <a16:creationId xmlns:a16="http://schemas.microsoft.com/office/drawing/2014/main" id="{76EA98FF-4AA6-D427-DB4F-8FB85D4694B9}"/>
                </a:ext>
              </a:extLst>
            </p:cNvPr>
            <p:cNvSpPr/>
            <p:nvPr/>
          </p:nvSpPr>
          <p:spPr>
            <a:xfrm>
              <a:off x="1227125" y="2853908"/>
              <a:ext cx="54407" cy="55191"/>
            </a:xfrm>
            <a:prstGeom prst="rect">
              <a:avLst/>
            </a:prstGeom>
            <a:solidFill>
              <a:srgbClr val="754A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3" name="Input frame mosaic cell">
              <a:extLst>
                <a:ext uri="{FF2B5EF4-FFF2-40B4-BE49-F238E27FC236}">
                  <a16:creationId xmlns:a16="http://schemas.microsoft.com/office/drawing/2014/main" id="{8CC9AEEE-157C-378D-E262-A130DBF154A0}"/>
                </a:ext>
              </a:extLst>
            </p:cNvPr>
            <p:cNvSpPr/>
            <p:nvPr/>
          </p:nvSpPr>
          <p:spPr>
            <a:xfrm>
              <a:off x="1276960" y="2853908"/>
              <a:ext cx="54407" cy="55191"/>
            </a:xfrm>
            <a:prstGeom prst="rect">
              <a:avLst/>
            </a:prstGeom>
            <a:solidFill>
              <a:srgbClr val="7D4E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4" name="Input frame mosaic cell">
              <a:extLst>
                <a:ext uri="{FF2B5EF4-FFF2-40B4-BE49-F238E27FC236}">
                  <a16:creationId xmlns:a16="http://schemas.microsoft.com/office/drawing/2014/main" id="{8F36377F-2403-6F99-76AC-26C24D7C552A}"/>
                </a:ext>
              </a:extLst>
            </p:cNvPr>
            <p:cNvSpPr/>
            <p:nvPr/>
          </p:nvSpPr>
          <p:spPr>
            <a:xfrm>
              <a:off x="1326794" y="2853908"/>
              <a:ext cx="54407" cy="55191"/>
            </a:xfrm>
            <a:prstGeom prst="rect">
              <a:avLst/>
            </a:prstGeom>
            <a:solidFill>
              <a:srgbClr val="683E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5" name="Input frame mosaic cell">
              <a:extLst>
                <a:ext uri="{FF2B5EF4-FFF2-40B4-BE49-F238E27FC236}">
                  <a16:creationId xmlns:a16="http://schemas.microsoft.com/office/drawing/2014/main" id="{A2EA60F0-402C-72FD-79B6-D838C4FD0730}"/>
                </a:ext>
              </a:extLst>
            </p:cNvPr>
            <p:cNvSpPr/>
            <p:nvPr/>
          </p:nvSpPr>
          <p:spPr>
            <a:xfrm>
              <a:off x="1376629" y="2853908"/>
              <a:ext cx="54407" cy="55191"/>
            </a:xfrm>
            <a:prstGeom prst="rect">
              <a:avLst/>
            </a:prstGeom>
            <a:solidFill>
              <a:srgbClr val="6840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6" name="Input frame mosaic cell">
              <a:extLst>
                <a:ext uri="{FF2B5EF4-FFF2-40B4-BE49-F238E27FC236}">
                  <a16:creationId xmlns:a16="http://schemas.microsoft.com/office/drawing/2014/main" id="{BEF16C7F-DFBB-6FA4-F15A-7D1A55ED2283}"/>
                </a:ext>
              </a:extLst>
            </p:cNvPr>
            <p:cNvSpPr/>
            <p:nvPr/>
          </p:nvSpPr>
          <p:spPr>
            <a:xfrm>
              <a:off x="1426464" y="2853908"/>
              <a:ext cx="54407" cy="55191"/>
            </a:xfrm>
            <a:prstGeom prst="rect">
              <a:avLst/>
            </a:prstGeom>
            <a:solidFill>
              <a:srgbClr val="6D43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7" name="Input frame mosaic cell">
              <a:extLst>
                <a:ext uri="{FF2B5EF4-FFF2-40B4-BE49-F238E27FC236}">
                  <a16:creationId xmlns:a16="http://schemas.microsoft.com/office/drawing/2014/main" id="{4DB76067-5C7E-E79B-287C-318A270CAAEB}"/>
                </a:ext>
              </a:extLst>
            </p:cNvPr>
            <p:cNvSpPr/>
            <p:nvPr/>
          </p:nvSpPr>
          <p:spPr>
            <a:xfrm>
              <a:off x="1476299" y="2853908"/>
              <a:ext cx="54407" cy="55191"/>
            </a:xfrm>
            <a:prstGeom prst="rect">
              <a:avLst/>
            </a:prstGeom>
            <a:solidFill>
              <a:srgbClr val="774C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8" name="Input frame mosaic cell">
              <a:extLst>
                <a:ext uri="{FF2B5EF4-FFF2-40B4-BE49-F238E27FC236}">
                  <a16:creationId xmlns:a16="http://schemas.microsoft.com/office/drawing/2014/main" id="{E97E00C1-2583-7DA9-9556-66B4AADF2A37}"/>
                </a:ext>
              </a:extLst>
            </p:cNvPr>
            <p:cNvSpPr/>
            <p:nvPr/>
          </p:nvSpPr>
          <p:spPr>
            <a:xfrm>
              <a:off x="1526134" y="2853908"/>
              <a:ext cx="54407" cy="55191"/>
            </a:xfrm>
            <a:prstGeom prst="rect">
              <a:avLst/>
            </a:prstGeom>
            <a:solidFill>
              <a:srgbClr val="714A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89" name="Input frame mosaic cell">
              <a:extLst>
                <a:ext uri="{FF2B5EF4-FFF2-40B4-BE49-F238E27FC236}">
                  <a16:creationId xmlns:a16="http://schemas.microsoft.com/office/drawing/2014/main" id="{6F7D66AE-DBAB-2DC0-1D74-3F9FFCE1EFF7}"/>
                </a:ext>
              </a:extLst>
            </p:cNvPr>
            <p:cNvSpPr/>
            <p:nvPr/>
          </p:nvSpPr>
          <p:spPr>
            <a:xfrm>
              <a:off x="1575968" y="2853908"/>
              <a:ext cx="54407" cy="55191"/>
            </a:xfrm>
            <a:prstGeom prst="rect">
              <a:avLst/>
            </a:prstGeom>
            <a:solidFill>
              <a:srgbClr val="6C42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0" name="Input frame mosaic cell">
              <a:extLst>
                <a:ext uri="{FF2B5EF4-FFF2-40B4-BE49-F238E27FC236}">
                  <a16:creationId xmlns:a16="http://schemas.microsoft.com/office/drawing/2014/main" id="{6A4213BC-95AB-C276-A231-CF0FD49BE360}"/>
                </a:ext>
              </a:extLst>
            </p:cNvPr>
            <p:cNvSpPr/>
            <p:nvPr/>
          </p:nvSpPr>
          <p:spPr>
            <a:xfrm>
              <a:off x="1625803" y="2853908"/>
              <a:ext cx="54407" cy="55191"/>
            </a:xfrm>
            <a:prstGeom prst="rect">
              <a:avLst/>
            </a:prstGeom>
            <a:solidFill>
              <a:srgbClr val="6533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1" name="Input frame mosaic cell">
              <a:extLst>
                <a:ext uri="{FF2B5EF4-FFF2-40B4-BE49-F238E27FC236}">
                  <a16:creationId xmlns:a16="http://schemas.microsoft.com/office/drawing/2014/main" id="{719B69F6-0908-9D93-FC34-C19B6FDD72C9}"/>
                </a:ext>
              </a:extLst>
            </p:cNvPr>
            <p:cNvSpPr/>
            <p:nvPr/>
          </p:nvSpPr>
          <p:spPr>
            <a:xfrm>
              <a:off x="1675638" y="2853908"/>
              <a:ext cx="54407" cy="55191"/>
            </a:xfrm>
            <a:prstGeom prst="rect">
              <a:avLst/>
            </a:prstGeom>
            <a:solidFill>
              <a:srgbClr val="6732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2" name="Input frame mosaic cell">
              <a:extLst>
                <a:ext uri="{FF2B5EF4-FFF2-40B4-BE49-F238E27FC236}">
                  <a16:creationId xmlns:a16="http://schemas.microsoft.com/office/drawing/2014/main" id="{A38FEDCA-6804-1D6D-165C-A18FC82F6157}"/>
                </a:ext>
              </a:extLst>
            </p:cNvPr>
            <p:cNvSpPr/>
            <p:nvPr/>
          </p:nvSpPr>
          <p:spPr>
            <a:xfrm>
              <a:off x="1725473" y="2853908"/>
              <a:ext cx="54407" cy="55191"/>
            </a:xfrm>
            <a:prstGeom prst="rect">
              <a:avLst/>
            </a:prstGeom>
            <a:solidFill>
              <a:srgbClr val="6D34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3" name="Input frame mosaic cell">
              <a:extLst>
                <a:ext uri="{FF2B5EF4-FFF2-40B4-BE49-F238E27FC236}">
                  <a16:creationId xmlns:a16="http://schemas.microsoft.com/office/drawing/2014/main" id="{A24C490F-DAE5-AA5B-03FA-F1284878C5E0}"/>
                </a:ext>
              </a:extLst>
            </p:cNvPr>
            <p:cNvSpPr/>
            <p:nvPr/>
          </p:nvSpPr>
          <p:spPr>
            <a:xfrm>
              <a:off x="1775308" y="2853908"/>
              <a:ext cx="54407" cy="55191"/>
            </a:xfrm>
            <a:prstGeom prst="rect">
              <a:avLst/>
            </a:prstGeom>
            <a:solidFill>
              <a:srgbClr val="6D34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4" name="Input frame mosaic cell">
              <a:extLst>
                <a:ext uri="{FF2B5EF4-FFF2-40B4-BE49-F238E27FC236}">
                  <a16:creationId xmlns:a16="http://schemas.microsoft.com/office/drawing/2014/main" id="{7AF15E4F-8A33-E353-146A-E66BFA5D8650}"/>
                </a:ext>
              </a:extLst>
            </p:cNvPr>
            <p:cNvSpPr/>
            <p:nvPr/>
          </p:nvSpPr>
          <p:spPr>
            <a:xfrm>
              <a:off x="1825142" y="2853908"/>
              <a:ext cx="54407" cy="55191"/>
            </a:xfrm>
            <a:prstGeom prst="rect">
              <a:avLst/>
            </a:prstGeom>
            <a:solidFill>
              <a:srgbClr val="AF5C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5" name="Input frame mosaic cell">
              <a:extLst>
                <a:ext uri="{FF2B5EF4-FFF2-40B4-BE49-F238E27FC236}">
                  <a16:creationId xmlns:a16="http://schemas.microsoft.com/office/drawing/2014/main" id="{D7AF3758-B94F-5575-5E02-40CEB619B476}"/>
                </a:ext>
              </a:extLst>
            </p:cNvPr>
            <p:cNvSpPr/>
            <p:nvPr/>
          </p:nvSpPr>
          <p:spPr>
            <a:xfrm>
              <a:off x="1874977" y="2853908"/>
              <a:ext cx="54407" cy="55191"/>
            </a:xfrm>
            <a:prstGeom prst="rect">
              <a:avLst/>
            </a:prstGeom>
            <a:solidFill>
              <a:srgbClr val="D0797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6" name="Input frame mosaic cell">
              <a:extLst>
                <a:ext uri="{FF2B5EF4-FFF2-40B4-BE49-F238E27FC236}">
                  <a16:creationId xmlns:a16="http://schemas.microsoft.com/office/drawing/2014/main" id="{FEF9E492-D974-2D17-B7CF-704614F30752}"/>
                </a:ext>
              </a:extLst>
            </p:cNvPr>
            <p:cNvSpPr/>
            <p:nvPr/>
          </p:nvSpPr>
          <p:spPr>
            <a:xfrm>
              <a:off x="1924812" y="2853908"/>
              <a:ext cx="54407" cy="55191"/>
            </a:xfrm>
            <a:prstGeom prst="rect">
              <a:avLst/>
            </a:prstGeom>
            <a:solidFill>
              <a:srgbClr val="C36F7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7" name="Input frame mosaic cell">
              <a:extLst>
                <a:ext uri="{FF2B5EF4-FFF2-40B4-BE49-F238E27FC236}">
                  <a16:creationId xmlns:a16="http://schemas.microsoft.com/office/drawing/2014/main" id="{CCD416EC-E064-1D9F-63BA-DEA7B2FDC8DF}"/>
                </a:ext>
              </a:extLst>
            </p:cNvPr>
            <p:cNvSpPr/>
            <p:nvPr/>
          </p:nvSpPr>
          <p:spPr>
            <a:xfrm>
              <a:off x="1974647" y="2853908"/>
              <a:ext cx="54407" cy="55191"/>
            </a:xfrm>
            <a:prstGeom prst="rect">
              <a:avLst/>
            </a:prstGeom>
            <a:solidFill>
              <a:srgbClr val="AA5F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8" name="Input frame mosaic cell">
              <a:extLst>
                <a:ext uri="{FF2B5EF4-FFF2-40B4-BE49-F238E27FC236}">
                  <a16:creationId xmlns:a16="http://schemas.microsoft.com/office/drawing/2014/main" id="{0FFACCFD-4B5D-C4A1-E7BD-70DDAFCD60DD}"/>
                </a:ext>
              </a:extLst>
            </p:cNvPr>
            <p:cNvSpPr/>
            <p:nvPr/>
          </p:nvSpPr>
          <p:spPr>
            <a:xfrm>
              <a:off x="2024482" y="2853908"/>
              <a:ext cx="54407" cy="55191"/>
            </a:xfrm>
            <a:prstGeom prst="rect">
              <a:avLst/>
            </a:prstGeom>
            <a:solidFill>
              <a:srgbClr val="8447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899" name="Input frame mosaic cell">
              <a:extLst>
                <a:ext uri="{FF2B5EF4-FFF2-40B4-BE49-F238E27FC236}">
                  <a16:creationId xmlns:a16="http://schemas.microsoft.com/office/drawing/2014/main" id="{B39D696C-D1CA-747C-B0B1-B3979DB13AB6}"/>
                </a:ext>
              </a:extLst>
            </p:cNvPr>
            <p:cNvSpPr/>
            <p:nvPr/>
          </p:nvSpPr>
          <p:spPr>
            <a:xfrm>
              <a:off x="2074316" y="2853908"/>
              <a:ext cx="54407" cy="55191"/>
            </a:xfrm>
            <a:prstGeom prst="rect">
              <a:avLst/>
            </a:prstGeom>
            <a:solidFill>
              <a:srgbClr val="6742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0" name="Input frame mosaic cell">
              <a:extLst>
                <a:ext uri="{FF2B5EF4-FFF2-40B4-BE49-F238E27FC236}">
                  <a16:creationId xmlns:a16="http://schemas.microsoft.com/office/drawing/2014/main" id="{3E51E42C-1A07-6FAC-6249-73B9299760B2}"/>
                </a:ext>
              </a:extLst>
            </p:cNvPr>
            <p:cNvSpPr/>
            <p:nvPr/>
          </p:nvSpPr>
          <p:spPr>
            <a:xfrm>
              <a:off x="2124151" y="2853908"/>
              <a:ext cx="54407" cy="55191"/>
            </a:xfrm>
            <a:prstGeom prst="rect">
              <a:avLst/>
            </a:prstGeom>
            <a:solidFill>
              <a:srgbClr val="6554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1" name="Input frame mosaic cell">
              <a:extLst>
                <a:ext uri="{FF2B5EF4-FFF2-40B4-BE49-F238E27FC236}">
                  <a16:creationId xmlns:a16="http://schemas.microsoft.com/office/drawing/2014/main" id="{A1D6622F-80C8-7889-E0DA-F5B3F307DE0D}"/>
                </a:ext>
              </a:extLst>
            </p:cNvPr>
            <p:cNvSpPr/>
            <p:nvPr/>
          </p:nvSpPr>
          <p:spPr>
            <a:xfrm>
              <a:off x="2173986" y="2853908"/>
              <a:ext cx="54407" cy="55191"/>
            </a:xfrm>
            <a:prstGeom prst="rect">
              <a:avLst/>
            </a:prstGeom>
            <a:solidFill>
              <a:srgbClr val="635C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2" name="Input frame mosaic cell">
              <a:extLst>
                <a:ext uri="{FF2B5EF4-FFF2-40B4-BE49-F238E27FC236}">
                  <a16:creationId xmlns:a16="http://schemas.microsoft.com/office/drawing/2014/main" id="{DBEBDB48-454A-FD2B-6376-CF90D4AE1819}"/>
                </a:ext>
              </a:extLst>
            </p:cNvPr>
            <p:cNvSpPr/>
            <p:nvPr/>
          </p:nvSpPr>
          <p:spPr>
            <a:xfrm>
              <a:off x="2223821" y="2853908"/>
              <a:ext cx="54407" cy="55191"/>
            </a:xfrm>
            <a:prstGeom prst="rect">
              <a:avLst/>
            </a:prstGeom>
            <a:solidFill>
              <a:srgbClr val="6662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3" name="Input frame mosaic cell">
              <a:extLst>
                <a:ext uri="{FF2B5EF4-FFF2-40B4-BE49-F238E27FC236}">
                  <a16:creationId xmlns:a16="http://schemas.microsoft.com/office/drawing/2014/main" id="{1E727C7D-9C73-AB1F-1E50-9153CB71E781}"/>
                </a:ext>
              </a:extLst>
            </p:cNvPr>
            <p:cNvSpPr/>
            <p:nvPr/>
          </p:nvSpPr>
          <p:spPr>
            <a:xfrm>
              <a:off x="2273656" y="2853908"/>
              <a:ext cx="54407" cy="55191"/>
            </a:xfrm>
            <a:prstGeom prst="rect">
              <a:avLst/>
            </a:prstGeom>
            <a:solidFill>
              <a:srgbClr val="5D55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4" name="Input frame mosaic cell">
              <a:extLst>
                <a:ext uri="{FF2B5EF4-FFF2-40B4-BE49-F238E27FC236}">
                  <a16:creationId xmlns:a16="http://schemas.microsoft.com/office/drawing/2014/main" id="{62664FF7-F63D-45E8-1E82-B2E163A39FAD}"/>
                </a:ext>
              </a:extLst>
            </p:cNvPr>
            <p:cNvSpPr/>
            <p:nvPr/>
          </p:nvSpPr>
          <p:spPr>
            <a:xfrm>
              <a:off x="2323490" y="2853908"/>
              <a:ext cx="54407" cy="55191"/>
            </a:xfrm>
            <a:prstGeom prst="rect">
              <a:avLst/>
            </a:prstGeom>
            <a:solidFill>
              <a:srgbClr val="6259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5" name="Input frame mosaic cell">
              <a:extLst>
                <a:ext uri="{FF2B5EF4-FFF2-40B4-BE49-F238E27FC236}">
                  <a16:creationId xmlns:a16="http://schemas.microsoft.com/office/drawing/2014/main" id="{FF7310E4-2DEB-3C2B-425E-5ECB9429B267}"/>
                </a:ext>
              </a:extLst>
            </p:cNvPr>
            <p:cNvSpPr/>
            <p:nvPr/>
          </p:nvSpPr>
          <p:spPr>
            <a:xfrm>
              <a:off x="2373325" y="2853908"/>
              <a:ext cx="54407" cy="55191"/>
            </a:xfrm>
            <a:prstGeom prst="rect">
              <a:avLst/>
            </a:prstGeom>
            <a:solidFill>
              <a:srgbClr val="726F7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6" name="Input frame mosaic cell">
              <a:extLst>
                <a:ext uri="{FF2B5EF4-FFF2-40B4-BE49-F238E27FC236}">
                  <a16:creationId xmlns:a16="http://schemas.microsoft.com/office/drawing/2014/main" id="{4948CF88-EF38-5A2B-6DA1-4371409E6779}"/>
                </a:ext>
              </a:extLst>
            </p:cNvPr>
            <p:cNvSpPr/>
            <p:nvPr/>
          </p:nvSpPr>
          <p:spPr>
            <a:xfrm>
              <a:off x="429768" y="2904526"/>
              <a:ext cx="54407" cy="55191"/>
            </a:xfrm>
            <a:prstGeom prst="rect">
              <a:avLst/>
            </a:prstGeom>
            <a:solidFill>
              <a:srgbClr val="341D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7" name="Input frame mosaic cell">
              <a:extLst>
                <a:ext uri="{FF2B5EF4-FFF2-40B4-BE49-F238E27FC236}">
                  <a16:creationId xmlns:a16="http://schemas.microsoft.com/office/drawing/2014/main" id="{FF8F6E19-5185-0FFF-AD2F-3DCD94E2D89B}"/>
                </a:ext>
              </a:extLst>
            </p:cNvPr>
            <p:cNvSpPr/>
            <p:nvPr/>
          </p:nvSpPr>
          <p:spPr>
            <a:xfrm>
              <a:off x="479603" y="2904526"/>
              <a:ext cx="54407" cy="55191"/>
            </a:xfrm>
            <a:prstGeom prst="rect">
              <a:avLst/>
            </a:prstGeom>
            <a:solidFill>
              <a:srgbClr val="9458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8" name="Input frame mosaic cell">
              <a:extLst>
                <a:ext uri="{FF2B5EF4-FFF2-40B4-BE49-F238E27FC236}">
                  <a16:creationId xmlns:a16="http://schemas.microsoft.com/office/drawing/2014/main" id="{114D9953-4F37-52C2-966B-7D0BDADBD8C6}"/>
                </a:ext>
              </a:extLst>
            </p:cNvPr>
            <p:cNvSpPr/>
            <p:nvPr/>
          </p:nvSpPr>
          <p:spPr>
            <a:xfrm>
              <a:off x="529438" y="2904526"/>
              <a:ext cx="54407" cy="55191"/>
            </a:xfrm>
            <a:prstGeom prst="rect">
              <a:avLst/>
            </a:prstGeom>
            <a:solidFill>
              <a:srgbClr val="B9878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09" name="Input frame mosaic cell">
              <a:extLst>
                <a:ext uri="{FF2B5EF4-FFF2-40B4-BE49-F238E27FC236}">
                  <a16:creationId xmlns:a16="http://schemas.microsoft.com/office/drawing/2014/main" id="{D77FE333-1C90-3F9F-94A3-A465EA5B2D97}"/>
                </a:ext>
              </a:extLst>
            </p:cNvPr>
            <p:cNvSpPr/>
            <p:nvPr/>
          </p:nvSpPr>
          <p:spPr>
            <a:xfrm>
              <a:off x="579272" y="2904526"/>
              <a:ext cx="54407" cy="55191"/>
            </a:xfrm>
            <a:prstGeom prst="rect">
              <a:avLst/>
            </a:prstGeom>
            <a:solidFill>
              <a:srgbClr val="DAB1B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0" name="Input frame mosaic cell">
              <a:extLst>
                <a:ext uri="{FF2B5EF4-FFF2-40B4-BE49-F238E27FC236}">
                  <a16:creationId xmlns:a16="http://schemas.microsoft.com/office/drawing/2014/main" id="{341A0C4E-E146-49F8-7D5B-5D36ED71819E}"/>
                </a:ext>
              </a:extLst>
            </p:cNvPr>
            <p:cNvSpPr/>
            <p:nvPr/>
          </p:nvSpPr>
          <p:spPr>
            <a:xfrm>
              <a:off x="629107" y="2904526"/>
              <a:ext cx="54407" cy="55191"/>
            </a:xfrm>
            <a:prstGeom prst="rect">
              <a:avLst/>
            </a:prstGeom>
            <a:solidFill>
              <a:srgbClr val="F1DBD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1" name="Input frame mosaic cell">
              <a:extLst>
                <a:ext uri="{FF2B5EF4-FFF2-40B4-BE49-F238E27FC236}">
                  <a16:creationId xmlns:a16="http://schemas.microsoft.com/office/drawing/2014/main" id="{C083466F-0B4E-42E0-8ABC-32936F9B6B4B}"/>
                </a:ext>
              </a:extLst>
            </p:cNvPr>
            <p:cNvSpPr/>
            <p:nvPr/>
          </p:nvSpPr>
          <p:spPr>
            <a:xfrm>
              <a:off x="678942" y="2904526"/>
              <a:ext cx="54407" cy="55191"/>
            </a:xfrm>
            <a:prstGeom prst="rect">
              <a:avLst/>
            </a:prstGeom>
            <a:solidFill>
              <a:srgbClr val="EED0C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2" name="Input frame mosaic cell">
              <a:extLst>
                <a:ext uri="{FF2B5EF4-FFF2-40B4-BE49-F238E27FC236}">
                  <a16:creationId xmlns:a16="http://schemas.microsoft.com/office/drawing/2014/main" id="{1F848642-7541-0374-CF37-1028CD9DE5BA}"/>
                </a:ext>
              </a:extLst>
            </p:cNvPr>
            <p:cNvSpPr/>
            <p:nvPr/>
          </p:nvSpPr>
          <p:spPr>
            <a:xfrm>
              <a:off x="728777" y="2904526"/>
              <a:ext cx="54407" cy="55191"/>
            </a:xfrm>
            <a:prstGeom prst="rect">
              <a:avLst/>
            </a:prstGeom>
            <a:solidFill>
              <a:srgbClr val="D1887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3" name="Input frame mosaic cell">
              <a:extLst>
                <a:ext uri="{FF2B5EF4-FFF2-40B4-BE49-F238E27FC236}">
                  <a16:creationId xmlns:a16="http://schemas.microsoft.com/office/drawing/2014/main" id="{6D207244-D448-0F5C-E22A-063F82D34B64}"/>
                </a:ext>
              </a:extLst>
            </p:cNvPr>
            <p:cNvSpPr/>
            <p:nvPr/>
          </p:nvSpPr>
          <p:spPr>
            <a:xfrm>
              <a:off x="778612" y="2904526"/>
              <a:ext cx="54407" cy="55191"/>
            </a:xfrm>
            <a:prstGeom prst="rect">
              <a:avLst/>
            </a:prstGeom>
            <a:solidFill>
              <a:srgbClr val="C769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4" name="Input frame mosaic cell">
              <a:extLst>
                <a:ext uri="{FF2B5EF4-FFF2-40B4-BE49-F238E27FC236}">
                  <a16:creationId xmlns:a16="http://schemas.microsoft.com/office/drawing/2014/main" id="{77A2C859-C7F8-9276-CB46-83741FD40F51}"/>
                </a:ext>
              </a:extLst>
            </p:cNvPr>
            <p:cNvSpPr/>
            <p:nvPr/>
          </p:nvSpPr>
          <p:spPr>
            <a:xfrm>
              <a:off x="828446" y="2904526"/>
              <a:ext cx="54407" cy="55191"/>
            </a:xfrm>
            <a:prstGeom prst="rect">
              <a:avLst/>
            </a:prstGeom>
            <a:solidFill>
              <a:srgbClr val="DE88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5" name="Input frame mosaic cell">
              <a:extLst>
                <a:ext uri="{FF2B5EF4-FFF2-40B4-BE49-F238E27FC236}">
                  <a16:creationId xmlns:a16="http://schemas.microsoft.com/office/drawing/2014/main" id="{08A2F870-04BB-C8FE-56C5-11AEE84B8055}"/>
                </a:ext>
              </a:extLst>
            </p:cNvPr>
            <p:cNvSpPr/>
            <p:nvPr/>
          </p:nvSpPr>
          <p:spPr>
            <a:xfrm>
              <a:off x="878281" y="2904526"/>
              <a:ext cx="54407" cy="55191"/>
            </a:xfrm>
            <a:prstGeom prst="rect">
              <a:avLst/>
            </a:prstGeom>
            <a:solidFill>
              <a:srgbClr val="DE8A6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6" name="Input frame mosaic cell">
              <a:extLst>
                <a:ext uri="{FF2B5EF4-FFF2-40B4-BE49-F238E27FC236}">
                  <a16:creationId xmlns:a16="http://schemas.microsoft.com/office/drawing/2014/main" id="{3475E0A2-1596-E1E0-09E6-4BFA9D75A219}"/>
                </a:ext>
              </a:extLst>
            </p:cNvPr>
            <p:cNvSpPr/>
            <p:nvPr/>
          </p:nvSpPr>
          <p:spPr>
            <a:xfrm>
              <a:off x="928116" y="2904526"/>
              <a:ext cx="54407" cy="55191"/>
            </a:xfrm>
            <a:prstGeom prst="rect">
              <a:avLst/>
            </a:prstGeom>
            <a:solidFill>
              <a:srgbClr val="AD62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7" name="Input frame mosaic cell">
              <a:extLst>
                <a:ext uri="{FF2B5EF4-FFF2-40B4-BE49-F238E27FC236}">
                  <a16:creationId xmlns:a16="http://schemas.microsoft.com/office/drawing/2014/main" id="{A04EA397-F3F8-97D1-5A9C-8AFBB71FB670}"/>
                </a:ext>
              </a:extLst>
            </p:cNvPr>
            <p:cNvSpPr/>
            <p:nvPr/>
          </p:nvSpPr>
          <p:spPr>
            <a:xfrm>
              <a:off x="977951" y="2904526"/>
              <a:ext cx="54407" cy="55191"/>
            </a:xfrm>
            <a:prstGeom prst="rect">
              <a:avLst/>
            </a:prstGeom>
            <a:solidFill>
              <a:srgbClr val="9A4C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8" name="Input frame mosaic cell">
              <a:extLst>
                <a:ext uri="{FF2B5EF4-FFF2-40B4-BE49-F238E27FC236}">
                  <a16:creationId xmlns:a16="http://schemas.microsoft.com/office/drawing/2014/main" id="{33E65C15-75C8-86C4-8EC1-4020435EA67F}"/>
                </a:ext>
              </a:extLst>
            </p:cNvPr>
            <p:cNvSpPr/>
            <p:nvPr/>
          </p:nvSpPr>
          <p:spPr>
            <a:xfrm>
              <a:off x="1027786" y="2904526"/>
              <a:ext cx="54407" cy="55191"/>
            </a:xfrm>
            <a:prstGeom prst="rect">
              <a:avLst/>
            </a:prstGeom>
            <a:solidFill>
              <a:srgbClr val="9B55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19" name="Input frame mosaic cell">
              <a:extLst>
                <a:ext uri="{FF2B5EF4-FFF2-40B4-BE49-F238E27FC236}">
                  <a16:creationId xmlns:a16="http://schemas.microsoft.com/office/drawing/2014/main" id="{A6B733E3-AC45-C817-A3B3-45734C36DA0C}"/>
                </a:ext>
              </a:extLst>
            </p:cNvPr>
            <p:cNvSpPr/>
            <p:nvPr/>
          </p:nvSpPr>
          <p:spPr>
            <a:xfrm>
              <a:off x="1077620" y="2904526"/>
              <a:ext cx="54407" cy="55191"/>
            </a:xfrm>
            <a:prstGeom prst="rect">
              <a:avLst/>
            </a:prstGeom>
            <a:solidFill>
              <a:srgbClr val="5A2D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0" name="Input frame mosaic cell">
              <a:extLst>
                <a:ext uri="{FF2B5EF4-FFF2-40B4-BE49-F238E27FC236}">
                  <a16:creationId xmlns:a16="http://schemas.microsoft.com/office/drawing/2014/main" id="{7CF4AA49-7834-8B50-0511-94AE628CDD9C}"/>
                </a:ext>
              </a:extLst>
            </p:cNvPr>
            <p:cNvSpPr/>
            <p:nvPr/>
          </p:nvSpPr>
          <p:spPr>
            <a:xfrm>
              <a:off x="1127455" y="2904526"/>
              <a:ext cx="54407" cy="55191"/>
            </a:xfrm>
            <a:prstGeom prst="rect">
              <a:avLst/>
            </a:prstGeom>
            <a:solidFill>
              <a:srgbClr val="5632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1" name="Input frame mosaic cell">
              <a:extLst>
                <a:ext uri="{FF2B5EF4-FFF2-40B4-BE49-F238E27FC236}">
                  <a16:creationId xmlns:a16="http://schemas.microsoft.com/office/drawing/2014/main" id="{2EE8E6E3-7C3E-BE88-4677-E8D15748CA39}"/>
                </a:ext>
              </a:extLst>
            </p:cNvPr>
            <p:cNvSpPr/>
            <p:nvPr/>
          </p:nvSpPr>
          <p:spPr>
            <a:xfrm>
              <a:off x="1177290" y="2904526"/>
              <a:ext cx="54407" cy="55191"/>
            </a:xfrm>
            <a:prstGeom prst="rect">
              <a:avLst/>
            </a:prstGeom>
            <a:solidFill>
              <a:srgbClr val="623F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2" name="Input frame mosaic cell">
              <a:extLst>
                <a:ext uri="{FF2B5EF4-FFF2-40B4-BE49-F238E27FC236}">
                  <a16:creationId xmlns:a16="http://schemas.microsoft.com/office/drawing/2014/main" id="{E9CE07BD-57AA-CF0E-A60F-5E2FA92ED061}"/>
                </a:ext>
              </a:extLst>
            </p:cNvPr>
            <p:cNvSpPr/>
            <p:nvPr/>
          </p:nvSpPr>
          <p:spPr>
            <a:xfrm>
              <a:off x="1227125" y="2904526"/>
              <a:ext cx="54407" cy="55191"/>
            </a:xfrm>
            <a:prstGeom prst="rect">
              <a:avLst/>
            </a:prstGeom>
            <a:solidFill>
              <a:srgbClr val="6740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3" name="Input frame mosaic cell">
              <a:extLst>
                <a:ext uri="{FF2B5EF4-FFF2-40B4-BE49-F238E27FC236}">
                  <a16:creationId xmlns:a16="http://schemas.microsoft.com/office/drawing/2014/main" id="{47AD8A9F-989A-5DBE-BB1D-75A2B1FADC1F}"/>
                </a:ext>
              </a:extLst>
            </p:cNvPr>
            <p:cNvSpPr/>
            <p:nvPr/>
          </p:nvSpPr>
          <p:spPr>
            <a:xfrm>
              <a:off x="1276960" y="2904526"/>
              <a:ext cx="54407" cy="55191"/>
            </a:xfrm>
            <a:prstGeom prst="rect">
              <a:avLst/>
            </a:prstGeom>
            <a:solidFill>
              <a:srgbClr val="6B40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4" name="Input frame mosaic cell">
              <a:extLst>
                <a:ext uri="{FF2B5EF4-FFF2-40B4-BE49-F238E27FC236}">
                  <a16:creationId xmlns:a16="http://schemas.microsoft.com/office/drawing/2014/main" id="{4125FF52-F1A7-D652-1F31-8B1F2AC2BC81}"/>
                </a:ext>
              </a:extLst>
            </p:cNvPr>
            <p:cNvSpPr/>
            <p:nvPr/>
          </p:nvSpPr>
          <p:spPr>
            <a:xfrm>
              <a:off x="1326794" y="2904526"/>
              <a:ext cx="54407" cy="55191"/>
            </a:xfrm>
            <a:prstGeom prst="rect">
              <a:avLst/>
            </a:prstGeom>
            <a:solidFill>
              <a:srgbClr val="6940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5" name="Input frame mosaic cell">
              <a:extLst>
                <a:ext uri="{FF2B5EF4-FFF2-40B4-BE49-F238E27FC236}">
                  <a16:creationId xmlns:a16="http://schemas.microsoft.com/office/drawing/2014/main" id="{96499BCA-7DFE-1051-E441-1DF3DD4322AF}"/>
                </a:ext>
              </a:extLst>
            </p:cNvPr>
            <p:cNvSpPr/>
            <p:nvPr/>
          </p:nvSpPr>
          <p:spPr>
            <a:xfrm>
              <a:off x="1376629" y="2904526"/>
              <a:ext cx="54407" cy="55191"/>
            </a:xfrm>
            <a:prstGeom prst="rect">
              <a:avLst/>
            </a:prstGeom>
            <a:solidFill>
              <a:srgbClr val="8052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6" name="Input frame mosaic cell">
              <a:extLst>
                <a:ext uri="{FF2B5EF4-FFF2-40B4-BE49-F238E27FC236}">
                  <a16:creationId xmlns:a16="http://schemas.microsoft.com/office/drawing/2014/main" id="{F9D9DD96-B0E6-7967-4BF3-028679157514}"/>
                </a:ext>
              </a:extLst>
            </p:cNvPr>
            <p:cNvSpPr/>
            <p:nvPr/>
          </p:nvSpPr>
          <p:spPr>
            <a:xfrm>
              <a:off x="1426464" y="2904526"/>
              <a:ext cx="54407" cy="55191"/>
            </a:xfrm>
            <a:prstGeom prst="rect">
              <a:avLst/>
            </a:prstGeom>
            <a:solidFill>
              <a:srgbClr val="8954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7" name="Input frame mosaic cell">
              <a:extLst>
                <a:ext uri="{FF2B5EF4-FFF2-40B4-BE49-F238E27FC236}">
                  <a16:creationId xmlns:a16="http://schemas.microsoft.com/office/drawing/2014/main" id="{B3922F2A-4A3E-67FB-068F-9D13834E1C1A}"/>
                </a:ext>
              </a:extLst>
            </p:cNvPr>
            <p:cNvSpPr/>
            <p:nvPr/>
          </p:nvSpPr>
          <p:spPr>
            <a:xfrm>
              <a:off x="1476299" y="2904526"/>
              <a:ext cx="54407" cy="55191"/>
            </a:xfrm>
            <a:prstGeom prst="rect">
              <a:avLst/>
            </a:prstGeom>
            <a:solidFill>
              <a:srgbClr val="8251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8" name="Input frame mosaic cell">
              <a:extLst>
                <a:ext uri="{FF2B5EF4-FFF2-40B4-BE49-F238E27FC236}">
                  <a16:creationId xmlns:a16="http://schemas.microsoft.com/office/drawing/2014/main" id="{CB19B96C-8271-C8DB-1D15-314DA10E55DA}"/>
                </a:ext>
              </a:extLst>
            </p:cNvPr>
            <p:cNvSpPr/>
            <p:nvPr/>
          </p:nvSpPr>
          <p:spPr>
            <a:xfrm>
              <a:off x="1526134" y="2904526"/>
              <a:ext cx="54407" cy="55191"/>
            </a:xfrm>
            <a:prstGeom prst="rect">
              <a:avLst/>
            </a:prstGeom>
            <a:solidFill>
              <a:srgbClr val="6E46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29" name="Input frame mosaic cell">
              <a:extLst>
                <a:ext uri="{FF2B5EF4-FFF2-40B4-BE49-F238E27FC236}">
                  <a16:creationId xmlns:a16="http://schemas.microsoft.com/office/drawing/2014/main" id="{B59ED860-F8BE-1B91-32E3-E283ACEC202B}"/>
                </a:ext>
              </a:extLst>
            </p:cNvPr>
            <p:cNvSpPr/>
            <p:nvPr/>
          </p:nvSpPr>
          <p:spPr>
            <a:xfrm>
              <a:off x="1575968" y="2904526"/>
              <a:ext cx="54407" cy="55191"/>
            </a:xfrm>
            <a:prstGeom prst="rect">
              <a:avLst/>
            </a:prstGeom>
            <a:solidFill>
              <a:srgbClr val="6F3D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0" name="Input frame mosaic cell">
              <a:extLst>
                <a:ext uri="{FF2B5EF4-FFF2-40B4-BE49-F238E27FC236}">
                  <a16:creationId xmlns:a16="http://schemas.microsoft.com/office/drawing/2014/main" id="{0C100540-9ABD-BA19-F90C-2615CE3964F8}"/>
                </a:ext>
              </a:extLst>
            </p:cNvPr>
            <p:cNvSpPr/>
            <p:nvPr/>
          </p:nvSpPr>
          <p:spPr>
            <a:xfrm>
              <a:off x="1625803" y="2904526"/>
              <a:ext cx="54407" cy="55191"/>
            </a:xfrm>
            <a:prstGeom prst="rect">
              <a:avLst/>
            </a:prstGeom>
            <a:solidFill>
              <a:srgbClr val="7839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1" name="Input frame mosaic cell">
              <a:extLst>
                <a:ext uri="{FF2B5EF4-FFF2-40B4-BE49-F238E27FC236}">
                  <a16:creationId xmlns:a16="http://schemas.microsoft.com/office/drawing/2014/main" id="{8C18E8F2-518B-7CE6-2572-3495547208FB}"/>
                </a:ext>
              </a:extLst>
            </p:cNvPr>
            <p:cNvSpPr/>
            <p:nvPr/>
          </p:nvSpPr>
          <p:spPr>
            <a:xfrm>
              <a:off x="1675638" y="2904526"/>
              <a:ext cx="54407" cy="55191"/>
            </a:xfrm>
            <a:prstGeom prst="rect">
              <a:avLst/>
            </a:prstGeom>
            <a:solidFill>
              <a:srgbClr val="8241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2" name="Input frame mosaic cell">
              <a:extLst>
                <a:ext uri="{FF2B5EF4-FFF2-40B4-BE49-F238E27FC236}">
                  <a16:creationId xmlns:a16="http://schemas.microsoft.com/office/drawing/2014/main" id="{CD9FCDC1-5D8F-91C4-3575-E87FF507D091}"/>
                </a:ext>
              </a:extLst>
            </p:cNvPr>
            <p:cNvSpPr/>
            <p:nvPr/>
          </p:nvSpPr>
          <p:spPr>
            <a:xfrm>
              <a:off x="1725473" y="2904526"/>
              <a:ext cx="54407" cy="55191"/>
            </a:xfrm>
            <a:prstGeom prst="rect">
              <a:avLst/>
            </a:prstGeom>
            <a:solidFill>
              <a:srgbClr val="8140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3" name="Input frame mosaic cell">
              <a:extLst>
                <a:ext uri="{FF2B5EF4-FFF2-40B4-BE49-F238E27FC236}">
                  <a16:creationId xmlns:a16="http://schemas.microsoft.com/office/drawing/2014/main" id="{687EC776-EFE7-4EEB-F4DB-A18F562911FC}"/>
                </a:ext>
              </a:extLst>
            </p:cNvPr>
            <p:cNvSpPr/>
            <p:nvPr/>
          </p:nvSpPr>
          <p:spPr>
            <a:xfrm>
              <a:off x="1775308" y="2904526"/>
              <a:ext cx="54407" cy="55191"/>
            </a:xfrm>
            <a:prstGeom prst="rect">
              <a:avLst/>
            </a:prstGeom>
            <a:solidFill>
              <a:srgbClr val="8340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4" name="Input frame mosaic cell">
              <a:extLst>
                <a:ext uri="{FF2B5EF4-FFF2-40B4-BE49-F238E27FC236}">
                  <a16:creationId xmlns:a16="http://schemas.microsoft.com/office/drawing/2014/main" id="{08B45EF8-5774-3E1B-AB68-C4E6F556D063}"/>
                </a:ext>
              </a:extLst>
            </p:cNvPr>
            <p:cNvSpPr/>
            <p:nvPr/>
          </p:nvSpPr>
          <p:spPr>
            <a:xfrm>
              <a:off x="1825142" y="2904526"/>
              <a:ext cx="54407" cy="55191"/>
            </a:xfrm>
            <a:prstGeom prst="rect">
              <a:avLst/>
            </a:prstGeom>
            <a:solidFill>
              <a:srgbClr val="C36D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5" name="Input frame mosaic cell">
              <a:extLst>
                <a:ext uri="{FF2B5EF4-FFF2-40B4-BE49-F238E27FC236}">
                  <a16:creationId xmlns:a16="http://schemas.microsoft.com/office/drawing/2014/main" id="{18CC4C13-2FCD-8895-E849-D8675656FDA3}"/>
                </a:ext>
              </a:extLst>
            </p:cNvPr>
            <p:cNvSpPr/>
            <p:nvPr/>
          </p:nvSpPr>
          <p:spPr>
            <a:xfrm>
              <a:off x="1874977" y="2904526"/>
              <a:ext cx="54407" cy="55191"/>
            </a:xfrm>
            <a:prstGeom prst="rect">
              <a:avLst/>
            </a:prstGeom>
            <a:solidFill>
              <a:srgbClr val="D171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6" name="Input frame mosaic cell">
              <a:extLst>
                <a:ext uri="{FF2B5EF4-FFF2-40B4-BE49-F238E27FC236}">
                  <a16:creationId xmlns:a16="http://schemas.microsoft.com/office/drawing/2014/main" id="{464E17B0-32A3-7B4C-FA7C-97436E20352C}"/>
                </a:ext>
              </a:extLst>
            </p:cNvPr>
            <p:cNvSpPr/>
            <p:nvPr/>
          </p:nvSpPr>
          <p:spPr>
            <a:xfrm>
              <a:off x="1924812" y="2904526"/>
              <a:ext cx="54407" cy="55191"/>
            </a:xfrm>
            <a:prstGeom prst="rect">
              <a:avLst/>
            </a:prstGeom>
            <a:solidFill>
              <a:srgbClr val="BC58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7" name="Input frame mosaic cell">
              <a:extLst>
                <a:ext uri="{FF2B5EF4-FFF2-40B4-BE49-F238E27FC236}">
                  <a16:creationId xmlns:a16="http://schemas.microsoft.com/office/drawing/2014/main" id="{51E4F0B4-DD51-7515-A562-0622CFC03B1F}"/>
                </a:ext>
              </a:extLst>
            </p:cNvPr>
            <p:cNvSpPr/>
            <p:nvPr/>
          </p:nvSpPr>
          <p:spPr>
            <a:xfrm>
              <a:off x="1974647" y="2904526"/>
              <a:ext cx="54407" cy="55191"/>
            </a:xfrm>
            <a:prstGeom prst="rect">
              <a:avLst/>
            </a:prstGeom>
            <a:solidFill>
              <a:srgbClr val="C0767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8" name="Input frame mosaic cell">
              <a:extLst>
                <a:ext uri="{FF2B5EF4-FFF2-40B4-BE49-F238E27FC236}">
                  <a16:creationId xmlns:a16="http://schemas.microsoft.com/office/drawing/2014/main" id="{F5512FD3-7366-F94B-98BF-4BCAA263BC19}"/>
                </a:ext>
              </a:extLst>
            </p:cNvPr>
            <p:cNvSpPr/>
            <p:nvPr/>
          </p:nvSpPr>
          <p:spPr>
            <a:xfrm>
              <a:off x="2024482" y="2904526"/>
              <a:ext cx="54407" cy="55191"/>
            </a:xfrm>
            <a:prstGeom prst="rect">
              <a:avLst/>
            </a:prstGeom>
            <a:solidFill>
              <a:srgbClr val="A25D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39" name="Input frame mosaic cell">
              <a:extLst>
                <a:ext uri="{FF2B5EF4-FFF2-40B4-BE49-F238E27FC236}">
                  <a16:creationId xmlns:a16="http://schemas.microsoft.com/office/drawing/2014/main" id="{2F0FCF47-CC0B-3668-CAC2-6241277D0D70}"/>
                </a:ext>
              </a:extLst>
            </p:cNvPr>
            <p:cNvSpPr/>
            <p:nvPr/>
          </p:nvSpPr>
          <p:spPr>
            <a:xfrm>
              <a:off x="2074316" y="2904526"/>
              <a:ext cx="54407" cy="55191"/>
            </a:xfrm>
            <a:prstGeom prst="rect">
              <a:avLst/>
            </a:prstGeom>
            <a:solidFill>
              <a:srgbClr val="763C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0" name="Input frame mosaic cell">
              <a:extLst>
                <a:ext uri="{FF2B5EF4-FFF2-40B4-BE49-F238E27FC236}">
                  <a16:creationId xmlns:a16="http://schemas.microsoft.com/office/drawing/2014/main" id="{3AB68015-8A0F-C612-F9D5-DBF30043E300}"/>
                </a:ext>
              </a:extLst>
            </p:cNvPr>
            <p:cNvSpPr/>
            <p:nvPr/>
          </p:nvSpPr>
          <p:spPr>
            <a:xfrm>
              <a:off x="2124151" y="2904526"/>
              <a:ext cx="54407" cy="55191"/>
            </a:xfrm>
            <a:prstGeom prst="rect">
              <a:avLst/>
            </a:prstGeom>
            <a:solidFill>
              <a:srgbClr val="6E41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1" name="Input frame mosaic cell">
              <a:extLst>
                <a:ext uri="{FF2B5EF4-FFF2-40B4-BE49-F238E27FC236}">
                  <a16:creationId xmlns:a16="http://schemas.microsoft.com/office/drawing/2014/main" id="{8387C91D-EF70-12E4-02D2-E41ABD40A374}"/>
                </a:ext>
              </a:extLst>
            </p:cNvPr>
            <p:cNvSpPr/>
            <p:nvPr/>
          </p:nvSpPr>
          <p:spPr>
            <a:xfrm>
              <a:off x="2173986" y="2904526"/>
              <a:ext cx="54407" cy="55191"/>
            </a:xfrm>
            <a:prstGeom prst="rect">
              <a:avLst/>
            </a:prstGeom>
            <a:solidFill>
              <a:srgbClr val="674C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2" name="Input frame mosaic cell">
              <a:extLst>
                <a:ext uri="{FF2B5EF4-FFF2-40B4-BE49-F238E27FC236}">
                  <a16:creationId xmlns:a16="http://schemas.microsoft.com/office/drawing/2014/main" id="{47D9C3FC-E441-3522-6E64-494774F8DC78}"/>
                </a:ext>
              </a:extLst>
            </p:cNvPr>
            <p:cNvSpPr/>
            <p:nvPr/>
          </p:nvSpPr>
          <p:spPr>
            <a:xfrm>
              <a:off x="2223821" y="2904526"/>
              <a:ext cx="54407" cy="55191"/>
            </a:xfrm>
            <a:prstGeom prst="rect">
              <a:avLst/>
            </a:prstGeom>
            <a:solidFill>
              <a:srgbClr val="5F54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3" name="Input frame mosaic cell">
              <a:extLst>
                <a:ext uri="{FF2B5EF4-FFF2-40B4-BE49-F238E27FC236}">
                  <a16:creationId xmlns:a16="http://schemas.microsoft.com/office/drawing/2014/main" id="{001B3CE1-CA6D-8CE7-3638-AEB763BACFE0}"/>
                </a:ext>
              </a:extLst>
            </p:cNvPr>
            <p:cNvSpPr/>
            <p:nvPr/>
          </p:nvSpPr>
          <p:spPr>
            <a:xfrm>
              <a:off x="2273656" y="2904526"/>
              <a:ext cx="54407" cy="55191"/>
            </a:xfrm>
            <a:prstGeom prst="rect">
              <a:avLst/>
            </a:prstGeom>
            <a:solidFill>
              <a:srgbClr val="594D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4" name="Input frame mosaic cell">
              <a:extLst>
                <a:ext uri="{FF2B5EF4-FFF2-40B4-BE49-F238E27FC236}">
                  <a16:creationId xmlns:a16="http://schemas.microsoft.com/office/drawing/2014/main" id="{44BB9B30-E836-45F9-7293-A89CFFEC92C0}"/>
                </a:ext>
              </a:extLst>
            </p:cNvPr>
            <p:cNvSpPr/>
            <p:nvPr/>
          </p:nvSpPr>
          <p:spPr>
            <a:xfrm>
              <a:off x="2323490" y="2904526"/>
              <a:ext cx="54407" cy="55191"/>
            </a:xfrm>
            <a:prstGeom prst="rect">
              <a:avLst/>
            </a:prstGeom>
            <a:solidFill>
              <a:srgbClr val="4737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5" name="Input frame mosaic cell">
              <a:extLst>
                <a:ext uri="{FF2B5EF4-FFF2-40B4-BE49-F238E27FC236}">
                  <a16:creationId xmlns:a16="http://schemas.microsoft.com/office/drawing/2014/main" id="{4DCC1A4C-4AEF-9DE3-325E-F164B7157742}"/>
                </a:ext>
              </a:extLst>
            </p:cNvPr>
            <p:cNvSpPr/>
            <p:nvPr/>
          </p:nvSpPr>
          <p:spPr>
            <a:xfrm>
              <a:off x="2373325" y="2904526"/>
              <a:ext cx="54407" cy="55191"/>
            </a:xfrm>
            <a:prstGeom prst="rect">
              <a:avLst/>
            </a:prstGeom>
            <a:solidFill>
              <a:srgbClr val="3A32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6" name="Input frame mosaic cell">
              <a:extLst>
                <a:ext uri="{FF2B5EF4-FFF2-40B4-BE49-F238E27FC236}">
                  <a16:creationId xmlns:a16="http://schemas.microsoft.com/office/drawing/2014/main" id="{04D660BD-5DA3-CCEE-BF1D-8C8FC48E8730}"/>
                </a:ext>
              </a:extLst>
            </p:cNvPr>
            <p:cNvSpPr/>
            <p:nvPr/>
          </p:nvSpPr>
          <p:spPr>
            <a:xfrm>
              <a:off x="429768" y="2955145"/>
              <a:ext cx="54407" cy="55191"/>
            </a:xfrm>
            <a:prstGeom prst="rect">
              <a:avLst/>
            </a:prstGeom>
            <a:solidFill>
              <a:srgbClr val="2313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7" name="Input frame mosaic cell">
              <a:extLst>
                <a:ext uri="{FF2B5EF4-FFF2-40B4-BE49-F238E27FC236}">
                  <a16:creationId xmlns:a16="http://schemas.microsoft.com/office/drawing/2014/main" id="{F78F8BB5-AA46-3A19-C393-7D0E1965F0FA}"/>
                </a:ext>
              </a:extLst>
            </p:cNvPr>
            <p:cNvSpPr/>
            <p:nvPr/>
          </p:nvSpPr>
          <p:spPr>
            <a:xfrm>
              <a:off x="479603" y="2955145"/>
              <a:ext cx="54407" cy="55191"/>
            </a:xfrm>
            <a:prstGeom prst="rect">
              <a:avLst/>
            </a:prstGeom>
            <a:solidFill>
              <a:srgbClr val="884B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8" name="Input frame mosaic cell">
              <a:extLst>
                <a:ext uri="{FF2B5EF4-FFF2-40B4-BE49-F238E27FC236}">
                  <a16:creationId xmlns:a16="http://schemas.microsoft.com/office/drawing/2014/main" id="{489D3E86-2053-8460-9056-36A19E3F7A0D}"/>
                </a:ext>
              </a:extLst>
            </p:cNvPr>
            <p:cNvSpPr/>
            <p:nvPr/>
          </p:nvSpPr>
          <p:spPr>
            <a:xfrm>
              <a:off x="529438" y="2955145"/>
              <a:ext cx="54407" cy="55191"/>
            </a:xfrm>
            <a:prstGeom prst="rect">
              <a:avLst/>
            </a:prstGeom>
            <a:solidFill>
              <a:srgbClr val="A463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49" name="Input frame mosaic cell">
              <a:extLst>
                <a:ext uri="{FF2B5EF4-FFF2-40B4-BE49-F238E27FC236}">
                  <a16:creationId xmlns:a16="http://schemas.microsoft.com/office/drawing/2014/main" id="{4EB70C77-E585-DF27-BF7C-E0DD0C847CFA}"/>
                </a:ext>
              </a:extLst>
            </p:cNvPr>
            <p:cNvSpPr/>
            <p:nvPr/>
          </p:nvSpPr>
          <p:spPr>
            <a:xfrm>
              <a:off x="579272" y="2955145"/>
              <a:ext cx="54407" cy="55191"/>
            </a:xfrm>
            <a:prstGeom prst="rect">
              <a:avLst/>
            </a:prstGeom>
            <a:solidFill>
              <a:srgbClr val="C58A8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0" name="Input frame mosaic cell">
              <a:extLst>
                <a:ext uri="{FF2B5EF4-FFF2-40B4-BE49-F238E27FC236}">
                  <a16:creationId xmlns:a16="http://schemas.microsoft.com/office/drawing/2014/main" id="{7B8EB245-2AFA-B9E7-6537-2179A8BF4759}"/>
                </a:ext>
              </a:extLst>
            </p:cNvPr>
            <p:cNvSpPr/>
            <p:nvPr/>
          </p:nvSpPr>
          <p:spPr>
            <a:xfrm>
              <a:off x="629107" y="2955145"/>
              <a:ext cx="54407" cy="55191"/>
            </a:xfrm>
            <a:prstGeom prst="rect">
              <a:avLst/>
            </a:prstGeom>
            <a:solidFill>
              <a:srgbClr val="D69F9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1" name="Input frame mosaic cell">
              <a:extLst>
                <a:ext uri="{FF2B5EF4-FFF2-40B4-BE49-F238E27FC236}">
                  <a16:creationId xmlns:a16="http://schemas.microsoft.com/office/drawing/2014/main" id="{F85ADA70-FB2D-B577-7BB3-DA7410241598}"/>
                </a:ext>
              </a:extLst>
            </p:cNvPr>
            <p:cNvSpPr/>
            <p:nvPr/>
          </p:nvSpPr>
          <p:spPr>
            <a:xfrm>
              <a:off x="678942" y="2955145"/>
              <a:ext cx="54407" cy="55191"/>
            </a:xfrm>
            <a:prstGeom prst="rect">
              <a:avLst/>
            </a:prstGeom>
            <a:solidFill>
              <a:srgbClr val="CE888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2" name="Input frame mosaic cell">
              <a:extLst>
                <a:ext uri="{FF2B5EF4-FFF2-40B4-BE49-F238E27FC236}">
                  <a16:creationId xmlns:a16="http://schemas.microsoft.com/office/drawing/2014/main" id="{73A2FD8D-D5BB-EA9A-C2B8-E4FEF00C9DE2}"/>
                </a:ext>
              </a:extLst>
            </p:cNvPr>
            <p:cNvSpPr/>
            <p:nvPr/>
          </p:nvSpPr>
          <p:spPr>
            <a:xfrm>
              <a:off x="728777" y="2955145"/>
              <a:ext cx="54407" cy="55191"/>
            </a:xfrm>
            <a:prstGeom prst="rect">
              <a:avLst/>
            </a:prstGeom>
            <a:solidFill>
              <a:srgbClr val="C570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3" name="Input frame mosaic cell">
              <a:extLst>
                <a:ext uri="{FF2B5EF4-FFF2-40B4-BE49-F238E27FC236}">
                  <a16:creationId xmlns:a16="http://schemas.microsoft.com/office/drawing/2014/main" id="{3396B23B-51A8-A9ED-222A-2932B791077D}"/>
                </a:ext>
              </a:extLst>
            </p:cNvPr>
            <p:cNvSpPr/>
            <p:nvPr/>
          </p:nvSpPr>
          <p:spPr>
            <a:xfrm>
              <a:off x="778612" y="2955145"/>
              <a:ext cx="54407" cy="55191"/>
            </a:xfrm>
            <a:prstGeom prst="rect">
              <a:avLst/>
            </a:prstGeom>
            <a:solidFill>
              <a:srgbClr val="D278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4" name="Input frame mosaic cell">
              <a:extLst>
                <a:ext uri="{FF2B5EF4-FFF2-40B4-BE49-F238E27FC236}">
                  <a16:creationId xmlns:a16="http://schemas.microsoft.com/office/drawing/2014/main" id="{2DE1F2F1-D5BF-6C9E-579E-D3C09D6A9BB6}"/>
                </a:ext>
              </a:extLst>
            </p:cNvPr>
            <p:cNvSpPr/>
            <p:nvPr/>
          </p:nvSpPr>
          <p:spPr>
            <a:xfrm>
              <a:off x="828446" y="2955145"/>
              <a:ext cx="54407" cy="55191"/>
            </a:xfrm>
            <a:prstGeom prst="rect">
              <a:avLst/>
            </a:prstGeom>
            <a:solidFill>
              <a:srgbClr val="E99A7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5" name="Input frame mosaic cell">
              <a:extLst>
                <a:ext uri="{FF2B5EF4-FFF2-40B4-BE49-F238E27FC236}">
                  <a16:creationId xmlns:a16="http://schemas.microsoft.com/office/drawing/2014/main" id="{94F289C5-F936-5F42-F1E5-18D4C605201C}"/>
                </a:ext>
              </a:extLst>
            </p:cNvPr>
            <p:cNvSpPr/>
            <p:nvPr/>
          </p:nvSpPr>
          <p:spPr>
            <a:xfrm>
              <a:off x="878281" y="2955145"/>
              <a:ext cx="54407" cy="55191"/>
            </a:xfrm>
            <a:prstGeom prst="rect">
              <a:avLst/>
            </a:prstGeom>
            <a:solidFill>
              <a:srgbClr val="E1937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6" name="Input frame mosaic cell">
              <a:extLst>
                <a:ext uri="{FF2B5EF4-FFF2-40B4-BE49-F238E27FC236}">
                  <a16:creationId xmlns:a16="http://schemas.microsoft.com/office/drawing/2014/main" id="{FF408096-8AB2-A7E8-F3BC-8F3D65097547}"/>
                </a:ext>
              </a:extLst>
            </p:cNvPr>
            <p:cNvSpPr/>
            <p:nvPr/>
          </p:nvSpPr>
          <p:spPr>
            <a:xfrm>
              <a:off x="928116" y="2955145"/>
              <a:ext cx="54407" cy="55191"/>
            </a:xfrm>
            <a:prstGeom prst="rect">
              <a:avLst/>
            </a:prstGeom>
            <a:solidFill>
              <a:srgbClr val="B869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7" name="Input frame mosaic cell">
              <a:extLst>
                <a:ext uri="{FF2B5EF4-FFF2-40B4-BE49-F238E27FC236}">
                  <a16:creationId xmlns:a16="http://schemas.microsoft.com/office/drawing/2014/main" id="{1D84B60A-B7B2-7E61-D788-8B14F2BE424A}"/>
                </a:ext>
              </a:extLst>
            </p:cNvPr>
            <p:cNvSpPr/>
            <p:nvPr/>
          </p:nvSpPr>
          <p:spPr>
            <a:xfrm>
              <a:off x="977951" y="2955145"/>
              <a:ext cx="54407" cy="55191"/>
            </a:xfrm>
            <a:prstGeom prst="rect">
              <a:avLst/>
            </a:prstGeom>
            <a:solidFill>
              <a:srgbClr val="A74D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8" name="Input frame mosaic cell">
              <a:extLst>
                <a:ext uri="{FF2B5EF4-FFF2-40B4-BE49-F238E27FC236}">
                  <a16:creationId xmlns:a16="http://schemas.microsoft.com/office/drawing/2014/main" id="{DBABE895-EEE2-D00D-8597-FEC44D417150}"/>
                </a:ext>
              </a:extLst>
            </p:cNvPr>
            <p:cNvSpPr/>
            <p:nvPr/>
          </p:nvSpPr>
          <p:spPr>
            <a:xfrm>
              <a:off x="1027786" y="2955145"/>
              <a:ext cx="54407" cy="55191"/>
            </a:xfrm>
            <a:prstGeom prst="rect">
              <a:avLst/>
            </a:prstGeom>
            <a:solidFill>
              <a:srgbClr val="A44D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59" name="Input frame mosaic cell">
              <a:extLst>
                <a:ext uri="{FF2B5EF4-FFF2-40B4-BE49-F238E27FC236}">
                  <a16:creationId xmlns:a16="http://schemas.microsoft.com/office/drawing/2014/main" id="{C088F0D5-B3C8-A2A5-67E0-7CD37BB6B9EB}"/>
                </a:ext>
              </a:extLst>
            </p:cNvPr>
            <p:cNvSpPr/>
            <p:nvPr/>
          </p:nvSpPr>
          <p:spPr>
            <a:xfrm>
              <a:off x="1077620" y="2955145"/>
              <a:ext cx="54407" cy="55191"/>
            </a:xfrm>
            <a:prstGeom prst="rect">
              <a:avLst/>
            </a:prstGeom>
            <a:solidFill>
              <a:srgbClr val="6731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0" name="Input frame mosaic cell">
              <a:extLst>
                <a:ext uri="{FF2B5EF4-FFF2-40B4-BE49-F238E27FC236}">
                  <a16:creationId xmlns:a16="http://schemas.microsoft.com/office/drawing/2014/main" id="{C56E5B67-5921-0418-2101-8C068951C5EC}"/>
                </a:ext>
              </a:extLst>
            </p:cNvPr>
            <p:cNvSpPr/>
            <p:nvPr/>
          </p:nvSpPr>
          <p:spPr>
            <a:xfrm>
              <a:off x="1127455" y="2955145"/>
              <a:ext cx="54407" cy="55191"/>
            </a:xfrm>
            <a:prstGeom prst="rect">
              <a:avLst/>
            </a:prstGeom>
            <a:solidFill>
              <a:srgbClr val="4E2C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1" name="Input frame mosaic cell">
              <a:extLst>
                <a:ext uri="{FF2B5EF4-FFF2-40B4-BE49-F238E27FC236}">
                  <a16:creationId xmlns:a16="http://schemas.microsoft.com/office/drawing/2014/main" id="{5297B193-0D39-ED39-817E-43E46B00914D}"/>
                </a:ext>
              </a:extLst>
            </p:cNvPr>
            <p:cNvSpPr/>
            <p:nvPr/>
          </p:nvSpPr>
          <p:spPr>
            <a:xfrm>
              <a:off x="1177290" y="2955145"/>
              <a:ext cx="54407" cy="55191"/>
            </a:xfrm>
            <a:prstGeom prst="rect">
              <a:avLst/>
            </a:prstGeom>
            <a:solidFill>
              <a:srgbClr val="5332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2" name="Input frame mosaic cell">
              <a:extLst>
                <a:ext uri="{FF2B5EF4-FFF2-40B4-BE49-F238E27FC236}">
                  <a16:creationId xmlns:a16="http://schemas.microsoft.com/office/drawing/2014/main" id="{2159DAB5-45E5-27E1-A108-23CDF4F194A4}"/>
                </a:ext>
              </a:extLst>
            </p:cNvPr>
            <p:cNvSpPr/>
            <p:nvPr/>
          </p:nvSpPr>
          <p:spPr>
            <a:xfrm>
              <a:off x="1227125" y="2955145"/>
              <a:ext cx="54407" cy="55191"/>
            </a:xfrm>
            <a:prstGeom prst="rect">
              <a:avLst/>
            </a:prstGeom>
            <a:solidFill>
              <a:srgbClr val="5E3B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3" name="Input frame mosaic cell">
              <a:extLst>
                <a:ext uri="{FF2B5EF4-FFF2-40B4-BE49-F238E27FC236}">
                  <a16:creationId xmlns:a16="http://schemas.microsoft.com/office/drawing/2014/main" id="{55117034-CAC8-6738-04CE-E7A33FADC9B6}"/>
                </a:ext>
              </a:extLst>
            </p:cNvPr>
            <p:cNvSpPr/>
            <p:nvPr/>
          </p:nvSpPr>
          <p:spPr>
            <a:xfrm>
              <a:off x="1276960" y="2955145"/>
              <a:ext cx="54407" cy="55191"/>
            </a:xfrm>
            <a:prstGeom prst="rect">
              <a:avLst/>
            </a:prstGeom>
            <a:solidFill>
              <a:srgbClr val="5E38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4" name="Input frame mosaic cell">
              <a:extLst>
                <a:ext uri="{FF2B5EF4-FFF2-40B4-BE49-F238E27FC236}">
                  <a16:creationId xmlns:a16="http://schemas.microsoft.com/office/drawing/2014/main" id="{88A100D8-6C90-BF1F-C817-B9580E9429CA}"/>
                </a:ext>
              </a:extLst>
            </p:cNvPr>
            <p:cNvSpPr/>
            <p:nvPr/>
          </p:nvSpPr>
          <p:spPr>
            <a:xfrm>
              <a:off x="1326794" y="2955145"/>
              <a:ext cx="54407" cy="55191"/>
            </a:xfrm>
            <a:prstGeom prst="rect">
              <a:avLst/>
            </a:prstGeom>
            <a:solidFill>
              <a:srgbClr val="6E42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5" name="Input frame mosaic cell">
              <a:extLst>
                <a:ext uri="{FF2B5EF4-FFF2-40B4-BE49-F238E27FC236}">
                  <a16:creationId xmlns:a16="http://schemas.microsoft.com/office/drawing/2014/main" id="{460FBC00-5F9D-5537-7136-2AF70C6AD940}"/>
                </a:ext>
              </a:extLst>
            </p:cNvPr>
            <p:cNvSpPr/>
            <p:nvPr/>
          </p:nvSpPr>
          <p:spPr>
            <a:xfrm>
              <a:off x="1376629" y="2955145"/>
              <a:ext cx="54407" cy="55191"/>
            </a:xfrm>
            <a:prstGeom prst="rect">
              <a:avLst/>
            </a:prstGeom>
            <a:solidFill>
              <a:srgbClr val="7E4F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6" name="Input frame mosaic cell">
              <a:extLst>
                <a:ext uri="{FF2B5EF4-FFF2-40B4-BE49-F238E27FC236}">
                  <a16:creationId xmlns:a16="http://schemas.microsoft.com/office/drawing/2014/main" id="{F3571F30-8730-1185-D120-58D7BB2434BC}"/>
                </a:ext>
              </a:extLst>
            </p:cNvPr>
            <p:cNvSpPr/>
            <p:nvPr/>
          </p:nvSpPr>
          <p:spPr>
            <a:xfrm>
              <a:off x="1426464" y="2955145"/>
              <a:ext cx="54407" cy="55191"/>
            </a:xfrm>
            <a:prstGeom prst="rect">
              <a:avLst/>
            </a:prstGeom>
            <a:solidFill>
              <a:srgbClr val="6C39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7" name="Input frame mosaic cell">
              <a:extLst>
                <a:ext uri="{FF2B5EF4-FFF2-40B4-BE49-F238E27FC236}">
                  <a16:creationId xmlns:a16="http://schemas.microsoft.com/office/drawing/2014/main" id="{2A0EF0A7-DAA3-0B6B-C5B4-67FCE57C2626}"/>
                </a:ext>
              </a:extLst>
            </p:cNvPr>
            <p:cNvSpPr/>
            <p:nvPr/>
          </p:nvSpPr>
          <p:spPr>
            <a:xfrm>
              <a:off x="1476299" y="2955145"/>
              <a:ext cx="54407" cy="55191"/>
            </a:xfrm>
            <a:prstGeom prst="rect">
              <a:avLst/>
            </a:prstGeom>
            <a:solidFill>
              <a:srgbClr val="6433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8" name="Input frame mosaic cell">
              <a:extLst>
                <a:ext uri="{FF2B5EF4-FFF2-40B4-BE49-F238E27FC236}">
                  <a16:creationId xmlns:a16="http://schemas.microsoft.com/office/drawing/2014/main" id="{5BC60227-E837-DAFF-76AB-0BFC30B27EF0}"/>
                </a:ext>
              </a:extLst>
            </p:cNvPr>
            <p:cNvSpPr/>
            <p:nvPr/>
          </p:nvSpPr>
          <p:spPr>
            <a:xfrm>
              <a:off x="1526134" y="2955145"/>
              <a:ext cx="54407" cy="55191"/>
            </a:xfrm>
            <a:prstGeom prst="rect">
              <a:avLst/>
            </a:prstGeom>
            <a:solidFill>
              <a:srgbClr val="6831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69" name="Input frame mosaic cell">
              <a:extLst>
                <a:ext uri="{FF2B5EF4-FFF2-40B4-BE49-F238E27FC236}">
                  <a16:creationId xmlns:a16="http://schemas.microsoft.com/office/drawing/2014/main" id="{71927A57-1063-CA7F-6338-749589926D1C}"/>
                </a:ext>
              </a:extLst>
            </p:cNvPr>
            <p:cNvSpPr/>
            <p:nvPr/>
          </p:nvSpPr>
          <p:spPr>
            <a:xfrm>
              <a:off x="1575968" y="2955145"/>
              <a:ext cx="54407" cy="55191"/>
            </a:xfrm>
            <a:prstGeom prst="rect">
              <a:avLst/>
            </a:prstGeom>
            <a:solidFill>
              <a:srgbClr val="813B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0" name="Input frame mosaic cell">
              <a:extLst>
                <a:ext uri="{FF2B5EF4-FFF2-40B4-BE49-F238E27FC236}">
                  <a16:creationId xmlns:a16="http://schemas.microsoft.com/office/drawing/2014/main" id="{7FB6DBEE-3613-1435-A4AF-765AFEFAE80A}"/>
                </a:ext>
              </a:extLst>
            </p:cNvPr>
            <p:cNvSpPr/>
            <p:nvPr/>
          </p:nvSpPr>
          <p:spPr>
            <a:xfrm>
              <a:off x="1625803" y="2955145"/>
              <a:ext cx="54407" cy="55191"/>
            </a:xfrm>
            <a:prstGeom prst="rect">
              <a:avLst/>
            </a:prstGeom>
            <a:solidFill>
              <a:srgbClr val="9044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1" name="Input frame mosaic cell">
              <a:extLst>
                <a:ext uri="{FF2B5EF4-FFF2-40B4-BE49-F238E27FC236}">
                  <a16:creationId xmlns:a16="http://schemas.microsoft.com/office/drawing/2014/main" id="{FF9AF054-D6DD-8610-17C7-D203F8A07017}"/>
                </a:ext>
              </a:extLst>
            </p:cNvPr>
            <p:cNvSpPr/>
            <p:nvPr/>
          </p:nvSpPr>
          <p:spPr>
            <a:xfrm>
              <a:off x="1675638" y="2955145"/>
              <a:ext cx="54407" cy="55191"/>
            </a:xfrm>
            <a:prstGeom prst="rect">
              <a:avLst/>
            </a:prstGeom>
            <a:solidFill>
              <a:srgbClr val="9449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2" name="Input frame mosaic cell">
              <a:extLst>
                <a:ext uri="{FF2B5EF4-FFF2-40B4-BE49-F238E27FC236}">
                  <a16:creationId xmlns:a16="http://schemas.microsoft.com/office/drawing/2014/main" id="{0CD2D6E8-709B-A16F-9E53-240698BD66EC}"/>
                </a:ext>
              </a:extLst>
            </p:cNvPr>
            <p:cNvSpPr/>
            <p:nvPr/>
          </p:nvSpPr>
          <p:spPr>
            <a:xfrm>
              <a:off x="1725473" y="2955145"/>
              <a:ext cx="54407" cy="55191"/>
            </a:xfrm>
            <a:prstGeom prst="rect">
              <a:avLst/>
            </a:prstGeom>
            <a:solidFill>
              <a:srgbClr val="8843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3" name="Input frame mosaic cell">
              <a:extLst>
                <a:ext uri="{FF2B5EF4-FFF2-40B4-BE49-F238E27FC236}">
                  <a16:creationId xmlns:a16="http://schemas.microsoft.com/office/drawing/2014/main" id="{FD793EB2-B264-EA91-BD6A-02AA663E2961}"/>
                </a:ext>
              </a:extLst>
            </p:cNvPr>
            <p:cNvSpPr/>
            <p:nvPr/>
          </p:nvSpPr>
          <p:spPr>
            <a:xfrm>
              <a:off x="1775308" y="2955145"/>
              <a:ext cx="54407" cy="55191"/>
            </a:xfrm>
            <a:prstGeom prst="rect">
              <a:avLst/>
            </a:prstGeom>
            <a:solidFill>
              <a:srgbClr val="974E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4" name="Input frame mosaic cell">
              <a:extLst>
                <a:ext uri="{FF2B5EF4-FFF2-40B4-BE49-F238E27FC236}">
                  <a16:creationId xmlns:a16="http://schemas.microsoft.com/office/drawing/2014/main" id="{9994E007-2040-C5DF-C641-A7F133104840}"/>
                </a:ext>
              </a:extLst>
            </p:cNvPr>
            <p:cNvSpPr/>
            <p:nvPr/>
          </p:nvSpPr>
          <p:spPr>
            <a:xfrm>
              <a:off x="1825142" y="2955145"/>
              <a:ext cx="54407" cy="55191"/>
            </a:xfrm>
            <a:prstGeom prst="rect">
              <a:avLst/>
            </a:prstGeom>
            <a:solidFill>
              <a:srgbClr val="D079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5" name="Input frame mosaic cell">
              <a:extLst>
                <a:ext uri="{FF2B5EF4-FFF2-40B4-BE49-F238E27FC236}">
                  <a16:creationId xmlns:a16="http://schemas.microsoft.com/office/drawing/2014/main" id="{F399F3C5-F96E-B748-934A-B0A130BF8934}"/>
                </a:ext>
              </a:extLst>
            </p:cNvPr>
            <p:cNvSpPr/>
            <p:nvPr/>
          </p:nvSpPr>
          <p:spPr>
            <a:xfrm>
              <a:off x="1874977" y="2955145"/>
              <a:ext cx="54407" cy="55191"/>
            </a:xfrm>
            <a:prstGeom prst="rect">
              <a:avLst/>
            </a:prstGeom>
            <a:solidFill>
              <a:srgbClr val="D5736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6" name="Input frame mosaic cell">
              <a:extLst>
                <a:ext uri="{FF2B5EF4-FFF2-40B4-BE49-F238E27FC236}">
                  <a16:creationId xmlns:a16="http://schemas.microsoft.com/office/drawing/2014/main" id="{C96FB907-B33D-96DD-9B18-3E4A1F7E2B6E}"/>
                </a:ext>
              </a:extLst>
            </p:cNvPr>
            <p:cNvSpPr/>
            <p:nvPr/>
          </p:nvSpPr>
          <p:spPr>
            <a:xfrm>
              <a:off x="1924812" y="2955145"/>
              <a:ext cx="54407" cy="55191"/>
            </a:xfrm>
            <a:prstGeom prst="rect">
              <a:avLst/>
            </a:prstGeom>
            <a:solidFill>
              <a:srgbClr val="C052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7" name="Input frame mosaic cell">
              <a:extLst>
                <a:ext uri="{FF2B5EF4-FFF2-40B4-BE49-F238E27FC236}">
                  <a16:creationId xmlns:a16="http://schemas.microsoft.com/office/drawing/2014/main" id="{102480D3-A632-A1C6-654A-8375F0D31A60}"/>
                </a:ext>
              </a:extLst>
            </p:cNvPr>
            <p:cNvSpPr/>
            <p:nvPr/>
          </p:nvSpPr>
          <p:spPr>
            <a:xfrm>
              <a:off x="1974647" y="2955145"/>
              <a:ext cx="54407" cy="55191"/>
            </a:xfrm>
            <a:prstGeom prst="rect">
              <a:avLst/>
            </a:prstGeom>
            <a:solidFill>
              <a:srgbClr val="C5757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8" name="Input frame mosaic cell">
              <a:extLst>
                <a:ext uri="{FF2B5EF4-FFF2-40B4-BE49-F238E27FC236}">
                  <a16:creationId xmlns:a16="http://schemas.microsoft.com/office/drawing/2014/main" id="{4AD1B0F3-938C-032B-DCCF-8F8D176BEA30}"/>
                </a:ext>
              </a:extLst>
            </p:cNvPr>
            <p:cNvSpPr/>
            <p:nvPr/>
          </p:nvSpPr>
          <p:spPr>
            <a:xfrm>
              <a:off x="2024482" y="2955145"/>
              <a:ext cx="54407" cy="55191"/>
            </a:xfrm>
            <a:prstGeom prst="rect">
              <a:avLst/>
            </a:prstGeom>
            <a:solidFill>
              <a:srgbClr val="B7716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79" name="Input frame mosaic cell">
              <a:extLst>
                <a:ext uri="{FF2B5EF4-FFF2-40B4-BE49-F238E27FC236}">
                  <a16:creationId xmlns:a16="http://schemas.microsoft.com/office/drawing/2014/main" id="{17A44622-7647-0D75-7C84-E7FCC323AD2C}"/>
                </a:ext>
              </a:extLst>
            </p:cNvPr>
            <p:cNvSpPr/>
            <p:nvPr/>
          </p:nvSpPr>
          <p:spPr>
            <a:xfrm>
              <a:off x="2074316" y="2955145"/>
              <a:ext cx="54407" cy="55191"/>
            </a:xfrm>
            <a:prstGeom prst="rect">
              <a:avLst/>
            </a:prstGeom>
            <a:solidFill>
              <a:srgbClr val="985A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0" name="Input frame mosaic cell">
              <a:extLst>
                <a:ext uri="{FF2B5EF4-FFF2-40B4-BE49-F238E27FC236}">
                  <a16:creationId xmlns:a16="http://schemas.microsoft.com/office/drawing/2014/main" id="{D19F159D-9B2F-D204-CA9D-958EE82383DF}"/>
                </a:ext>
              </a:extLst>
            </p:cNvPr>
            <p:cNvSpPr/>
            <p:nvPr/>
          </p:nvSpPr>
          <p:spPr>
            <a:xfrm>
              <a:off x="2124151" y="2955145"/>
              <a:ext cx="54407" cy="55191"/>
            </a:xfrm>
            <a:prstGeom prst="rect">
              <a:avLst/>
            </a:prstGeom>
            <a:solidFill>
              <a:srgbClr val="8048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1" name="Input frame mosaic cell">
              <a:extLst>
                <a:ext uri="{FF2B5EF4-FFF2-40B4-BE49-F238E27FC236}">
                  <a16:creationId xmlns:a16="http://schemas.microsoft.com/office/drawing/2014/main" id="{AA5D2E25-FF56-F94E-4C06-C24BA3F732C7}"/>
                </a:ext>
              </a:extLst>
            </p:cNvPr>
            <p:cNvSpPr/>
            <p:nvPr/>
          </p:nvSpPr>
          <p:spPr>
            <a:xfrm>
              <a:off x="2173986" y="2955145"/>
              <a:ext cx="54407" cy="55191"/>
            </a:xfrm>
            <a:prstGeom prst="rect">
              <a:avLst/>
            </a:prstGeom>
            <a:solidFill>
              <a:srgbClr val="875D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2" name="Input frame mosaic cell">
              <a:extLst>
                <a:ext uri="{FF2B5EF4-FFF2-40B4-BE49-F238E27FC236}">
                  <a16:creationId xmlns:a16="http://schemas.microsoft.com/office/drawing/2014/main" id="{F3B7DFF7-05AB-92A1-7DBE-90E39351E09A}"/>
                </a:ext>
              </a:extLst>
            </p:cNvPr>
            <p:cNvSpPr/>
            <p:nvPr/>
          </p:nvSpPr>
          <p:spPr>
            <a:xfrm>
              <a:off x="2223821" y="2955145"/>
              <a:ext cx="54407" cy="55191"/>
            </a:xfrm>
            <a:prstGeom prst="rect">
              <a:avLst/>
            </a:prstGeom>
            <a:solidFill>
              <a:srgbClr val="603B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3" name="Input frame mosaic cell">
              <a:extLst>
                <a:ext uri="{FF2B5EF4-FFF2-40B4-BE49-F238E27FC236}">
                  <a16:creationId xmlns:a16="http://schemas.microsoft.com/office/drawing/2014/main" id="{1F93CE24-4A7F-AC5C-39AD-2AAA691B21BF}"/>
                </a:ext>
              </a:extLst>
            </p:cNvPr>
            <p:cNvSpPr/>
            <p:nvPr/>
          </p:nvSpPr>
          <p:spPr>
            <a:xfrm>
              <a:off x="2273656" y="2955145"/>
              <a:ext cx="54407" cy="55191"/>
            </a:xfrm>
            <a:prstGeom prst="rect">
              <a:avLst/>
            </a:prstGeom>
            <a:solidFill>
              <a:srgbClr val="5841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4" name="Input frame mosaic cell">
              <a:extLst>
                <a:ext uri="{FF2B5EF4-FFF2-40B4-BE49-F238E27FC236}">
                  <a16:creationId xmlns:a16="http://schemas.microsoft.com/office/drawing/2014/main" id="{1409B9F5-DCCE-9E26-42DB-1F5209040123}"/>
                </a:ext>
              </a:extLst>
            </p:cNvPr>
            <p:cNvSpPr/>
            <p:nvPr/>
          </p:nvSpPr>
          <p:spPr>
            <a:xfrm>
              <a:off x="2323490" y="2955145"/>
              <a:ext cx="54407" cy="55191"/>
            </a:xfrm>
            <a:prstGeom prst="rect">
              <a:avLst/>
            </a:prstGeom>
            <a:solidFill>
              <a:srgbClr val="4433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5" name="Input frame mosaic cell">
              <a:extLst>
                <a:ext uri="{FF2B5EF4-FFF2-40B4-BE49-F238E27FC236}">
                  <a16:creationId xmlns:a16="http://schemas.microsoft.com/office/drawing/2014/main" id="{ECB43F04-F69A-07F1-CE9A-A73061A61BB4}"/>
                </a:ext>
              </a:extLst>
            </p:cNvPr>
            <p:cNvSpPr/>
            <p:nvPr/>
          </p:nvSpPr>
          <p:spPr>
            <a:xfrm>
              <a:off x="2373325" y="2955145"/>
              <a:ext cx="54407" cy="55191"/>
            </a:xfrm>
            <a:prstGeom prst="rect">
              <a:avLst/>
            </a:prstGeom>
            <a:solidFill>
              <a:srgbClr val="2921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6" name="Input frame mosaic cell">
              <a:extLst>
                <a:ext uri="{FF2B5EF4-FFF2-40B4-BE49-F238E27FC236}">
                  <a16:creationId xmlns:a16="http://schemas.microsoft.com/office/drawing/2014/main" id="{8E39FD1B-AAD9-737F-E4CE-FE97C476EEDA}"/>
                </a:ext>
              </a:extLst>
            </p:cNvPr>
            <p:cNvSpPr/>
            <p:nvPr/>
          </p:nvSpPr>
          <p:spPr>
            <a:xfrm>
              <a:off x="429768" y="3005763"/>
              <a:ext cx="54407" cy="55191"/>
            </a:xfrm>
            <a:prstGeom prst="rect">
              <a:avLst/>
            </a:prstGeom>
            <a:solidFill>
              <a:srgbClr val="130A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7" name="Input frame mosaic cell">
              <a:extLst>
                <a:ext uri="{FF2B5EF4-FFF2-40B4-BE49-F238E27FC236}">
                  <a16:creationId xmlns:a16="http://schemas.microsoft.com/office/drawing/2014/main" id="{B2F73D1F-C949-61F6-73C7-CA9F01819324}"/>
                </a:ext>
              </a:extLst>
            </p:cNvPr>
            <p:cNvSpPr/>
            <p:nvPr/>
          </p:nvSpPr>
          <p:spPr>
            <a:xfrm>
              <a:off x="479603" y="3005763"/>
              <a:ext cx="54407" cy="55191"/>
            </a:xfrm>
            <a:prstGeom prst="rect">
              <a:avLst/>
            </a:prstGeom>
            <a:solidFill>
              <a:srgbClr val="773D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8" name="Input frame mosaic cell">
              <a:extLst>
                <a:ext uri="{FF2B5EF4-FFF2-40B4-BE49-F238E27FC236}">
                  <a16:creationId xmlns:a16="http://schemas.microsoft.com/office/drawing/2014/main" id="{5756869F-909E-58DA-9444-D26017E20132}"/>
                </a:ext>
              </a:extLst>
            </p:cNvPr>
            <p:cNvSpPr/>
            <p:nvPr/>
          </p:nvSpPr>
          <p:spPr>
            <a:xfrm>
              <a:off x="529438" y="3005763"/>
              <a:ext cx="54407" cy="55191"/>
            </a:xfrm>
            <a:prstGeom prst="rect">
              <a:avLst/>
            </a:prstGeom>
            <a:solidFill>
              <a:srgbClr val="A25E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89" name="Input frame mosaic cell">
              <a:extLst>
                <a:ext uri="{FF2B5EF4-FFF2-40B4-BE49-F238E27FC236}">
                  <a16:creationId xmlns:a16="http://schemas.microsoft.com/office/drawing/2014/main" id="{6381421B-6728-6EA5-CBA9-3A46A210781D}"/>
                </a:ext>
              </a:extLst>
            </p:cNvPr>
            <p:cNvSpPr/>
            <p:nvPr/>
          </p:nvSpPr>
          <p:spPr>
            <a:xfrm>
              <a:off x="579272" y="3005763"/>
              <a:ext cx="54407" cy="55191"/>
            </a:xfrm>
            <a:prstGeom prst="rect">
              <a:avLst/>
            </a:prstGeom>
            <a:solidFill>
              <a:srgbClr val="B572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0" name="Input frame mosaic cell">
              <a:extLst>
                <a:ext uri="{FF2B5EF4-FFF2-40B4-BE49-F238E27FC236}">
                  <a16:creationId xmlns:a16="http://schemas.microsoft.com/office/drawing/2014/main" id="{5B2B718B-5E6D-EF9F-6828-9726707B111D}"/>
                </a:ext>
              </a:extLst>
            </p:cNvPr>
            <p:cNvSpPr/>
            <p:nvPr/>
          </p:nvSpPr>
          <p:spPr>
            <a:xfrm>
              <a:off x="629107" y="3005763"/>
              <a:ext cx="54407" cy="55191"/>
            </a:xfrm>
            <a:prstGeom prst="rect">
              <a:avLst/>
            </a:prstGeom>
            <a:solidFill>
              <a:srgbClr val="BF786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1" name="Input frame mosaic cell">
              <a:extLst>
                <a:ext uri="{FF2B5EF4-FFF2-40B4-BE49-F238E27FC236}">
                  <a16:creationId xmlns:a16="http://schemas.microsoft.com/office/drawing/2014/main" id="{76F8E36A-D6D2-2A02-2869-C34D1C58A60E}"/>
                </a:ext>
              </a:extLst>
            </p:cNvPr>
            <p:cNvSpPr/>
            <p:nvPr/>
          </p:nvSpPr>
          <p:spPr>
            <a:xfrm>
              <a:off x="678942" y="3005763"/>
              <a:ext cx="54407" cy="55191"/>
            </a:xfrm>
            <a:prstGeom prst="rect">
              <a:avLst/>
            </a:prstGeom>
            <a:solidFill>
              <a:srgbClr val="BF736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2" name="Input frame mosaic cell">
              <a:extLst>
                <a:ext uri="{FF2B5EF4-FFF2-40B4-BE49-F238E27FC236}">
                  <a16:creationId xmlns:a16="http://schemas.microsoft.com/office/drawing/2014/main" id="{FA9D4E30-5C16-A80C-0605-1E3809E21ADA}"/>
                </a:ext>
              </a:extLst>
            </p:cNvPr>
            <p:cNvSpPr/>
            <p:nvPr/>
          </p:nvSpPr>
          <p:spPr>
            <a:xfrm>
              <a:off x="728777" y="3005763"/>
              <a:ext cx="54407" cy="55191"/>
            </a:xfrm>
            <a:prstGeom prst="rect">
              <a:avLst/>
            </a:prstGeom>
            <a:solidFill>
              <a:srgbClr val="BB69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3" name="Input frame mosaic cell">
              <a:extLst>
                <a:ext uri="{FF2B5EF4-FFF2-40B4-BE49-F238E27FC236}">
                  <a16:creationId xmlns:a16="http://schemas.microsoft.com/office/drawing/2014/main" id="{B97952FE-6EFA-4FBE-9A10-40CF55C6820D}"/>
                </a:ext>
              </a:extLst>
            </p:cNvPr>
            <p:cNvSpPr/>
            <p:nvPr/>
          </p:nvSpPr>
          <p:spPr>
            <a:xfrm>
              <a:off x="778612" y="3005763"/>
              <a:ext cx="54407" cy="55191"/>
            </a:xfrm>
            <a:prstGeom prst="rect">
              <a:avLst/>
            </a:prstGeom>
            <a:solidFill>
              <a:srgbClr val="CC71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4" name="Input frame mosaic cell">
              <a:extLst>
                <a:ext uri="{FF2B5EF4-FFF2-40B4-BE49-F238E27FC236}">
                  <a16:creationId xmlns:a16="http://schemas.microsoft.com/office/drawing/2014/main" id="{2EAF95DE-7C9A-B0C9-5241-FA7A46E2B48A}"/>
                </a:ext>
              </a:extLst>
            </p:cNvPr>
            <p:cNvSpPr/>
            <p:nvPr/>
          </p:nvSpPr>
          <p:spPr>
            <a:xfrm>
              <a:off x="828446" y="3005763"/>
              <a:ext cx="54407" cy="55191"/>
            </a:xfrm>
            <a:prstGeom prst="rect">
              <a:avLst/>
            </a:prstGeom>
            <a:solidFill>
              <a:srgbClr val="E08D7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5" name="Input frame mosaic cell">
              <a:extLst>
                <a:ext uri="{FF2B5EF4-FFF2-40B4-BE49-F238E27FC236}">
                  <a16:creationId xmlns:a16="http://schemas.microsoft.com/office/drawing/2014/main" id="{00FF7742-1CF9-F4FC-163B-18E7FFDC2F1F}"/>
                </a:ext>
              </a:extLst>
            </p:cNvPr>
            <p:cNvSpPr/>
            <p:nvPr/>
          </p:nvSpPr>
          <p:spPr>
            <a:xfrm>
              <a:off x="878281" y="3005763"/>
              <a:ext cx="54407" cy="55191"/>
            </a:xfrm>
            <a:prstGeom prst="rect">
              <a:avLst/>
            </a:prstGeom>
            <a:solidFill>
              <a:srgbClr val="E59F8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6" name="Input frame mosaic cell">
              <a:extLst>
                <a:ext uri="{FF2B5EF4-FFF2-40B4-BE49-F238E27FC236}">
                  <a16:creationId xmlns:a16="http://schemas.microsoft.com/office/drawing/2014/main" id="{01B39D1B-5861-8C2E-DB39-78F08DD37857}"/>
                </a:ext>
              </a:extLst>
            </p:cNvPr>
            <p:cNvSpPr/>
            <p:nvPr/>
          </p:nvSpPr>
          <p:spPr>
            <a:xfrm>
              <a:off x="928116" y="3005763"/>
              <a:ext cx="54407" cy="55191"/>
            </a:xfrm>
            <a:prstGeom prst="rect">
              <a:avLst/>
            </a:prstGeom>
            <a:solidFill>
              <a:srgbClr val="CD7E7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7" name="Input frame mosaic cell">
              <a:extLst>
                <a:ext uri="{FF2B5EF4-FFF2-40B4-BE49-F238E27FC236}">
                  <a16:creationId xmlns:a16="http://schemas.microsoft.com/office/drawing/2014/main" id="{57363375-008C-1291-6B72-64FB7B6083A5}"/>
                </a:ext>
              </a:extLst>
            </p:cNvPr>
            <p:cNvSpPr/>
            <p:nvPr/>
          </p:nvSpPr>
          <p:spPr>
            <a:xfrm>
              <a:off x="977951" y="3005763"/>
              <a:ext cx="54407" cy="55191"/>
            </a:xfrm>
            <a:prstGeom prst="rect">
              <a:avLst/>
            </a:prstGeom>
            <a:solidFill>
              <a:srgbClr val="B558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8" name="Input frame mosaic cell">
              <a:extLst>
                <a:ext uri="{FF2B5EF4-FFF2-40B4-BE49-F238E27FC236}">
                  <a16:creationId xmlns:a16="http://schemas.microsoft.com/office/drawing/2014/main" id="{99174D5F-25C7-762A-24B0-77B8A9A18477}"/>
                </a:ext>
              </a:extLst>
            </p:cNvPr>
            <p:cNvSpPr/>
            <p:nvPr/>
          </p:nvSpPr>
          <p:spPr>
            <a:xfrm>
              <a:off x="1027786" y="3005763"/>
              <a:ext cx="54407" cy="55191"/>
            </a:xfrm>
            <a:prstGeom prst="rect">
              <a:avLst/>
            </a:prstGeom>
            <a:solidFill>
              <a:srgbClr val="AB4A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999" name="Input frame mosaic cell">
              <a:extLst>
                <a:ext uri="{FF2B5EF4-FFF2-40B4-BE49-F238E27FC236}">
                  <a16:creationId xmlns:a16="http://schemas.microsoft.com/office/drawing/2014/main" id="{957021EB-714A-5881-3717-F119C067BA6A}"/>
                </a:ext>
              </a:extLst>
            </p:cNvPr>
            <p:cNvSpPr/>
            <p:nvPr/>
          </p:nvSpPr>
          <p:spPr>
            <a:xfrm>
              <a:off x="1077620" y="3005763"/>
              <a:ext cx="54407" cy="55191"/>
            </a:xfrm>
            <a:prstGeom prst="rect">
              <a:avLst/>
            </a:prstGeom>
            <a:solidFill>
              <a:srgbClr val="7935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0" name="Input frame mosaic cell">
              <a:extLst>
                <a:ext uri="{FF2B5EF4-FFF2-40B4-BE49-F238E27FC236}">
                  <a16:creationId xmlns:a16="http://schemas.microsoft.com/office/drawing/2014/main" id="{64762894-C59C-9146-8DDB-B13AA7998820}"/>
                </a:ext>
              </a:extLst>
            </p:cNvPr>
            <p:cNvSpPr/>
            <p:nvPr/>
          </p:nvSpPr>
          <p:spPr>
            <a:xfrm>
              <a:off x="1127455" y="3005763"/>
              <a:ext cx="54407" cy="55191"/>
            </a:xfrm>
            <a:prstGeom prst="rect">
              <a:avLst/>
            </a:prstGeom>
            <a:solidFill>
              <a:srgbClr val="4926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1" name="Input frame mosaic cell">
              <a:extLst>
                <a:ext uri="{FF2B5EF4-FFF2-40B4-BE49-F238E27FC236}">
                  <a16:creationId xmlns:a16="http://schemas.microsoft.com/office/drawing/2014/main" id="{251D57D1-210D-FA78-28BC-A8AE3A3D9532}"/>
                </a:ext>
              </a:extLst>
            </p:cNvPr>
            <p:cNvSpPr/>
            <p:nvPr/>
          </p:nvSpPr>
          <p:spPr>
            <a:xfrm>
              <a:off x="1177290" y="3005763"/>
              <a:ext cx="54407" cy="55191"/>
            </a:xfrm>
            <a:prstGeom prst="rect">
              <a:avLst/>
            </a:prstGeom>
            <a:solidFill>
              <a:srgbClr val="4E2F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2" name="Input frame mosaic cell">
              <a:extLst>
                <a:ext uri="{FF2B5EF4-FFF2-40B4-BE49-F238E27FC236}">
                  <a16:creationId xmlns:a16="http://schemas.microsoft.com/office/drawing/2014/main" id="{25BCC97F-E015-83A3-EBDE-B3FE4C932BF6}"/>
                </a:ext>
              </a:extLst>
            </p:cNvPr>
            <p:cNvSpPr/>
            <p:nvPr/>
          </p:nvSpPr>
          <p:spPr>
            <a:xfrm>
              <a:off x="1227125" y="3005763"/>
              <a:ext cx="54407" cy="55191"/>
            </a:xfrm>
            <a:prstGeom prst="rect">
              <a:avLst/>
            </a:prstGeom>
            <a:solidFill>
              <a:srgbClr val="5A37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3" name="Input frame mosaic cell">
              <a:extLst>
                <a:ext uri="{FF2B5EF4-FFF2-40B4-BE49-F238E27FC236}">
                  <a16:creationId xmlns:a16="http://schemas.microsoft.com/office/drawing/2014/main" id="{062D9654-B0DA-7EC9-5285-EFAD2F2D20C8}"/>
                </a:ext>
              </a:extLst>
            </p:cNvPr>
            <p:cNvSpPr/>
            <p:nvPr/>
          </p:nvSpPr>
          <p:spPr>
            <a:xfrm>
              <a:off x="1276960" y="3005763"/>
              <a:ext cx="54407" cy="55191"/>
            </a:xfrm>
            <a:prstGeom prst="rect">
              <a:avLst/>
            </a:prstGeom>
            <a:solidFill>
              <a:srgbClr val="5A33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4" name="Input frame mosaic cell">
              <a:extLst>
                <a:ext uri="{FF2B5EF4-FFF2-40B4-BE49-F238E27FC236}">
                  <a16:creationId xmlns:a16="http://schemas.microsoft.com/office/drawing/2014/main" id="{28645563-8A15-3F76-64A2-118D67EF93C4}"/>
                </a:ext>
              </a:extLst>
            </p:cNvPr>
            <p:cNvSpPr/>
            <p:nvPr/>
          </p:nvSpPr>
          <p:spPr>
            <a:xfrm>
              <a:off x="1326794" y="3005763"/>
              <a:ext cx="54407" cy="55191"/>
            </a:xfrm>
            <a:prstGeom prst="rect">
              <a:avLst/>
            </a:prstGeom>
            <a:solidFill>
              <a:srgbClr val="582C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5" name="Input frame mosaic cell">
              <a:extLst>
                <a:ext uri="{FF2B5EF4-FFF2-40B4-BE49-F238E27FC236}">
                  <a16:creationId xmlns:a16="http://schemas.microsoft.com/office/drawing/2014/main" id="{52F98182-713B-4922-4FF1-2BF11D7B20C7}"/>
                </a:ext>
              </a:extLst>
            </p:cNvPr>
            <p:cNvSpPr/>
            <p:nvPr/>
          </p:nvSpPr>
          <p:spPr>
            <a:xfrm>
              <a:off x="1376629" y="3005763"/>
              <a:ext cx="54407" cy="55191"/>
            </a:xfrm>
            <a:prstGeom prst="rect">
              <a:avLst/>
            </a:prstGeom>
            <a:solidFill>
              <a:srgbClr val="5F2E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6" name="Input frame mosaic cell">
              <a:extLst>
                <a:ext uri="{FF2B5EF4-FFF2-40B4-BE49-F238E27FC236}">
                  <a16:creationId xmlns:a16="http://schemas.microsoft.com/office/drawing/2014/main" id="{A6439F2C-D6CC-7CE2-4641-26FBBC5C8C56}"/>
                </a:ext>
              </a:extLst>
            </p:cNvPr>
            <p:cNvSpPr/>
            <p:nvPr/>
          </p:nvSpPr>
          <p:spPr>
            <a:xfrm>
              <a:off x="1426464" y="3005763"/>
              <a:ext cx="54407" cy="55191"/>
            </a:xfrm>
            <a:prstGeom prst="rect">
              <a:avLst/>
            </a:prstGeom>
            <a:solidFill>
              <a:srgbClr val="652D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7" name="Input frame mosaic cell">
              <a:extLst>
                <a:ext uri="{FF2B5EF4-FFF2-40B4-BE49-F238E27FC236}">
                  <a16:creationId xmlns:a16="http://schemas.microsoft.com/office/drawing/2014/main" id="{04442C7B-6A06-C214-7C94-ECC3B93CE8B6}"/>
                </a:ext>
              </a:extLst>
            </p:cNvPr>
            <p:cNvSpPr/>
            <p:nvPr/>
          </p:nvSpPr>
          <p:spPr>
            <a:xfrm>
              <a:off x="1476299" y="3005763"/>
              <a:ext cx="54407" cy="55191"/>
            </a:xfrm>
            <a:prstGeom prst="rect">
              <a:avLst/>
            </a:prstGeom>
            <a:solidFill>
              <a:srgbClr val="7838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8" name="Input frame mosaic cell">
              <a:extLst>
                <a:ext uri="{FF2B5EF4-FFF2-40B4-BE49-F238E27FC236}">
                  <a16:creationId xmlns:a16="http://schemas.microsoft.com/office/drawing/2014/main" id="{C4923AFA-26F0-3623-B969-3C518020DDD0}"/>
                </a:ext>
              </a:extLst>
            </p:cNvPr>
            <p:cNvSpPr/>
            <p:nvPr/>
          </p:nvSpPr>
          <p:spPr>
            <a:xfrm>
              <a:off x="1526134" y="3005763"/>
              <a:ext cx="54407" cy="55191"/>
            </a:xfrm>
            <a:prstGeom prst="rect">
              <a:avLst/>
            </a:prstGeom>
            <a:solidFill>
              <a:srgbClr val="8638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09" name="Input frame mosaic cell">
              <a:extLst>
                <a:ext uri="{FF2B5EF4-FFF2-40B4-BE49-F238E27FC236}">
                  <a16:creationId xmlns:a16="http://schemas.microsoft.com/office/drawing/2014/main" id="{0E8CDFEE-DDE1-2385-8DEC-CF3E809C7F26}"/>
                </a:ext>
              </a:extLst>
            </p:cNvPr>
            <p:cNvSpPr/>
            <p:nvPr/>
          </p:nvSpPr>
          <p:spPr>
            <a:xfrm>
              <a:off x="1575968" y="3005763"/>
              <a:ext cx="54407" cy="55191"/>
            </a:xfrm>
            <a:prstGeom prst="rect">
              <a:avLst/>
            </a:prstGeom>
            <a:solidFill>
              <a:srgbClr val="8E3B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0" name="Input frame mosaic cell">
              <a:extLst>
                <a:ext uri="{FF2B5EF4-FFF2-40B4-BE49-F238E27FC236}">
                  <a16:creationId xmlns:a16="http://schemas.microsoft.com/office/drawing/2014/main" id="{1730ED69-B519-D007-5754-ECFF0C6D1BFC}"/>
                </a:ext>
              </a:extLst>
            </p:cNvPr>
            <p:cNvSpPr/>
            <p:nvPr/>
          </p:nvSpPr>
          <p:spPr>
            <a:xfrm>
              <a:off x="1625803" y="3005763"/>
              <a:ext cx="54407" cy="55191"/>
            </a:xfrm>
            <a:prstGeom prst="rect">
              <a:avLst/>
            </a:prstGeom>
            <a:solidFill>
              <a:srgbClr val="9440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1" name="Input frame mosaic cell">
              <a:extLst>
                <a:ext uri="{FF2B5EF4-FFF2-40B4-BE49-F238E27FC236}">
                  <a16:creationId xmlns:a16="http://schemas.microsoft.com/office/drawing/2014/main" id="{9B765DE7-1382-C9FE-DD96-D1D386D68771}"/>
                </a:ext>
              </a:extLst>
            </p:cNvPr>
            <p:cNvSpPr/>
            <p:nvPr/>
          </p:nvSpPr>
          <p:spPr>
            <a:xfrm>
              <a:off x="1675638" y="3005763"/>
              <a:ext cx="54407" cy="55191"/>
            </a:xfrm>
            <a:prstGeom prst="rect">
              <a:avLst/>
            </a:prstGeom>
            <a:solidFill>
              <a:srgbClr val="933F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2" name="Input frame mosaic cell">
              <a:extLst>
                <a:ext uri="{FF2B5EF4-FFF2-40B4-BE49-F238E27FC236}">
                  <a16:creationId xmlns:a16="http://schemas.microsoft.com/office/drawing/2014/main" id="{F5156D78-DED1-2DDE-09D7-DF52AF5B43EB}"/>
                </a:ext>
              </a:extLst>
            </p:cNvPr>
            <p:cNvSpPr/>
            <p:nvPr/>
          </p:nvSpPr>
          <p:spPr>
            <a:xfrm>
              <a:off x="1725473" y="3005763"/>
              <a:ext cx="54407" cy="55191"/>
            </a:xfrm>
            <a:prstGeom prst="rect">
              <a:avLst/>
            </a:prstGeom>
            <a:solidFill>
              <a:srgbClr val="8A3E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3" name="Input frame mosaic cell">
              <a:extLst>
                <a:ext uri="{FF2B5EF4-FFF2-40B4-BE49-F238E27FC236}">
                  <a16:creationId xmlns:a16="http://schemas.microsoft.com/office/drawing/2014/main" id="{209343D9-B866-797A-B49C-A136CDBA6052}"/>
                </a:ext>
              </a:extLst>
            </p:cNvPr>
            <p:cNvSpPr/>
            <p:nvPr/>
          </p:nvSpPr>
          <p:spPr>
            <a:xfrm>
              <a:off x="1775308" y="3005763"/>
              <a:ext cx="54407" cy="55191"/>
            </a:xfrm>
            <a:prstGeom prst="rect">
              <a:avLst/>
            </a:prstGeom>
            <a:solidFill>
              <a:srgbClr val="AD61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4" name="Input frame mosaic cell">
              <a:extLst>
                <a:ext uri="{FF2B5EF4-FFF2-40B4-BE49-F238E27FC236}">
                  <a16:creationId xmlns:a16="http://schemas.microsoft.com/office/drawing/2014/main" id="{DEFADD9A-7A07-74A3-8A9B-1698D8488E91}"/>
                </a:ext>
              </a:extLst>
            </p:cNvPr>
            <p:cNvSpPr/>
            <p:nvPr/>
          </p:nvSpPr>
          <p:spPr>
            <a:xfrm>
              <a:off x="1825142" y="3005763"/>
              <a:ext cx="54407" cy="55191"/>
            </a:xfrm>
            <a:prstGeom prst="rect">
              <a:avLst/>
            </a:prstGeom>
            <a:solidFill>
              <a:srgbClr val="D177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5" name="Input frame mosaic cell">
              <a:extLst>
                <a:ext uri="{FF2B5EF4-FFF2-40B4-BE49-F238E27FC236}">
                  <a16:creationId xmlns:a16="http://schemas.microsoft.com/office/drawing/2014/main" id="{1526875B-5094-D3A8-E721-5747706B690F}"/>
                </a:ext>
              </a:extLst>
            </p:cNvPr>
            <p:cNvSpPr/>
            <p:nvPr/>
          </p:nvSpPr>
          <p:spPr>
            <a:xfrm>
              <a:off x="1874977" y="3005763"/>
              <a:ext cx="54407" cy="55191"/>
            </a:xfrm>
            <a:prstGeom prst="rect">
              <a:avLst/>
            </a:prstGeom>
            <a:solidFill>
              <a:srgbClr val="DA7A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6" name="Input frame mosaic cell">
              <a:extLst>
                <a:ext uri="{FF2B5EF4-FFF2-40B4-BE49-F238E27FC236}">
                  <a16:creationId xmlns:a16="http://schemas.microsoft.com/office/drawing/2014/main" id="{8F70B2D8-4A46-22B9-0629-4D0163A0DF09}"/>
                </a:ext>
              </a:extLst>
            </p:cNvPr>
            <p:cNvSpPr/>
            <p:nvPr/>
          </p:nvSpPr>
          <p:spPr>
            <a:xfrm>
              <a:off x="1924812" y="3005763"/>
              <a:ext cx="54407" cy="55191"/>
            </a:xfrm>
            <a:prstGeom prst="rect">
              <a:avLst/>
            </a:prstGeom>
            <a:solidFill>
              <a:srgbClr val="C052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7" name="Input frame mosaic cell">
              <a:extLst>
                <a:ext uri="{FF2B5EF4-FFF2-40B4-BE49-F238E27FC236}">
                  <a16:creationId xmlns:a16="http://schemas.microsoft.com/office/drawing/2014/main" id="{2FFA5303-E67C-9CA2-53EE-5F4A323F4D24}"/>
                </a:ext>
              </a:extLst>
            </p:cNvPr>
            <p:cNvSpPr/>
            <p:nvPr/>
          </p:nvSpPr>
          <p:spPr>
            <a:xfrm>
              <a:off x="1974647" y="3005763"/>
              <a:ext cx="54407" cy="55191"/>
            </a:xfrm>
            <a:prstGeom prst="rect">
              <a:avLst/>
            </a:prstGeom>
            <a:solidFill>
              <a:srgbClr val="CA7F7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8" name="Input frame mosaic cell">
              <a:extLst>
                <a:ext uri="{FF2B5EF4-FFF2-40B4-BE49-F238E27FC236}">
                  <a16:creationId xmlns:a16="http://schemas.microsoft.com/office/drawing/2014/main" id="{59E88997-4764-D641-C472-80E6A920AE36}"/>
                </a:ext>
              </a:extLst>
            </p:cNvPr>
            <p:cNvSpPr/>
            <p:nvPr/>
          </p:nvSpPr>
          <p:spPr>
            <a:xfrm>
              <a:off x="2024482" y="3005763"/>
              <a:ext cx="54407" cy="55191"/>
            </a:xfrm>
            <a:prstGeom prst="rect">
              <a:avLst/>
            </a:prstGeom>
            <a:solidFill>
              <a:srgbClr val="C07D6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19" name="Input frame mosaic cell">
              <a:extLst>
                <a:ext uri="{FF2B5EF4-FFF2-40B4-BE49-F238E27FC236}">
                  <a16:creationId xmlns:a16="http://schemas.microsoft.com/office/drawing/2014/main" id="{4DEBE6D6-749C-D74B-6B85-4F06BF5CCCBB}"/>
                </a:ext>
              </a:extLst>
            </p:cNvPr>
            <p:cNvSpPr/>
            <p:nvPr/>
          </p:nvSpPr>
          <p:spPr>
            <a:xfrm>
              <a:off x="2074316" y="3005763"/>
              <a:ext cx="54407" cy="55191"/>
            </a:xfrm>
            <a:prstGeom prst="rect">
              <a:avLst/>
            </a:prstGeom>
            <a:solidFill>
              <a:srgbClr val="A05C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0" name="Input frame mosaic cell">
              <a:extLst>
                <a:ext uri="{FF2B5EF4-FFF2-40B4-BE49-F238E27FC236}">
                  <a16:creationId xmlns:a16="http://schemas.microsoft.com/office/drawing/2014/main" id="{A0C3D92B-5B00-C322-F165-F51763BA93EB}"/>
                </a:ext>
              </a:extLst>
            </p:cNvPr>
            <p:cNvSpPr/>
            <p:nvPr/>
          </p:nvSpPr>
          <p:spPr>
            <a:xfrm>
              <a:off x="2124151" y="3005763"/>
              <a:ext cx="54407" cy="55191"/>
            </a:xfrm>
            <a:prstGeom prst="rect">
              <a:avLst/>
            </a:prstGeom>
            <a:solidFill>
              <a:srgbClr val="7D3D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1" name="Input frame mosaic cell">
              <a:extLst>
                <a:ext uri="{FF2B5EF4-FFF2-40B4-BE49-F238E27FC236}">
                  <a16:creationId xmlns:a16="http://schemas.microsoft.com/office/drawing/2014/main" id="{13B991F4-EC69-80BF-EC12-C6FBE7DD88EB}"/>
                </a:ext>
              </a:extLst>
            </p:cNvPr>
            <p:cNvSpPr/>
            <p:nvPr/>
          </p:nvSpPr>
          <p:spPr>
            <a:xfrm>
              <a:off x="2173986" y="3005763"/>
              <a:ext cx="54407" cy="55191"/>
            </a:xfrm>
            <a:prstGeom prst="rect">
              <a:avLst/>
            </a:prstGeom>
            <a:solidFill>
              <a:srgbClr val="7F46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2" name="Input frame mosaic cell">
              <a:extLst>
                <a:ext uri="{FF2B5EF4-FFF2-40B4-BE49-F238E27FC236}">
                  <a16:creationId xmlns:a16="http://schemas.microsoft.com/office/drawing/2014/main" id="{48906765-C0A6-46EE-9EF5-7D7D024A24E4}"/>
                </a:ext>
              </a:extLst>
            </p:cNvPr>
            <p:cNvSpPr/>
            <p:nvPr/>
          </p:nvSpPr>
          <p:spPr>
            <a:xfrm>
              <a:off x="2223821" y="3005763"/>
              <a:ext cx="54407" cy="55191"/>
            </a:xfrm>
            <a:prstGeom prst="rect">
              <a:avLst/>
            </a:prstGeom>
            <a:solidFill>
              <a:srgbClr val="703E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3" name="Input frame mosaic cell">
              <a:extLst>
                <a:ext uri="{FF2B5EF4-FFF2-40B4-BE49-F238E27FC236}">
                  <a16:creationId xmlns:a16="http://schemas.microsoft.com/office/drawing/2014/main" id="{17A69F6C-1756-6A49-AEDE-3A0EB8253EA6}"/>
                </a:ext>
              </a:extLst>
            </p:cNvPr>
            <p:cNvSpPr/>
            <p:nvPr/>
          </p:nvSpPr>
          <p:spPr>
            <a:xfrm>
              <a:off x="2273656" y="3005763"/>
              <a:ext cx="54407" cy="55191"/>
            </a:xfrm>
            <a:prstGeom prst="rect">
              <a:avLst/>
            </a:prstGeom>
            <a:solidFill>
              <a:srgbClr val="5A2F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4" name="Input frame mosaic cell">
              <a:extLst>
                <a:ext uri="{FF2B5EF4-FFF2-40B4-BE49-F238E27FC236}">
                  <a16:creationId xmlns:a16="http://schemas.microsoft.com/office/drawing/2014/main" id="{44577B23-ED8B-396C-8537-845097EDDEC3}"/>
                </a:ext>
              </a:extLst>
            </p:cNvPr>
            <p:cNvSpPr/>
            <p:nvPr/>
          </p:nvSpPr>
          <p:spPr>
            <a:xfrm>
              <a:off x="2323490" y="3005763"/>
              <a:ext cx="54407" cy="55191"/>
            </a:xfrm>
            <a:prstGeom prst="rect">
              <a:avLst/>
            </a:prstGeom>
            <a:solidFill>
              <a:srgbClr val="452C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5" name="Input frame mosaic cell">
              <a:extLst>
                <a:ext uri="{FF2B5EF4-FFF2-40B4-BE49-F238E27FC236}">
                  <a16:creationId xmlns:a16="http://schemas.microsoft.com/office/drawing/2014/main" id="{21014BF7-30C8-5086-719A-51BC63C2240E}"/>
                </a:ext>
              </a:extLst>
            </p:cNvPr>
            <p:cNvSpPr/>
            <p:nvPr/>
          </p:nvSpPr>
          <p:spPr>
            <a:xfrm>
              <a:off x="2373325" y="3005763"/>
              <a:ext cx="54407" cy="55191"/>
            </a:xfrm>
            <a:prstGeom prst="rect">
              <a:avLst/>
            </a:prstGeom>
            <a:solidFill>
              <a:srgbClr val="241C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6" name="Input frame mosaic cell">
              <a:extLst>
                <a:ext uri="{FF2B5EF4-FFF2-40B4-BE49-F238E27FC236}">
                  <a16:creationId xmlns:a16="http://schemas.microsoft.com/office/drawing/2014/main" id="{1A69BC7C-C7AC-0FAE-AAEA-DB618D1EF31A}"/>
                </a:ext>
              </a:extLst>
            </p:cNvPr>
            <p:cNvSpPr/>
            <p:nvPr/>
          </p:nvSpPr>
          <p:spPr>
            <a:xfrm>
              <a:off x="429768" y="3056382"/>
              <a:ext cx="54407" cy="55191"/>
            </a:xfrm>
            <a:prstGeom prst="rect">
              <a:avLst/>
            </a:prstGeom>
            <a:solidFill>
              <a:srgbClr val="0805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7" name="Input frame mosaic cell">
              <a:extLst>
                <a:ext uri="{FF2B5EF4-FFF2-40B4-BE49-F238E27FC236}">
                  <a16:creationId xmlns:a16="http://schemas.microsoft.com/office/drawing/2014/main" id="{D2D0DE1F-4329-4435-C059-57A4ED1571E8}"/>
                </a:ext>
              </a:extLst>
            </p:cNvPr>
            <p:cNvSpPr/>
            <p:nvPr/>
          </p:nvSpPr>
          <p:spPr>
            <a:xfrm>
              <a:off x="479603" y="3056382"/>
              <a:ext cx="54407" cy="55191"/>
            </a:xfrm>
            <a:prstGeom prst="rect">
              <a:avLst/>
            </a:prstGeom>
            <a:solidFill>
              <a:srgbClr val="6836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8" name="Input frame mosaic cell">
              <a:extLst>
                <a:ext uri="{FF2B5EF4-FFF2-40B4-BE49-F238E27FC236}">
                  <a16:creationId xmlns:a16="http://schemas.microsoft.com/office/drawing/2014/main" id="{F2C81DCC-4334-52DB-A18B-014E11145DF4}"/>
                </a:ext>
              </a:extLst>
            </p:cNvPr>
            <p:cNvSpPr/>
            <p:nvPr/>
          </p:nvSpPr>
          <p:spPr>
            <a:xfrm>
              <a:off x="529438" y="3056382"/>
              <a:ext cx="54407" cy="55191"/>
            </a:xfrm>
            <a:prstGeom prst="rect">
              <a:avLst/>
            </a:prstGeom>
            <a:solidFill>
              <a:srgbClr val="A25B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29" name="Input frame mosaic cell">
              <a:extLst>
                <a:ext uri="{FF2B5EF4-FFF2-40B4-BE49-F238E27FC236}">
                  <a16:creationId xmlns:a16="http://schemas.microsoft.com/office/drawing/2014/main" id="{433264E5-E9CA-9CBA-0F92-913C942983E3}"/>
                </a:ext>
              </a:extLst>
            </p:cNvPr>
            <p:cNvSpPr/>
            <p:nvPr/>
          </p:nvSpPr>
          <p:spPr>
            <a:xfrm>
              <a:off x="579272" y="3056382"/>
              <a:ext cx="54407" cy="55191"/>
            </a:xfrm>
            <a:prstGeom prst="rect">
              <a:avLst/>
            </a:prstGeom>
            <a:solidFill>
              <a:srgbClr val="B169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0" name="Input frame mosaic cell">
              <a:extLst>
                <a:ext uri="{FF2B5EF4-FFF2-40B4-BE49-F238E27FC236}">
                  <a16:creationId xmlns:a16="http://schemas.microsoft.com/office/drawing/2014/main" id="{EFDD7D83-E98D-B73D-0D23-A279E344F213}"/>
                </a:ext>
              </a:extLst>
            </p:cNvPr>
            <p:cNvSpPr/>
            <p:nvPr/>
          </p:nvSpPr>
          <p:spPr>
            <a:xfrm>
              <a:off x="629107" y="3056382"/>
              <a:ext cx="54407" cy="55191"/>
            </a:xfrm>
            <a:prstGeom prst="rect">
              <a:avLst/>
            </a:prstGeom>
            <a:solidFill>
              <a:srgbClr val="BA6F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1" name="Input frame mosaic cell">
              <a:extLst>
                <a:ext uri="{FF2B5EF4-FFF2-40B4-BE49-F238E27FC236}">
                  <a16:creationId xmlns:a16="http://schemas.microsoft.com/office/drawing/2014/main" id="{68C95374-289F-4F9C-1D19-D4D978D78D7D}"/>
                </a:ext>
              </a:extLst>
            </p:cNvPr>
            <p:cNvSpPr/>
            <p:nvPr/>
          </p:nvSpPr>
          <p:spPr>
            <a:xfrm>
              <a:off x="678942" y="3056382"/>
              <a:ext cx="54407" cy="55191"/>
            </a:xfrm>
            <a:prstGeom prst="rect">
              <a:avLst/>
            </a:prstGeom>
            <a:solidFill>
              <a:srgbClr val="C172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2" name="Input frame mosaic cell">
              <a:extLst>
                <a:ext uri="{FF2B5EF4-FFF2-40B4-BE49-F238E27FC236}">
                  <a16:creationId xmlns:a16="http://schemas.microsoft.com/office/drawing/2014/main" id="{98AD912F-CE64-014E-7FBB-FE5EED16F467}"/>
                </a:ext>
              </a:extLst>
            </p:cNvPr>
            <p:cNvSpPr/>
            <p:nvPr/>
          </p:nvSpPr>
          <p:spPr>
            <a:xfrm>
              <a:off x="728777" y="3056382"/>
              <a:ext cx="54407" cy="55191"/>
            </a:xfrm>
            <a:prstGeom prst="rect">
              <a:avLst/>
            </a:prstGeom>
            <a:solidFill>
              <a:srgbClr val="B968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3" name="Input frame mosaic cell">
              <a:extLst>
                <a:ext uri="{FF2B5EF4-FFF2-40B4-BE49-F238E27FC236}">
                  <a16:creationId xmlns:a16="http://schemas.microsoft.com/office/drawing/2014/main" id="{324ED7FA-F722-64F4-A44B-F68D16A125E4}"/>
                </a:ext>
              </a:extLst>
            </p:cNvPr>
            <p:cNvSpPr/>
            <p:nvPr/>
          </p:nvSpPr>
          <p:spPr>
            <a:xfrm>
              <a:off x="778612" y="3056382"/>
              <a:ext cx="54407" cy="55191"/>
            </a:xfrm>
            <a:prstGeom prst="rect">
              <a:avLst/>
            </a:prstGeom>
            <a:solidFill>
              <a:srgbClr val="B65A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4" name="Input frame mosaic cell">
              <a:extLst>
                <a:ext uri="{FF2B5EF4-FFF2-40B4-BE49-F238E27FC236}">
                  <a16:creationId xmlns:a16="http://schemas.microsoft.com/office/drawing/2014/main" id="{0CF74802-EF5E-A733-D4DF-9D4AAD707042}"/>
                </a:ext>
              </a:extLst>
            </p:cNvPr>
            <p:cNvSpPr/>
            <p:nvPr/>
          </p:nvSpPr>
          <p:spPr>
            <a:xfrm>
              <a:off x="828446" y="3056382"/>
              <a:ext cx="54407" cy="55191"/>
            </a:xfrm>
            <a:prstGeom prst="rect">
              <a:avLst/>
            </a:prstGeom>
            <a:solidFill>
              <a:srgbClr val="C269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5" name="Input frame mosaic cell">
              <a:extLst>
                <a:ext uri="{FF2B5EF4-FFF2-40B4-BE49-F238E27FC236}">
                  <a16:creationId xmlns:a16="http://schemas.microsoft.com/office/drawing/2014/main" id="{53C7ED2E-1587-0292-7871-B75C92E8AB65}"/>
                </a:ext>
              </a:extLst>
            </p:cNvPr>
            <p:cNvSpPr/>
            <p:nvPr/>
          </p:nvSpPr>
          <p:spPr>
            <a:xfrm>
              <a:off x="878281" y="3056382"/>
              <a:ext cx="54407" cy="55191"/>
            </a:xfrm>
            <a:prstGeom prst="rect">
              <a:avLst/>
            </a:prstGeom>
            <a:solidFill>
              <a:srgbClr val="CA786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6" name="Input frame mosaic cell">
              <a:extLst>
                <a:ext uri="{FF2B5EF4-FFF2-40B4-BE49-F238E27FC236}">
                  <a16:creationId xmlns:a16="http://schemas.microsoft.com/office/drawing/2014/main" id="{1F94A8F9-E94B-B8CB-9FC9-62B414407241}"/>
                </a:ext>
              </a:extLst>
            </p:cNvPr>
            <p:cNvSpPr/>
            <p:nvPr/>
          </p:nvSpPr>
          <p:spPr>
            <a:xfrm>
              <a:off x="928116" y="3056382"/>
              <a:ext cx="54407" cy="55191"/>
            </a:xfrm>
            <a:prstGeom prst="rect">
              <a:avLst/>
            </a:prstGeom>
            <a:solidFill>
              <a:srgbClr val="C6756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7" name="Input frame mosaic cell">
              <a:extLst>
                <a:ext uri="{FF2B5EF4-FFF2-40B4-BE49-F238E27FC236}">
                  <a16:creationId xmlns:a16="http://schemas.microsoft.com/office/drawing/2014/main" id="{D6D79477-3E98-5866-3A77-4307CF28DAA4}"/>
                </a:ext>
              </a:extLst>
            </p:cNvPr>
            <p:cNvSpPr/>
            <p:nvPr/>
          </p:nvSpPr>
          <p:spPr>
            <a:xfrm>
              <a:off x="977951" y="3056382"/>
              <a:ext cx="54407" cy="55191"/>
            </a:xfrm>
            <a:prstGeom prst="rect">
              <a:avLst/>
            </a:prstGeom>
            <a:solidFill>
              <a:srgbClr val="BC5D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8" name="Input frame mosaic cell">
              <a:extLst>
                <a:ext uri="{FF2B5EF4-FFF2-40B4-BE49-F238E27FC236}">
                  <a16:creationId xmlns:a16="http://schemas.microsoft.com/office/drawing/2014/main" id="{1DD4EA60-0984-AC2D-27C8-6B03D70D34BA}"/>
                </a:ext>
              </a:extLst>
            </p:cNvPr>
            <p:cNvSpPr/>
            <p:nvPr/>
          </p:nvSpPr>
          <p:spPr>
            <a:xfrm>
              <a:off x="1027786" y="3056382"/>
              <a:ext cx="54407" cy="55191"/>
            </a:xfrm>
            <a:prstGeom prst="rect">
              <a:avLst/>
            </a:prstGeom>
            <a:solidFill>
              <a:srgbClr val="B34F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39" name="Input frame mosaic cell">
              <a:extLst>
                <a:ext uri="{FF2B5EF4-FFF2-40B4-BE49-F238E27FC236}">
                  <a16:creationId xmlns:a16="http://schemas.microsoft.com/office/drawing/2014/main" id="{975B8A4B-8E64-ED0A-80F7-1E37FCFF3803}"/>
                </a:ext>
              </a:extLst>
            </p:cNvPr>
            <p:cNvSpPr/>
            <p:nvPr/>
          </p:nvSpPr>
          <p:spPr>
            <a:xfrm>
              <a:off x="1077620" y="3056382"/>
              <a:ext cx="54407" cy="55191"/>
            </a:xfrm>
            <a:prstGeom prst="rect">
              <a:avLst/>
            </a:prstGeom>
            <a:solidFill>
              <a:srgbClr val="8938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0" name="Input frame mosaic cell">
              <a:extLst>
                <a:ext uri="{FF2B5EF4-FFF2-40B4-BE49-F238E27FC236}">
                  <a16:creationId xmlns:a16="http://schemas.microsoft.com/office/drawing/2014/main" id="{9B55DB8F-8E63-8FAD-3994-B53AE8BEB9A7}"/>
                </a:ext>
              </a:extLst>
            </p:cNvPr>
            <p:cNvSpPr/>
            <p:nvPr/>
          </p:nvSpPr>
          <p:spPr>
            <a:xfrm>
              <a:off x="1127455" y="3056382"/>
              <a:ext cx="54407" cy="55191"/>
            </a:xfrm>
            <a:prstGeom prst="rect">
              <a:avLst/>
            </a:prstGeom>
            <a:solidFill>
              <a:srgbClr val="4B25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1" name="Input frame mosaic cell">
              <a:extLst>
                <a:ext uri="{FF2B5EF4-FFF2-40B4-BE49-F238E27FC236}">
                  <a16:creationId xmlns:a16="http://schemas.microsoft.com/office/drawing/2014/main" id="{F5E06842-C957-758F-2106-58385E7C4659}"/>
                </a:ext>
              </a:extLst>
            </p:cNvPr>
            <p:cNvSpPr/>
            <p:nvPr/>
          </p:nvSpPr>
          <p:spPr>
            <a:xfrm>
              <a:off x="1177290" y="3056382"/>
              <a:ext cx="54407" cy="55191"/>
            </a:xfrm>
            <a:prstGeom prst="rect">
              <a:avLst/>
            </a:prstGeom>
            <a:solidFill>
              <a:srgbClr val="4627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2" name="Input frame mosaic cell">
              <a:extLst>
                <a:ext uri="{FF2B5EF4-FFF2-40B4-BE49-F238E27FC236}">
                  <a16:creationId xmlns:a16="http://schemas.microsoft.com/office/drawing/2014/main" id="{1756259E-7676-C6B9-CB6F-563A82F82B5C}"/>
                </a:ext>
              </a:extLst>
            </p:cNvPr>
            <p:cNvSpPr/>
            <p:nvPr/>
          </p:nvSpPr>
          <p:spPr>
            <a:xfrm>
              <a:off x="1227125" y="3056382"/>
              <a:ext cx="54407" cy="55191"/>
            </a:xfrm>
            <a:prstGeom prst="rect">
              <a:avLst/>
            </a:prstGeom>
            <a:solidFill>
              <a:srgbClr val="4C26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3" name="Input frame mosaic cell">
              <a:extLst>
                <a:ext uri="{FF2B5EF4-FFF2-40B4-BE49-F238E27FC236}">
                  <a16:creationId xmlns:a16="http://schemas.microsoft.com/office/drawing/2014/main" id="{B1BAB653-1584-F7C8-CB06-52A9203830E1}"/>
                </a:ext>
              </a:extLst>
            </p:cNvPr>
            <p:cNvSpPr/>
            <p:nvPr/>
          </p:nvSpPr>
          <p:spPr>
            <a:xfrm>
              <a:off x="1276960" y="3056382"/>
              <a:ext cx="54407" cy="55191"/>
            </a:xfrm>
            <a:prstGeom prst="rect">
              <a:avLst/>
            </a:prstGeom>
            <a:solidFill>
              <a:srgbClr val="5C2C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4" name="Input frame mosaic cell">
              <a:extLst>
                <a:ext uri="{FF2B5EF4-FFF2-40B4-BE49-F238E27FC236}">
                  <a16:creationId xmlns:a16="http://schemas.microsoft.com/office/drawing/2014/main" id="{5262E197-B41E-182E-129C-C95C91B76682}"/>
                </a:ext>
              </a:extLst>
            </p:cNvPr>
            <p:cNvSpPr/>
            <p:nvPr/>
          </p:nvSpPr>
          <p:spPr>
            <a:xfrm>
              <a:off x="1326794" y="3056382"/>
              <a:ext cx="54407" cy="55191"/>
            </a:xfrm>
            <a:prstGeom prst="rect">
              <a:avLst/>
            </a:prstGeom>
            <a:solidFill>
              <a:srgbClr val="602B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5" name="Input frame mosaic cell">
              <a:extLst>
                <a:ext uri="{FF2B5EF4-FFF2-40B4-BE49-F238E27FC236}">
                  <a16:creationId xmlns:a16="http://schemas.microsoft.com/office/drawing/2014/main" id="{E146B930-17EE-F705-600E-A22AE803896F}"/>
                </a:ext>
              </a:extLst>
            </p:cNvPr>
            <p:cNvSpPr/>
            <p:nvPr/>
          </p:nvSpPr>
          <p:spPr>
            <a:xfrm>
              <a:off x="1376629" y="3056382"/>
              <a:ext cx="54407" cy="55191"/>
            </a:xfrm>
            <a:prstGeom prst="rect">
              <a:avLst/>
            </a:prstGeom>
            <a:solidFill>
              <a:srgbClr val="6D2F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6" name="Input frame mosaic cell">
              <a:extLst>
                <a:ext uri="{FF2B5EF4-FFF2-40B4-BE49-F238E27FC236}">
                  <a16:creationId xmlns:a16="http://schemas.microsoft.com/office/drawing/2014/main" id="{20783DE2-4E20-3BA0-3787-880C95AD8043}"/>
                </a:ext>
              </a:extLst>
            </p:cNvPr>
            <p:cNvSpPr/>
            <p:nvPr/>
          </p:nvSpPr>
          <p:spPr>
            <a:xfrm>
              <a:off x="1426464" y="3056382"/>
              <a:ext cx="54407" cy="55191"/>
            </a:xfrm>
            <a:prstGeom prst="rect">
              <a:avLst/>
            </a:prstGeom>
            <a:solidFill>
              <a:srgbClr val="8037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7" name="Input frame mosaic cell">
              <a:extLst>
                <a:ext uri="{FF2B5EF4-FFF2-40B4-BE49-F238E27FC236}">
                  <a16:creationId xmlns:a16="http://schemas.microsoft.com/office/drawing/2014/main" id="{07F0C6EE-99A6-719B-34F1-789A7A0687BB}"/>
                </a:ext>
              </a:extLst>
            </p:cNvPr>
            <p:cNvSpPr/>
            <p:nvPr/>
          </p:nvSpPr>
          <p:spPr>
            <a:xfrm>
              <a:off x="1476299" y="3056382"/>
              <a:ext cx="54407" cy="55191"/>
            </a:xfrm>
            <a:prstGeom prst="rect">
              <a:avLst/>
            </a:prstGeom>
            <a:solidFill>
              <a:srgbClr val="9749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8" name="Input frame mosaic cell">
              <a:extLst>
                <a:ext uri="{FF2B5EF4-FFF2-40B4-BE49-F238E27FC236}">
                  <a16:creationId xmlns:a16="http://schemas.microsoft.com/office/drawing/2014/main" id="{44BECD15-86BA-8B39-63E3-84DD16983E92}"/>
                </a:ext>
              </a:extLst>
            </p:cNvPr>
            <p:cNvSpPr/>
            <p:nvPr/>
          </p:nvSpPr>
          <p:spPr>
            <a:xfrm>
              <a:off x="1526134" y="3056382"/>
              <a:ext cx="54407" cy="55191"/>
            </a:xfrm>
            <a:prstGeom prst="rect">
              <a:avLst/>
            </a:prstGeom>
            <a:solidFill>
              <a:srgbClr val="A04F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49" name="Input frame mosaic cell">
              <a:extLst>
                <a:ext uri="{FF2B5EF4-FFF2-40B4-BE49-F238E27FC236}">
                  <a16:creationId xmlns:a16="http://schemas.microsoft.com/office/drawing/2014/main" id="{385E333C-27A2-227F-9AF9-7CD74B7DA8A5}"/>
                </a:ext>
              </a:extLst>
            </p:cNvPr>
            <p:cNvSpPr/>
            <p:nvPr/>
          </p:nvSpPr>
          <p:spPr>
            <a:xfrm>
              <a:off x="1575968" y="3056382"/>
              <a:ext cx="54407" cy="55191"/>
            </a:xfrm>
            <a:prstGeom prst="rect">
              <a:avLst/>
            </a:prstGeom>
            <a:solidFill>
              <a:srgbClr val="9A43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0" name="Input frame mosaic cell">
              <a:extLst>
                <a:ext uri="{FF2B5EF4-FFF2-40B4-BE49-F238E27FC236}">
                  <a16:creationId xmlns:a16="http://schemas.microsoft.com/office/drawing/2014/main" id="{54C35BF2-81CB-9B3E-D55F-94AE625667F5}"/>
                </a:ext>
              </a:extLst>
            </p:cNvPr>
            <p:cNvSpPr/>
            <p:nvPr/>
          </p:nvSpPr>
          <p:spPr>
            <a:xfrm>
              <a:off x="1625803" y="3056382"/>
              <a:ext cx="54407" cy="55191"/>
            </a:xfrm>
            <a:prstGeom prst="rect">
              <a:avLst/>
            </a:prstGeom>
            <a:solidFill>
              <a:srgbClr val="A151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1" name="Input frame mosaic cell">
              <a:extLst>
                <a:ext uri="{FF2B5EF4-FFF2-40B4-BE49-F238E27FC236}">
                  <a16:creationId xmlns:a16="http://schemas.microsoft.com/office/drawing/2014/main" id="{5CD8322B-4EAE-D9DC-7BF1-F9ECC1B63671}"/>
                </a:ext>
              </a:extLst>
            </p:cNvPr>
            <p:cNvSpPr/>
            <p:nvPr/>
          </p:nvSpPr>
          <p:spPr>
            <a:xfrm>
              <a:off x="1675638" y="3056382"/>
              <a:ext cx="54407" cy="55191"/>
            </a:xfrm>
            <a:prstGeom prst="rect">
              <a:avLst/>
            </a:prstGeom>
            <a:solidFill>
              <a:srgbClr val="9C4E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2" name="Input frame mosaic cell">
              <a:extLst>
                <a:ext uri="{FF2B5EF4-FFF2-40B4-BE49-F238E27FC236}">
                  <a16:creationId xmlns:a16="http://schemas.microsoft.com/office/drawing/2014/main" id="{B01ED85F-2E5D-4C2A-11A2-C6191327FF78}"/>
                </a:ext>
              </a:extLst>
            </p:cNvPr>
            <p:cNvSpPr/>
            <p:nvPr/>
          </p:nvSpPr>
          <p:spPr>
            <a:xfrm>
              <a:off x="1725473" y="3056382"/>
              <a:ext cx="54407" cy="55191"/>
            </a:xfrm>
            <a:prstGeom prst="rect">
              <a:avLst/>
            </a:prstGeom>
            <a:solidFill>
              <a:srgbClr val="883A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3" name="Input frame mosaic cell">
              <a:extLst>
                <a:ext uri="{FF2B5EF4-FFF2-40B4-BE49-F238E27FC236}">
                  <a16:creationId xmlns:a16="http://schemas.microsoft.com/office/drawing/2014/main" id="{7FF4DE81-FC36-398D-8333-48844EDB865A}"/>
                </a:ext>
              </a:extLst>
            </p:cNvPr>
            <p:cNvSpPr/>
            <p:nvPr/>
          </p:nvSpPr>
          <p:spPr>
            <a:xfrm>
              <a:off x="1775308" y="3056382"/>
              <a:ext cx="54407" cy="55191"/>
            </a:xfrm>
            <a:prstGeom prst="rect">
              <a:avLst/>
            </a:prstGeom>
            <a:solidFill>
              <a:srgbClr val="AC60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4" name="Input frame mosaic cell">
              <a:extLst>
                <a:ext uri="{FF2B5EF4-FFF2-40B4-BE49-F238E27FC236}">
                  <a16:creationId xmlns:a16="http://schemas.microsoft.com/office/drawing/2014/main" id="{1C811D06-D73D-6A3A-C69C-264A78D376B1}"/>
                </a:ext>
              </a:extLst>
            </p:cNvPr>
            <p:cNvSpPr/>
            <p:nvPr/>
          </p:nvSpPr>
          <p:spPr>
            <a:xfrm>
              <a:off x="1825142" y="3056382"/>
              <a:ext cx="54407" cy="55191"/>
            </a:xfrm>
            <a:prstGeom prst="rect">
              <a:avLst/>
            </a:prstGeom>
            <a:solidFill>
              <a:srgbClr val="CB6D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5" name="Input frame mosaic cell">
              <a:extLst>
                <a:ext uri="{FF2B5EF4-FFF2-40B4-BE49-F238E27FC236}">
                  <a16:creationId xmlns:a16="http://schemas.microsoft.com/office/drawing/2014/main" id="{AC7263B0-D4DC-5661-0BF4-D2EC1AE2D7B1}"/>
                </a:ext>
              </a:extLst>
            </p:cNvPr>
            <p:cNvSpPr/>
            <p:nvPr/>
          </p:nvSpPr>
          <p:spPr>
            <a:xfrm>
              <a:off x="1874977" y="3056382"/>
              <a:ext cx="54407" cy="55191"/>
            </a:xfrm>
            <a:prstGeom prst="rect">
              <a:avLst/>
            </a:prstGeom>
            <a:solidFill>
              <a:srgbClr val="D777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6" name="Input frame mosaic cell">
              <a:extLst>
                <a:ext uri="{FF2B5EF4-FFF2-40B4-BE49-F238E27FC236}">
                  <a16:creationId xmlns:a16="http://schemas.microsoft.com/office/drawing/2014/main" id="{E4B4E956-8D5D-5C51-7F58-70098015DE9F}"/>
                </a:ext>
              </a:extLst>
            </p:cNvPr>
            <p:cNvSpPr/>
            <p:nvPr/>
          </p:nvSpPr>
          <p:spPr>
            <a:xfrm>
              <a:off x="1924812" y="3056382"/>
              <a:ext cx="54407" cy="55191"/>
            </a:xfrm>
            <a:prstGeom prst="rect">
              <a:avLst/>
            </a:prstGeom>
            <a:solidFill>
              <a:srgbClr val="C55E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7" name="Input frame mosaic cell">
              <a:extLst>
                <a:ext uri="{FF2B5EF4-FFF2-40B4-BE49-F238E27FC236}">
                  <a16:creationId xmlns:a16="http://schemas.microsoft.com/office/drawing/2014/main" id="{DCDB3F5F-B1D9-185A-FC60-3BA9A770D948}"/>
                </a:ext>
              </a:extLst>
            </p:cNvPr>
            <p:cNvSpPr/>
            <p:nvPr/>
          </p:nvSpPr>
          <p:spPr>
            <a:xfrm>
              <a:off x="1974647" y="3056382"/>
              <a:ext cx="54407" cy="55191"/>
            </a:xfrm>
            <a:prstGeom prst="rect">
              <a:avLst/>
            </a:prstGeom>
            <a:solidFill>
              <a:srgbClr val="C97B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8" name="Input frame mosaic cell">
              <a:extLst>
                <a:ext uri="{FF2B5EF4-FFF2-40B4-BE49-F238E27FC236}">
                  <a16:creationId xmlns:a16="http://schemas.microsoft.com/office/drawing/2014/main" id="{535EF76F-D8AD-C30E-7E27-67EC26CFA678}"/>
                </a:ext>
              </a:extLst>
            </p:cNvPr>
            <p:cNvSpPr/>
            <p:nvPr/>
          </p:nvSpPr>
          <p:spPr>
            <a:xfrm>
              <a:off x="2024482" y="3056382"/>
              <a:ext cx="54407" cy="55191"/>
            </a:xfrm>
            <a:prstGeom prst="rect">
              <a:avLst/>
            </a:prstGeom>
            <a:solidFill>
              <a:srgbClr val="BC74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59" name="Input frame mosaic cell">
              <a:extLst>
                <a:ext uri="{FF2B5EF4-FFF2-40B4-BE49-F238E27FC236}">
                  <a16:creationId xmlns:a16="http://schemas.microsoft.com/office/drawing/2014/main" id="{D503D227-DEE3-73DE-CF6A-9BCEE7CA397B}"/>
                </a:ext>
              </a:extLst>
            </p:cNvPr>
            <p:cNvSpPr/>
            <p:nvPr/>
          </p:nvSpPr>
          <p:spPr>
            <a:xfrm>
              <a:off x="2074316" y="3056382"/>
              <a:ext cx="54407" cy="55191"/>
            </a:xfrm>
            <a:prstGeom prst="rect">
              <a:avLst/>
            </a:prstGeom>
            <a:solidFill>
              <a:srgbClr val="9850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0" name="Input frame mosaic cell">
              <a:extLst>
                <a:ext uri="{FF2B5EF4-FFF2-40B4-BE49-F238E27FC236}">
                  <a16:creationId xmlns:a16="http://schemas.microsoft.com/office/drawing/2014/main" id="{A9D45221-113E-D0B3-4CBB-A2074A81CB3C}"/>
                </a:ext>
              </a:extLst>
            </p:cNvPr>
            <p:cNvSpPr/>
            <p:nvPr/>
          </p:nvSpPr>
          <p:spPr>
            <a:xfrm>
              <a:off x="2124151" y="3056382"/>
              <a:ext cx="54407" cy="55191"/>
            </a:xfrm>
            <a:prstGeom prst="rect">
              <a:avLst/>
            </a:prstGeom>
            <a:solidFill>
              <a:srgbClr val="7F3A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1" name="Input frame mosaic cell">
              <a:extLst>
                <a:ext uri="{FF2B5EF4-FFF2-40B4-BE49-F238E27FC236}">
                  <a16:creationId xmlns:a16="http://schemas.microsoft.com/office/drawing/2014/main" id="{FA24C66D-EE1A-9395-5831-9AAE55C11339}"/>
                </a:ext>
              </a:extLst>
            </p:cNvPr>
            <p:cNvSpPr/>
            <p:nvPr/>
          </p:nvSpPr>
          <p:spPr>
            <a:xfrm>
              <a:off x="2173986" y="3056382"/>
              <a:ext cx="54407" cy="55191"/>
            </a:xfrm>
            <a:prstGeom prst="rect">
              <a:avLst/>
            </a:prstGeom>
            <a:solidFill>
              <a:srgbClr val="7E43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2" name="Input frame mosaic cell">
              <a:extLst>
                <a:ext uri="{FF2B5EF4-FFF2-40B4-BE49-F238E27FC236}">
                  <a16:creationId xmlns:a16="http://schemas.microsoft.com/office/drawing/2014/main" id="{05DD4DA4-3B5E-EBBF-0781-B47D1D1513E2}"/>
                </a:ext>
              </a:extLst>
            </p:cNvPr>
            <p:cNvSpPr/>
            <p:nvPr/>
          </p:nvSpPr>
          <p:spPr>
            <a:xfrm>
              <a:off x="2223821" y="3056382"/>
              <a:ext cx="54407" cy="55191"/>
            </a:xfrm>
            <a:prstGeom prst="rect">
              <a:avLst/>
            </a:prstGeom>
            <a:solidFill>
              <a:srgbClr val="7745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3" name="Input frame mosaic cell">
              <a:extLst>
                <a:ext uri="{FF2B5EF4-FFF2-40B4-BE49-F238E27FC236}">
                  <a16:creationId xmlns:a16="http://schemas.microsoft.com/office/drawing/2014/main" id="{99A2F7E1-A2D5-F673-77BF-184ADDB13DF1}"/>
                </a:ext>
              </a:extLst>
            </p:cNvPr>
            <p:cNvSpPr/>
            <p:nvPr/>
          </p:nvSpPr>
          <p:spPr>
            <a:xfrm>
              <a:off x="2273656" y="3056382"/>
              <a:ext cx="54407" cy="55191"/>
            </a:xfrm>
            <a:prstGeom prst="rect">
              <a:avLst/>
            </a:prstGeom>
            <a:solidFill>
              <a:srgbClr val="6436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4" name="Input frame mosaic cell">
              <a:extLst>
                <a:ext uri="{FF2B5EF4-FFF2-40B4-BE49-F238E27FC236}">
                  <a16:creationId xmlns:a16="http://schemas.microsoft.com/office/drawing/2014/main" id="{20B68632-68E8-752C-6A86-C6AFF5CFED1B}"/>
                </a:ext>
              </a:extLst>
            </p:cNvPr>
            <p:cNvSpPr/>
            <p:nvPr/>
          </p:nvSpPr>
          <p:spPr>
            <a:xfrm>
              <a:off x="2323490" y="3056382"/>
              <a:ext cx="54407" cy="55191"/>
            </a:xfrm>
            <a:prstGeom prst="rect">
              <a:avLst/>
            </a:prstGeom>
            <a:solidFill>
              <a:srgbClr val="44221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5" name="Input frame mosaic cell">
              <a:extLst>
                <a:ext uri="{FF2B5EF4-FFF2-40B4-BE49-F238E27FC236}">
                  <a16:creationId xmlns:a16="http://schemas.microsoft.com/office/drawing/2014/main" id="{BB7E3ADC-3D9D-C513-885E-9A7A7FEAE117}"/>
                </a:ext>
              </a:extLst>
            </p:cNvPr>
            <p:cNvSpPr/>
            <p:nvPr/>
          </p:nvSpPr>
          <p:spPr>
            <a:xfrm>
              <a:off x="2373325" y="3056382"/>
              <a:ext cx="54407" cy="55191"/>
            </a:xfrm>
            <a:prstGeom prst="rect">
              <a:avLst/>
            </a:prstGeom>
            <a:solidFill>
              <a:srgbClr val="170E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6" name="Input frame mosaic cell">
              <a:extLst>
                <a:ext uri="{FF2B5EF4-FFF2-40B4-BE49-F238E27FC236}">
                  <a16:creationId xmlns:a16="http://schemas.microsoft.com/office/drawing/2014/main" id="{D9BB263A-0B15-FB73-A480-D7900AD9E94C}"/>
                </a:ext>
              </a:extLst>
            </p:cNvPr>
            <p:cNvSpPr/>
            <p:nvPr/>
          </p:nvSpPr>
          <p:spPr>
            <a:xfrm>
              <a:off x="429768" y="3107001"/>
              <a:ext cx="54407" cy="55191"/>
            </a:xfrm>
            <a:prstGeom prst="rect">
              <a:avLst/>
            </a:prstGeom>
            <a:solidFill>
              <a:srgbClr val="0102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7" name="Input frame mosaic cell">
              <a:extLst>
                <a:ext uri="{FF2B5EF4-FFF2-40B4-BE49-F238E27FC236}">
                  <a16:creationId xmlns:a16="http://schemas.microsoft.com/office/drawing/2014/main" id="{0078C6D5-808B-5E08-FE80-859FFC538EB4}"/>
                </a:ext>
              </a:extLst>
            </p:cNvPr>
            <p:cNvSpPr/>
            <p:nvPr/>
          </p:nvSpPr>
          <p:spPr>
            <a:xfrm>
              <a:off x="479603" y="3107001"/>
              <a:ext cx="54407" cy="55191"/>
            </a:xfrm>
            <a:prstGeom prst="rect">
              <a:avLst/>
            </a:prstGeom>
            <a:solidFill>
              <a:srgbClr val="512C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8" name="Input frame mosaic cell">
              <a:extLst>
                <a:ext uri="{FF2B5EF4-FFF2-40B4-BE49-F238E27FC236}">
                  <a16:creationId xmlns:a16="http://schemas.microsoft.com/office/drawing/2014/main" id="{4EA71F66-3340-04A3-4D42-9667B64E6EA1}"/>
                </a:ext>
              </a:extLst>
            </p:cNvPr>
            <p:cNvSpPr/>
            <p:nvPr/>
          </p:nvSpPr>
          <p:spPr>
            <a:xfrm>
              <a:off x="529438" y="3107001"/>
              <a:ext cx="54407" cy="55191"/>
            </a:xfrm>
            <a:prstGeom prst="rect">
              <a:avLst/>
            </a:prstGeom>
            <a:solidFill>
              <a:srgbClr val="9D554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9" name="Input frame mosaic cell">
              <a:extLst>
                <a:ext uri="{FF2B5EF4-FFF2-40B4-BE49-F238E27FC236}">
                  <a16:creationId xmlns:a16="http://schemas.microsoft.com/office/drawing/2014/main" id="{B0938AB0-6690-326B-C2B3-71D947069365}"/>
                </a:ext>
              </a:extLst>
            </p:cNvPr>
            <p:cNvSpPr/>
            <p:nvPr/>
          </p:nvSpPr>
          <p:spPr>
            <a:xfrm>
              <a:off x="579272" y="3107001"/>
              <a:ext cx="54407" cy="55191"/>
            </a:xfrm>
            <a:prstGeom prst="rect">
              <a:avLst/>
            </a:prstGeom>
            <a:solidFill>
              <a:srgbClr val="AF64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0" name="Input frame mosaic cell">
              <a:extLst>
                <a:ext uri="{FF2B5EF4-FFF2-40B4-BE49-F238E27FC236}">
                  <a16:creationId xmlns:a16="http://schemas.microsoft.com/office/drawing/2014/main" id="{C5EE86A3-29DD-5082-187A-799553B166A5}"/>
                </a:ext>
              </a:extLst>
            </p:cNvPr>
            <p:cNvSpPr/>
            <p:nvPr/>
          </p:nvSpPr>
          <p:spPr>
            <a:xfrm>
              <a:off x="629107" y="3107001"/>
              <a:ext cx="54407" cy="55191"/>
            </a:xfrm>
            <a:prstGeom prst="rect">
              <a:avLst/>
            </a:prstGeom>
            <a:solidFill>
              <a:srgbClr val="BC6E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1" name="Input frame mosaic cell">
              <a:extLst>
                <a:ext uri="{FF2B5EF4-FFF2-40B4-BE49-F238E27FC236}">
                  <a16:creationId xmlns:a16="http://schemas.microsoft.com/office/drawing/2014/main" id="{28006083-25E0-C1CF-2503-6AEE93B19C7B}"/>
                </a:ext>
              </a:extLst>
            </p:cNvPr>
            <p:cNvSpPr/>
            <p:nvPr/>
          </p:nvSpPr>
          <p:spPr>
            <a:xfrm>
              <a:off x="678942" y="3107001"/>
              <a:ext cx="54407" cy="55191"/>
            </a:xfrm>
            <a:prstGeom prst="rect">
              <a:avLst/>
            </a:prstGeom>
            <a:solidFill>
              <a:srgbClr val="C4797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2" name="Input frame mosaic cell">
              <a:extLst>
                <a:ext uri="{FF2B5EF4-FFF2-40B4-BE49-F238E27FC236}">
                  <a16:creationId xmlns:a16="http://schemas.microsoft.com/office/drawing/2014/main" id="{4E0CDDF3-D029-A4BD-71F0-573C273D021A}"/>
                </a:ext>
              </a:extLst>
            </p:cNvPr>
            <p:cNvSpPr/>
            <p:nvPr/>
          </p:nvSpPr>
          <p:spPr>
            <a:xfrm>
              <a:off x="728777" y="3107001"/>
              <a:ext cx="54407" cy="55191"/>
            </a:xfrm>
            <a:prstGeom prst="rect">
              <a:avLst/>
            </a:prstGeom>
            <a:solidFill>
              <a:srgbClr val="B96D6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3" name="Input frame mosaic cell">
              <a:extLst>
                <a:ext uri="{FF2B5EF4-FFF2-40B4-BE49-F238E27FC236}">
                  <a16:creationId xmlns:a16="http://schemas.microsoft.com/office/drawing/2014/main" id="{9EC60DE5-DC83-4AC3-C76F-09BC5923BE9C}"/>
                </a:ext>
              </a:extLst>
            </p:cNvPr>
            <p:cNvSpPr/>
            <p:nvPr/>
          </p:nvSpPr>
          <p:spPr>
            <a:xfrm>
              <a:off x="778612" y="3107001"/>
              <a:ext cx="54407" cy="55191"/>
            </a:xfrm>
            <a:prstGeom prst="rect">
              <a:avLst/>
            </a:prstGeom>
            <a:solidFill>
              <a:srgbClr val="AB4E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4" name="Input frame mosaic cell">
              <a:extLst>
                <a:ext uri="{FF2B5EF4-FFF2-40B4-BE49-F238E27FC236}">
                  <a16:creationId xmlns:a16="http://schemas.microsoft.com/office/drawing/2014/main" id="{7D078CA9-02FD-CCA4-5A03-0915B970A171}"/>
                </a:ext>
              </a:extLst>
            </p:cNvPr>
            <p:cNvSpPr/>
            <p:nvPr/>
          </p:nvSpPr>
          <p:spPr>
            <a:xfrm>
              <a:off x="828446" y="3107001"/>
              <a:ext cx="54407" cy="55191"/>
            </a:xfrm>
            <a:prstGeom prst="rect">
              <a:avLst/>
            </a:prstGeom>
            <a:solidFill>
              <a:srgbClr val="A64A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5" name="Input frame mosaic cell">
              <a:extLst>
                <a:ext uri="{FF2B5EF4-FFF2-40B4-BE49-F238E27FC236}">
                  <a16:creationId xmlns:a16="http://schemas.microsoft.com/office/drawing/2014/main" id="{30A4F701-9236-F231-91B5-1E3D3CC91AE9}"/>
                </a:ext>
              </a:extLst>
            </p:cNvPr>
            <p:cNvSpPr/>
            <p:nvPr/>
          </p:nvSpPr>
          <p:spPr>
            <a:xfrm>
              <a:off x="878281" y="3107001"/>
              <a:ext cx="54407" cy="55191"/>
            </a:xfrm>
            <a:prstGeom prst="rect">
              <a:avLst/>
            </a:prstGeom>
            <a:solidFill>
              <a:srgbClr val="A851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6" name="Input frame mosaic cell">
              <a:extLst>
                <a:ext uri="{FF2B5EF4-FFF2-40B4-BE49-F238E27FC236}">
                  <a16:creationId xmlns:a16="http://schemas.microsoft.com/office/drawing/2014/main" id="{36C98A19-A604-5CF7-4E36-596FC44A81F5}"/>
                </a:ext>
              </a:extLst>
            </p:cNvPr>
            <p:cNvSpPr/>
            <p:nvPr/>
          </p:nvSpPr>
          <p:spPr>
            <a:xfrm>
              <a:off x="928116" y="3107001"/>
              <a:ext cx="54407" cy="55191"/>
            </a:xfrm>
            <a:prstGeom prst="rect">
              <a:avLst/>
            </a:prstGeom>
            <a:solidFill>
              <a:srgbClr val="AE54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7" name="Input frame mosaic cell">
              <a:extLst>
                <a:ext uri="{FF2B5EF4-FFF2-40B4-BE49-F238E27FC236}">
                  <a16:creationId xmlns:a16="http://schemas.microsoft.com/office/drawing/2014/main" id="{B58AB68E-E214-ADC7-EDA8-DC86FD1B8F15}"/>
                </a:ext>
              </a:extLst>
            </p:cNvPr>
            <p:cNvSpPr/>
            <p:nvPr/>
          </p:nvSpPr>
          <p:spPr>
            <a:xfrm>
              <a:off x="977951" y="3107001"/>
              <a:ext cx="54407" cy="55191"/>
            </a:xfrm>
            <a:prstGeom prst="rect">
              <a:avLst/>
            </a:prstGeom>
            <a:solidFill>
              <a:srgbClr val="C25C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8" name="Input frame mosaic cell">
              <a:extLst>
                <a:ext uri="{FF2B5EF4-FFF2-40B4-BE49-F238E27FC236}">
                  <a16:creationId xmlns:a16="http://schemas.microsoft.com/office/drawing/2014/main" id="{6CA290F5-6E96-7883-C473-1C27FF86BDA4}"/>
                </a:ext>
              </a:extLst>
            </p:cNvPr>
            <p:cNvSpPr/>
            <p:nvPr/>
          </p:nvSpPr>
          <p:spPr>
            <a:xfrm>
              <a:off x="1027786" y="3107001"/>
              <a:ext cx="54407" cy="55191"/>
            </a:xfrm>
            <a:prstGeom prst="rect">
              <a:avLst/>
            </a:prstGeom>
            <a:solidFill>
              <a:srgbClr val="BD52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79" name="Input frame mosaic cell">
              <a:extLst>
                <a:ext uri="{FF2B5EF4-FFF2-40B4-BE49-F238E27FC236}">
                  <a16:creationId xmlns:a16="http://schemas.microsoft.com/office/drawing/2014/main" id="{9E8349FE-7C2B-D7FC-05A2-C8EF5F8EFA21}"/>
                </a:ext>
              </a:extLst>
            </p:cNvPr>
            <p:cNvSpPr/>
            <p:nvPr/>
          </p:nvSpPr>
          <p:spPr>
            <a:xfrm>
              <a:off x="1077620" y="3107001"/>
              <a:ext cx="54407" cy="55191"/>
            </a:xfrm>
            <a:prstGeom prst="rect">
              <a:avLst/>
            </a:prstGeom>
            <a:solidFill>
              <a:srgbClr val="9C42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0" name="Input frame mosaic cell">
              <a:extLst>
                <a:ext uri="{FF2B5EF4-FFF2-40B4-BE49-F238E27FC236}">
                  <a16:creationId xmlns:a16="http://schemas.microsoft.com/office/drawing/2014/main" id="{3B2AEBFB-2C6D-8758-AC09-67DC1090667A}"/>
                </a:ext>
              </a:extLst>
            </p:cNvPr>
            <p:cNvSpPr/>
            <p:nvPr/>
          </p:nvSpPr>
          <p:spPr>
            <a:xfrm>
              <a:off x="1127455" y="3107001"/>
              <a:ext cx="54407" cy="55191"/>
            </a:xfrm>
            <a:prstGeom prst="rect">
              <a:avLst/>
            </a:prstGeom>
            <a:solidFill>
              <a:srgbClr val="5126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1" name="Input frame mosaic cell">
              <a:extLst>
                <a:ext uri="{FF2B5EF4-FFF2-40B4-BE49-F238E27FC236}">
                  <a16:creationId xmlns:a16="http://schemas.microsoft.com/office/drawing/2014/main" id="{5A0C5B4C-ADF5-9965-57BC-50E30B84834C}"/>
                </a:ext>
              </a:extLst>
            </p:cNvPr>
            <p:cNvSpPr/>
            <p:nvPr/>
          </p:nvSpPr>
          <p:spPr>
            <a:xfrm>
              <a:off x="1177290" y="3107001"/>
              <a:ext cx="54407" cy="55191"/>
            </a:xfrm>
            <a:prstGeom prst="rect">
              <a:avLst/>
            </a:prstGeom>
            <a:solidFill>
              <a:srgbClr val="4D27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2" name="Input frame mosaic cell">
              <a:extLst>
                <a:ext uri="{FF2B5EF4-FFF2-40B4-BE49-F238E27FC236}">
                  <a16:creationId xmlns:a16="http://schemas.microsoft.com/office/drawing/2014/main" id="{DE36454C-817A-A4D8-522F-C1723F8BC2EF}"/>
                </a:ext>
              </a:extLst>
            </p:cNvPr>
            <p:cNvSpPr/>
            <p:nvPr/>
          </p:nvSpPr>
          <p:spPr>
            <a:xfrm>
              <a:off x="1227125" y="3107001"/>
              <a:ext cx="54407" cy="55191"/>
            </a:xfrm>
            <a:prstGeom prst="rect">
              <a:avLst/>
            </a:prstGeom>
            <a:solidFill>
              <a:srgbClr val="582B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3" name="Input frame mosaic cell">
              <a:extLst>
                <a:ext uri="{FF2B5EF4-FFF2-40B4-BE49-F238E27FC236}">
                  <a16:creationId xmlns:a16="http://schemas.microsoft.com/office/drawing/2014/main" id="{C8850687-CD24-4B37-27C4-60F07A0FD69B}"/>
                </a:ext>
              </a:extLst>
            </p:cNvPr>
            <p:cNvSpPr/>
            <p:nvPr/>
          </p:nvSpPr>
          <p:spPr>
            <a:xfrm>
              <a:off x="1276960" y="3107001"/>
              <a:ext cx="54407" cy="55191"/>
            </a:xfrm>
            <a:prstGeom prst="rect">
              <a:avLst/>
            </a:prstGeom>
            <a:solidFill>
              <a:srgbClr val="682F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4" name="Input frame mosaic cell">
              <a:extLst>
                <a:ext uri="{FF2B5EF4-FFF2-40B4-BE49-F238E27FC236}">
                  <a16:creationId xmlns:a16="http://schemas.microsoft.com/office/drawing/2014/main" id="{E097AD16-E1B5-337C-9736-FDEC2C9B035B}"/>
                </a:ext>
              </a:extLst>
            </p:cNvPr>
            <p:cNvSpPr/>
            <p:nvPr/>
          </p:nvSpPr>
          <p:spPr>
            <a:xfrm>
              <a:off x="1326794" y="3107001"/>
              <a:ext cx="54407" cy="55191"/>
            </a:xfrm>
            <a:prstGeom prst="rect">
              <a:avLst/>
            </a:prstGeom>
            <a:solidFill>
              <a:srgbClr val="7833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5" name="Input frame mosaic cell">
              <a:extLst>
                <a:ext uri="{FF2B5EF4-FFF2-40B4-BE49-F238E27FC236}">
                  <a16:creationId xmlns:a16="http://schemas.microsoft.com/office/drawing/2014/main" id="{AD8153FE-70EA-7904-313F-4A752AFB0A9B}"/>
                </a:ext>
              </a:extLst>
            </p:cNvPr>
            <p:cNvSpPr/>
            <p:nvPr/>
          </p:nvSpPr>
          <p:spPr>
            <a:xfrm>
              <a:off x="1376629" y="3107001"/>
              <a:ext cx="54407" cy="55191"/>
            </a:xfrm>
            <a:prstGeom prst="rect">
              <a:avLst/>
            </a:prstGeom>
            <a:solidFill>
              <a:srgbClr val="843D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6" name="Input frame mosaic cell">
              <a:extLst>
                <a:ext uri="{FF2B5EF4-FFF2-40B4-BE49-F238E27FC236}">
                  <a16:creationId xmlns:a16="http://schemas.microsoft.com/office/drawing/2014/main" id="{5C547A84-E5E0-0FFA-ACF7-6FE7146AF066}"/>
                </a:ext>
              </a:extLst>
            </p:cNvPr>
            <p:cNvSpPr/>
            <p:nvPr/>
          </p:nvSpPr>
          <p:spPr>
            <a:xfrm>
              <a:off x="1426464" y="3107001"/>
              <a:ext cx="54407" cy="55191"/>
            </a:xfrm>
            <a:prstGeom prst="rect">
              <a:avLst/>
            </a:prstGeom>
            <a:solidFill>
              <a:srgbClr val="9041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7" name="Input frame mosaic cell">
              <a:extLst>
                <a:ext uri="{FF2B5EF4-FFF2-40B4-BE49-F238E27FC236}">
                  <a16:creationId xmlns:a16="http://schemas.microsoft.com/office/drawing/2014/main" id="{D2D99C5B-6BB2-9C68-D2BE-240A73543922}"/>
                </a:ext>
              </a:extLst>
            </p:cNvPr>
            <p:cNvSpPr/>
            <p:nvPr/>
          </p:nvSpPr>
          <p:spPr>
            <a:xfrm>
              <a:off x="1476299" y="3107001"/>
              <a:ext cx="54407" cy="55191"/>
            </a:xfrm>
            <a:prstGeom prst="rect">
              <a:avLst/>
            </a:prstGeom>
            <a:solidFill>
              <a:srgbClr val="A553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8" name="Input frame mosaic cell">
              <a:extLst>
                <a:ext uri="{FF2B5EF4-FFF2-40B4-BE49-F238E27FC236}">
                  <a16:creationId xmlns:a16="http://schemas.microsoft.com/office/drawing/2014/main" id="{8F668765-8F20-0595-8AB1-CC97A493B00C}"/>
                </a:ext>
              </a:extLst>
            </p:cNvPr>
            <p:cNvSpPr/>
            <p:nvPr/>
          </p:nvSpPr>
          <p:spPr>
            <a:xfrm>
              <a:off x="1526134" y="3107001"/>
              <a:ext cx="54407" cy="55191"/>
            </a:xfrm>
            <a:prstGeom prst="rect">
              <a:avLst/>
            </a:prstGeom>
            <a:solidFill>
              <a:srgbClr val="A957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89" name="Input frame mosaic cell">
              <a:extLst>
                <a:ext uri="{FF2B5EF4-FFF2-40B4-BE49-F238E27FC236}">
                  <a16:creationId xmlns:a16="http://schemas.microsoft.com/office/drawing/2014/main" id="{FB4F01DF-C24C-97EA-75DB-DCBB979FB801}"/>
                </a:ext>
              </a:extLst>
            </p:cNvPr>
            <p:cNvSpPr/>
            <p:nvPr/>
          </p:nvSpPr>
          <p:spPr>
            <a:xfrm>
              <a:off x="1575968" y="3107001"/>
              <a:ext cx="54407" cy="55191"/>
            </a:xfrm>
            <a:prstGeom prst="rect">
              <a:avLst/>
            </a:prstGeom>
            <a:solidFill>
              <a:srgbClr val="A14D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0" name="Input frame mosaic cell">
              <a:extLst>
                <a:ext uri="{FF2B5EF4-FFF2-40B4-BE49-F238E27FC236}">
                  <a16:creationId xmlns:a16="http://schemas.microsoft.com/office/drawing/2014/main" id="{68D7B3C7-C5AB-7A95-4B4A-082D98FE3F29}"/>
                </a:ext>
              </a:extLst>
            </p:cNvPr>
            <p:cNvSpPr/>
            <p:nvPr/>
          </p:nvSpPr>
          <p:spPr>
            <a:xfrm>
              <a:off x="1625803" y="3107001"/>
              <a:ext cx="54407" cy="55191"/>
            </a:xfrm>
            <a:prstGeom prst="rect">
              <a:avLst/>
            </a:prstGeom>
            <a:solidFill>
              <a:srgbClr val="A250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1" name="Input frame mosaic cell">
              <a:extLst>
                <a:ext uri="{FF2B5EF4-FFF2-40B4-BE49-F238E27FC236}">
                  <a16:creationId xmlns:a16="http://schemas.microsoft.com/office/drawing/2014/main" id="{C1957C30-C712-52BC-AA21-84B0416EC43D}"/>
                </a:ext>
              </a:extLst>
            </p:cNvPr>
            <p:cNvSpPr/>
            <p:nvPr/>
          </p:nvSpPr>
          <p:spPr>
            <a:xfrm>
              <a:off x="1675638" y="3107001"/>
              <a:ext cx="54407" cy="55191"/>
            </a:xfrm>
            <a:prstGeom prst="rect">
              <a:avLst/>
            </a:prstGeom>
            <a:solidFill>
              <a:srgbClr val="A053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2" name="Input frame mosaic cell">
              <a:extLst>
                <a:ext uri="{FF2B5EF4-FFF2-40B4-BE49-F238E27FC236}">
                  <a16:creationId xmlns:a16="http://schemas.microsoft.com/office/drawing/2014/main" id="{71CEEFBC-639C-2607-7573-0DF59712F5CB}"/>
                </a:ext>
              </a:extLst>
            </p:cNvPr>
            <p:cNvSpPr/>
            <p:nvPr/>
          </p:nvSpPr>
          <p:spPr>
            <a:xfrm>
              <a:off x="1725473" y="3107001"/>
              <a:ext cx="54407" cy="55191"/>
            </a:xfrm>
            <a:prstGeom prst="rect">
              <a:avLst/>
            </a:prstGeom>
            <a:solidFill>
              <a:srgbClr val="893F4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3" name="Input frame mosaic cell">
              <a:extLst>
                <a:ext uri="{FF2B5EF4-FFF2-40B4-BE49-F238E27FC236}">
                  <a16:creationId xmlns:a16="http://schemas.microsoft.com/office/drawing/2014/main" id="{C98B4937-0BF6-B847-BDBF-E0BF6D19D6BB}"/>
                </a:ext>
              </a:extLst>
            </p:cNvPr>
            <p:cNvSpPr/>
            <p:nvPr/>
          </p:nvSpPr>
          <p:spPr>
            <a:xfrm>
              <a:off x="1775308" y="3107001"/>
              <a:ext cx="54407" cy="55191"/>
            </a:xfrm>
            <a:prstGeom prst="rect">
              <a:avLst/>
            </a:prstGeom>
            <a:solidFill>
              <a:srgbClr val="A65E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4" name="Input frame mosaic cell">
              <a:extLst>
                <a:ext uri="{FF2B5EF4-FFF2-40B4-BE49-F238E27FC236}">
                  <a16:creationId xmlns:a16="http://schemas.microsoft.com/office/drawing/2014/main" id="{CA99F805-E5D2-2097-D81A-75FBC7FC851A}"/>
                </a:ext>
              </a:extLst>
            </p:cNvPr>
            <p:cNvSpPr/>
            <p:nvPr/>
          </p:nvSpPr>
          <p:spPr>
            <a:xfrm>
              <a:off x="1825142" y="3107001"/>
              <a:ext cx="54407" cy="55191"/>
            </a:xfrm>
            <a:prstGeom prst="rect">
              <a:avLst/>
            </a:prstGeom>
            <a:solidFill>
              <a:srgbClr val="C86E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5" name="Input frame mosaic cell">
              <a:extLst>
                <a:ext uri="{FF2B5EF4-FFF2-40B4-BE49-F238E27FC236}">
                  <a16:creationId xmlns:a16="http://schemas.microsoft.com/office/drawing/2014/main" id="{E6988DCA-6647-4F5B-D7F2-514CE8BB7BEC}"/>
                </a:ext>
              </a:extLst>
            </p:cNvPr>
            <p:cNvSpPr/>
            <p:nvPr/>
          </p:nvSpPr>
          <p:spPr>
            <a:xfrm>
              <a:off x="1874977" y="3107001"/>
              <a:ext cx="54407" cy="55191"/>
            </a:xfrm>
            <a:prstGeom prst="rect">
              <a:avLst/>
            </a:prstGeom>
            <a:solidFill>
              <a:srgbClr val="C964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6" name="Input frame mosaic cell">
              <a:extLst>
                <a:ext uri="{FF2B5EF4-FFF2-40B4-BE49-F238E27FC236}">
                  <a16:creationId xmlns:a16="http://schemas.microsoft.com/office/drawing/2014/main" id="{250721BA-B24F-3AD7-F6EB-7CB7C782BF97}"/>
                </a:ext>
              </a:extLst>
            </p:cNvPr>
            <p:cNvSpPr/>
            <p:nvPr/>
          </p:nvSpPr>
          <p:spPr>
            <a:xfrm>
              <a:off x="1924812" y="3107001"/>
              <a:ext cx="54407" cy="55191"/>
            </a:xfrm>
            <a:prstGeom prst="rect">
              <a:avLst/>
            </a:prstGeom>
            <a:solidFill>
              <a:srgbClr val="B752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7" name="Input frame mosaic cell">
              <a:extLst>
                <a:ext uri="{FF2B5EF4-FFF2-40B4-BE49-F238E27FC236}">
                  <a16:creationId xmlns:a16="http://schemas.microsoft.com/office/drawing/2014/main" id="{7688A302-A427-3516-9A89-F4CD94441CAE}"/>
                </a:ext>
              </a:extLst>
            </p:cNvPr>
            <p:cNvSpPr/>
            <p:nvPr/>
          </p:nvSpPr>
          <p:spPr>
            <a:xfrm>
              <a:off x="1974647" y="3107001"/>
              <a:ext cx="54407" cy="55191"/>
            </a:xfrm>
            <a:prstGeom prst="rect">
              <a:avLst/>
            </a:prstGeom>
            <a:solidFill>
              <a:srgbClr val="C072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8" name="Input frame mosaic cell">
              <a:extLst>
                <a:ext uri="{FF2B5EF4-FFF2-40B4-BE49-F238E27FC236}">
                  <a16:creationId xmlns:a16="http://schemas.microsoft.com/office/drawing/2014/main" id="{FCB279CC-D5C5-72EF-0C99-28BEF0F467B0}"/>
                </a:ext>
              </a:extLst>
            </p:cNvPr>
            <p:cNvSpPr/>
            <p:nvPr/>
          </p:nvSpPr>
          <p:spPr>
            <a:xfrm>
              <a:off x="2024482" y="3107001"/>
              <a:ext cx="54407" cy="55191"/>
            </a:xfrm>
            <a:prstGeom prst="rect">
              <a:avLst/>
            </a:prstGeom>
            <a:solidFill>
              <a:srgbClr val="B167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99" name="Input frame mosaic cell">
              <a:extLst>
                <a:ext uri="{FF2B5EF4-FFF2-40B4-BE49-F238E27FC236}">
                  <a16:creationId xmlns:a16="http://schemas.microsoft.com/office/drawing/2014/main" id="{8169E794-CE6B-AEFE-47E5-5BDCB1703CAA}"/>
                </a:ext>
              </a:extLst>
            </p:cNvPr>
            <p:cNvSpPr/>
            <p:nvPr/>
          </p:nvSpPr>
          <p:spPr>
            <a:xfrm>
              <a:off x="2074316" y="3107001"/>
              <a:ext cx="54407" cy="55191"/>
            </a:xfrm>
            <a:prstGeom prst="rect">
              <a:avLst/>
            </a:prstGeom>
            <a:solidFill>
              <a:srgbClr val="8D44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0" name="Input frame mosaic cell">
              <a:extLst>
                <a:ext uri="{FF2B5EF4-FFF2-40B4-BE49-F238E27FC236}">
                  <a16:creationId xmlns:a16="http://schemas.microsoft.com/office/drawing/2014/main" id="{558E42B5-75C9-0016-3D35-6A8EF1617586}"/>
                </a:ext>
              </a:extLst>
            </p:cNvPr>
            <p:cNvSpPr/>
            <p:nvPr/>
          </p:nvSpPr>
          <p:spPr>
            <a:xfrm>
              <a:off x="2124151" y="3107001"/>
              <a:ext cx="54407" cy="55191"/>
            </a:xfrm>
            <a:prstGeom prst="rect">
              <a:avLst/>
            </a:prstGeom>
            <a:solidFill>
              <a:srgbClr val="7A36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1" name="Input frame mosaic cell">
              <a:extLst>
                <a:ext uri="{FF2B5EF4-FFF2-40B4-BE49-F238E27FC236}">
                  <a16:creationId xmlns:a16="http://schemas.microsoft.com/office/drawing/2014/main" id="{FA40D17E-5B4A-D5C8-5AC1-6F7B74B044D9}"/>
                </a:ext>
              </a:extLst>
            </p:cNvPr>
            <p:cNvSpPr/>
            <p:nvPr/>
          </p:nvSpPr>
          <p:spPr>
            <a:xfrm>
              <a:off x="2173986" y="3107001"/>
              <a:ext cx="54407" cy="55191"/>
            </a:xfrm>
            <a:prstGeom prst="rect">
              <a:avLst/>
            </a:prstGeom>
            <a:solidFill>
              <a:srgbClr val="7C40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2" name="Input frame mosaic cell">
              <a:extLst>
                <a:ext uri="{FF2B5EF4-FFF2-40B4-BE49-F238E27FC236}">
                  <a16:creationId xmlns:a16="http://schemas.microsoft.com/office/drawing/2014/main" id="{C94C1CDD-A5DB-4E7E-7FC5-94DC398E47FE}"/>
                </a:ext>
              </a:extLst>
            </p:cNvPr>
            <p:cNvSpPr/>
            <p:nvPr/>
          </p:nvSpPr>
          <p:spPr>
            <a:xfrm>
              <a:off x="2223821" y="3107001"/>
              <a:ext cx="54407" cy="55191"/>
            </a:xfrm>
            <a:prstGeom prst="rect">
              <a:avLst/>
            </a:prstGeom>
            <a:solidFill>
              <a:srgbClr val="743E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3" name="Input frame mosaic cell">
              <a:extLst>
                <a:ext uri="{FF2B5EF4-FFF2-40B4-BE49-F238E27FC236}">
                  <a16:creationId xmlns:a16="http://schemas.microsoft.com/office/drawing/2014/main" id="{C55E7CD4-D1E2-42C6-9A63-CF5AF99499DD}"/>
                </a:ext>
              </a:extLst>
            </p:cNvPr>
            <p:cNvSpPr/>
            <p:nvPr/>
          </p:nvSpPr>
          <p:spPr>
            <a:xfrm>
              <a:off x="2273656" y="3107001"/>
              <a:ext cx="54407" cy="55191"/>
            </a:xfrm>
            <a:prstGeom prst="rect">
              <a:avLst/>
            </a:prstGeom>
            <a:solidFill>
              <a:srgbClr val="6233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4" name="Input frame mosaic cell">
              <a:extLst>
                <a:ext uri="{FF2B5EF4-FFF2-40B4-BE49-F238E27FC236}">
                  <a16:creationId xmlns:a16="http://schemas.microsoft.com/office/drawing/2014/main" id="{9B1B7244-6801-DCDB-9202-FFBAE73096C4}"/>
                </a:ext>
              </a:extLst>
            </p:cNvPr>
            <p:cNvSpPr/>
            <p:nvPr/>
          </p:nvSpPr>
          <p:spPr>
            <a:xfrm>
              <a:off x="2323490" y="3107001"/>
              <a:ext cx="54407" cy="55191"/>
            </a:xfrm>
            <a:prstGeom prst="rect">
              <a:avLst/>
            </a:prstGeom>
            <a:solidFill>
              <a:srgbClr val="4221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5" name="Input frame mosaic cell">
              <a:extLst>
                <a:ext uri="{FF2B5EF4-FFF2-40B4-BE49-F238E27FC236}">
                  <a16:creationId xmlns:a16="http://schemas.microsoft.com/office/drawing/2014/main" id="{3B52BFD2-3DB3-8C2F-54AD-2331CE81B818}"/>
                </a:ext>
              </a:extLst>
            </p:cNvPr>
            <p:cNvSpPr/>
            <p:nvPr/>
          </p:nvSpPr>
          <p:spPr>
            <a:xfrm>
              <a:off x="2373325" y="3107001"/>
              <a:ext cx="54407" cy="55191"/>
            </a:xfrm>
            <a:prstGeom prst="rect">
              <a:avLst/>
            </a:prstGeom>
            <a:solidFill>
              <a:srgbClr val="0D08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6" name="Input frame mosaic cell">
              <a:extLst>
                <a:ext uri="{FF2B5EF4-FFF2-40B4-BE49-F238E27FC236}">
                  <a16:creationId xmlns:a16="http://schemas.microsoft.com/office/drawing/2014/main" id="{D12F85E1-1994-7530-0065-656D0B16ECE7}"/>
                </a:ext>
              </a:extLst>
            </p:cNvPr>
            <p:cNvSpPr/>
            <p:nvPr/>
          </p:nvSpPr>
          <p:spPr>
            <a:xfrm>
              <a:off x="429768" y="3157619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7" name="Input frame mosaic cell">
              <a:extLst>
                <a:ext uri="{FF2B5EF4-FFF2-40B4-BE49-F238E27FC236}">
                  <a16:creationId xmlns:a16="http://schemas.microsoft.com/office/drawing/2014/main" id="{93ECD185-451B-3FC5-C9D7-A6230612B473}"/>
                </a:ext>
              </a:extLst>
            </p:cNvPr>
            <p:cNvSpPr/>
            <p:nvPr/>
          </p:nvSpPr>
          <p:spPr>
            <a:xfrm>
              <a:off x="479603" y="3157619"/>
              <a:ext cx="54407" cy="55191"/>
            </a:xfrm>
            <a:prstGeom prst="rect">
              <a:avLst/>
            </a:prstGeom>
            <a:solidFill>
              <a:srgbClr val="301B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8" name="Input frame mosaic cell">
              <a:extLst>
                <a:ext uri="{FF2B5EF4-FFF2-40B4-BE49-F238E27FC236}">
                  <a16:creationId xmlns:a16="http://schemas.microsoft.com/office/drawing/2014/main" id="{CABDD37C-6B38-D22B-53FB-3F5E79CE1F4E}"/>
                </a:ext>
              </a:extLst>
            </p:cNvPr>
            <p:cNvSpPr/>
            <p:nvPr/>
          </p:nvSpPr>
          <p:spPr>
            <a:xfrm>
              <a:off x="529438" y="3157619"/>
              <a:ext cx="54407" cy="55191"/>
            </a:xfrm>
            <a:prstGeom prst="rect">
              <a:avLst/>
            </a:prstGeom>
            <a:solidFill>
              <a:srgbClr val="904B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09" name="Input frame mosaic cell">
              <a:extLst>
                <a:ext uri="{FF2B5EF4-FFF2-40B4-BE49-F238E27FC236}">
                  <a16:creationId xmlns:a16="http://schemas.microsoft.com/office/drawing/2014/main" id="{EA141B45-D9BD-AB91-2022-DDD08FD4D0B3}"/>
                </a:ext>
              </a:extLst>
            </p:cNvPr>
            <p:cNvSpPr/>
            <p:nvPr/>
          </p:nvSpPr>
          <p:spPr>
            <a:xfrm>
              <a:off x="579272" y="3157619"/>
              <a:ext cx="54407" cy="55191"/>
            </a:xfrm>
            <a:prstGeom prst="rect">
              <a:avLst/>
            </a:prstGeom>
            <a:solidFill>
              <a:srgbClr val="A75B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0" name="Input frame mosaic cell">
              <a:extLst>
                <a:ext uri="{FF2B5EF4-FFF2-40B4-BE49-F238E27FC236}">
                  <a16:creationId xmlns:a16="http://schemas.microsoft.com/office/drawing/2014/main" id="{63DF60D7-A5CA-16C7-E79F-EF24718B4F46}"/>
                </a:ext>
              </a:extLst>
            </p:cNvPr>
            <p:cNvSpPr/>
            <p:nvPr/>
          </p:nvSpPr>
          <p:spPr>
            <a:xfrm>
              <a:off x="629107" y="3157619"/>
              <a:ext cx="54407" cy="55191"/>
            </a:xfrm>
            <a:prstGeom prst="rect">
              <a:avLst/>
            </a:prstGeom>
            <a:solidFill>
              <a:srgbClr val="B56A6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1" name="Input frame mosaic cell">
              <a:extLst>
                <a:ext uri="{FF2B5EF4-FFF2-40B4-BE49-F238E27FC236}">
                  <a16:creationId xmlns:a16="http://schemas.microsoft.com/office/drawing/2014/main" id="{B2173A80-9603-A447-F3AB-AA3952A9DC8E}"/>
                </a:ext>
              </a:extLst>
            </p:cNvPr>
            <p:cNvSpPr/>
            <p:nvPr/>
          </p:nvSpPr>
          <p:spPr>
            <a:xfrm>
              <a:off x="678942" y="3157619"/>
              <a:ext cx="54407" cy="55191"/>
            </a:xfrm>
            <a:prstGeom prst="rect">
              <a:avLst/>
            </a:prstGeom>
            <a:solidFill>
              <a:srgbClr val="D59FA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2" name="Input frame mosaic cell">
              <a:extLst>
                <a:ext uri="{FF2B5EF4-FFF2-40B4-BE49-F238E27FC236}">
                  <a16:creationId xmlns:a16="http://schemas.microsoft.com/office/drawing/2014/main" id="{EF751845-46FF-417F-7C10-0006A1089D41}"/>
                </a:ext>
              </a:extLst>
            </p:cNvPr>
            <p:cNvSpPr/>
            <p:nvPr/>
          </p:nvSpPr>
          <p:spPr>
            <a:xfrm>
              <a:off x="728777" y="3157619"/>
              <a:ext cx="54407" cy="55191"/>
            </a:xfrm>
            <a:prstGeom prst="rect">
              <a:avLst/>
            </a:prstGeom>
            <a:solidFill>
              <a:srgbClr val="BA7A7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3" name="Input frame mosaic cell">
              <a:extLst>
                <a:ext uri="{FF2B5EF4-FFF2-40B4-BE49-F238E27FC236}">
                  <a16:creationId xmlns:a16="http://schemas.microsoft.com/office/drawing/2014/main" id="{591A0B55-218C-0160-B658-1F500654F1D7}"/>
                </a:ext>
              </a:extLst>
            </p:cNvPr>
            <p:cNvSpPr/>
            <p:nvPr/>
          </p:nvSpPr>
          <p:spPr>
            <a:xfrm>
              <a:off x="778612" y="3157619"/>
              <a:ext cx="54407" cy="55191"/>
            </a:xfrm>
            <a:prstGeom prst="rect">
              <a:avLst/>
            </a:prstGeom>
            <a:solidFill>
              <a:srgbClr val="A64C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4" name="Input frame mosaic cell">
              <a:extLst>
                <a:ext uri="{FF2B5EF4-FFF2-40B4-BE49-F238E27FC236}">
                  <a16:creationId xmlns:a16="http://schemas.microsoft.com/office/drawing/2014/main" id="{E4047F0A-4413-A53F-3729-E4841C9D81D8}"/>
                </a:ext>
              </a:extLst>
            </p:cNvPr>
            <p:cNvSpPr/>
            <p:nvPr/>
          </p:nvSpPr>
          <p:spPr>
            <a:xfrm>
              <a:off x="828446" y="3157619"/>
              <a:ext cx="54407" cy="55191"/>
            </a:xfrm>
            <a:prstGeom prst="rect">
              <a:avLst/>
            </a:prstGeom>
            <a:solidFill>
              <a:srgbClr val="A750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5" name="Input frame mosaic cell">
              <a:extLst>
                <a:ext uri="{FF2B5EF4-FFF2-40B4-BE49-F238E27FC236}">
                  <a16:creationId xmlns:a16="http://schemas.microsoft.com/office/drawing/2014/main" id="{38E83977-4B9D-D4B1-D5FB-15DA294696A6}"/>
                </a:ext>
              </a:extLst>
            </p:cNvPr>
            <p:cNvSpPr/>
            <p:nvPr/>
          </p:nvSpPr>
          <p:spPr>
            <a:xfrm>
              <a:off x="878281" y="3157619"/>
              <a:ext cx="54407" cy="55191"/>
            </a:xfrm>
            <a:prstGeom prst="rect">
              <a:avLst/>
            </a:prstGeom>
            <a:solidFill>
              <a:srgbClr val="A952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6" name="Input frame mosaic cell">
              <a:extLst>
                <a:ext uri="{FF2B5EF4-FFF2-40B4-BE49-F238E27FC236}">
                  <a16:creationId xmlns:a16="http://schemas.microsoft.com/office/drawing/2014/main" id="{31A99C08-1C32-BC69-A45C-0A789B6D6AF2}"/>
                </a:ext>
              </a:extLst>
            </p:cNvPr>
            <p:cNvSpPr/>
            <p:nvPr/>
          </p:nvSpPr>
          <p:spPr>
            <a:xfrm>
              <a:off x="928116" y="3157619"/>
              <a:ext cx="54407" cy="55191"/>
            </a:xfrm>
            <a:prstGeom prst="rect">
              <a:avLst/>
            </a:prstGeom>
            <a:solidFill>
              <a:srgbClr val="B151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7" name="Input frame mosaic cell">
              <a:extLst>
                <a:ext uri="{FF2B5EF4-FFF2-40B4-BE49-F238E27FC236}">
                  <a16:creationId xmlns:a16="http://schemas.microsoft.com/office/drawing/2014/main" id="{C9914D2A-6136-8DC9-690C-DE0AF5E1A3C0}"/>
                </a:ext>
              </a:extLst>
            </p:cNvPr>
            <p:cNvSpPr/>
            <p:nvPr/>
          </p:nvSpPr>
          <p:spPr>
            <a:xfrm>
              <a:off x="977951" y="3157619"/>
              <a:ext cx="54407" cy="55191"/>
            </a:xfrm>
            <a:prstGeom prst="rect">
              <a:avLst/>
            </a:prstGeom>
            <a:solidFill>
              <a:srgbClr val="C95E5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8" name="Input frame mosaic cell">
              <a:extLst>
                <a:ext uri="{FF2B5EF4-FFF2-40B4-BE49-F238E27FC236}">
                  <a16:creationId xmlns:a16="http://schemas.microsoft.com/office/drawing/2014/main" id="{34C2F785-6C09-35CD-4504-5C6099C573A6}"/>
                </a:ext>
              </a:extLst>
            </p:cNvPr>
            <p:cNvSpPr/>
            <p:nvPr/>
          </p:nvSpPr>
          <p:spPr>
            <a:xfrm>
              <a:off x="1027786" y="3157619"/>
              <a:ext cx="54407" cy="55191"/>
            </a:xfrm>
            <a:prstGeom prst="rect">
              <a:avLst/>
            </a:prstGeom>
            <a:solidFill>
              <a:srgbClr val="C551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19" name="Input frame mosaic cell">
              <a:extLst>
                <a:ext uri="{FF2B5EF4-FFF2-40B4-BE49-F238E27FC236}">
                  <a16:creationId xmlns:a16="http://schemas.microsoft.com/office/drawing/2014/main" id="{D5388551-BE10-963E-9B08-B1483E7D8E61}"/>
                </a:ext>
              </a:extLst>
            </p:cNvPr>
            <p:cNvSpPr/>
            <p:nvPr/>
          </p:nvSpPr>
          <p:spPr>
            <a:xfrm>
              <a:off x="1077620" y="3157619"/>
              <a:ext cx="54407" cy="55191"/>
            </a:xfrm>
            <a:prstGeom prst="rect">
              <a:avLst/>
            </a:prstGeom>
            <a:solidFill>
              <a:srgbClr val="AD4A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0" name="Input frame mosaic cell">
              <a:extLst>
                <a:ext uri="{FF2B5EF4-FFF2-40B4-BE49-F238E27FC236}">
                  <a16:creationId xmlns:a16="http://schemas.microsoft.com/office/drawing/2014/main" id="{1CD68623-B831-7254-8441-F4539D964240}"/>
                </a:ext>
              </a:extLst>
            </p:cNvPr>
            <p:cNvSpPr/>
            <p:nvPr/>
          </p:nvSpPr>
          <p:spPr>
            <a:xfrm>
              <a:off x="1127455" y="3157619"/>
              <a:ext cx="54407" cy="55191"/>
            </a:xfrm>
            <a:prstGeom prst="rect">
              <a:avLst/>
            </a:prstGeom>
            <a:solidFill>
              <a:srgbClr val="5C28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1" name="Input frame mosaic cell">
              <a:extLst>
                <a:ext uri="{FF2B5EF4-FFF2-40B4-BE49-F238E27FC236}">
                  <a16:creationId xmlns:a16="http://schemas.microsoft.com/office/drawing/2014/main" id="{41CA76B8-E78E-DC0B-E82B-18E553339032}"/>
                </a:ext>
              </a:extLst>
            </p:cNvPr>
            <p:cNvSpPr/>
            <p:nvPr/>
          </p:nvSpPr>
          <p:spPr>
            <a:xfrm>
              <a:off x="1177290" y="3157619"/>
              <a:ext cx="54407" cy="55191"/>
            </a:xfrm>
            <a:prstGeom prst="rect">
              <a:avLst/>
            </a:prstGeom>
            <a:solidFill>
              <a:srgbClr val="5D2A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2" name="Input frame mosaic cell">
              <a:extLst>
                <a:ext uri="{FF2B5EF4-FFF2-40B4-BE49-F238E27FC236}">
                  <a16:creationId xmlns:a16="http://schemas.microsoft.com/office/drawing/2014/main" id="{CF661361-A02A-9A3D-8037-BBA672FFA7CB}"/>
                </a:ext>
              </a:extLst>
            </p:cNvPr>
            <p:cNvSpPr/>
            <p:nvPr/>
          </p:nvSpPr>
          <p:spPr>
            <a:xfrm>
              <a:off x="1227125" y="3157619"/>
              <a:ext cx="54407" cy="55191"/>
            </a:xfrm>
            <a:prstGeom prst="rect">
              <a:avLst/>
            </a:prstGeom>
            <a:solidFill>
              <a:srgbClr val="6C34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3" name="Input frame mosaic cell">
              <a:extLst>
                <a:ext uri="{FF2B5EF4-FFF2-40B4-BE49-F238E27FC236}">
                  <a16:creationId xmlns:a16="http://schemas.microsoft.com/office/drawing/2014/main" id="{84D77CF8-B7A9-019C-0550-A310B199633D}"/>
                </a:ext>
              </a:extLst>
            </p:cNvPr>
            <p:cNvSpPr/>
            <p:nvPr/>
          </p:nvSpPr>
          <p:spPr>
            <a:xfrm>
              <a:off x="1276960" y="3157619"/>
              <a:ext cx="54407" cy="55191"/>
            </a:xfrm>
            <a:prstGeom prst="rect">
              <a:avLst/>
            </a:prstGeom>
            <a:solidFill>
              <a:srgbClr val="7A3A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4" name="Input frame mosaic cell">
              <a:extLst>
                <a:ext uri="{FF2B5EF4-FFF2-40B4-BE49-F238E27FC236}">
                  <a16:creationId xmlns:a16="http://schemas.microsoft.com/office/drawing/2014/main" id="{9B0D74DD-21C3-B0C2-686C-BC6F7C023C6A}"/>
                </a:ext>
              </a:extLst>
            </p:cNvPr>
            <p:cNvSpPr/>
            <p:nvPr/>
          </p:nvSpPr>
          <p:spPr>
            <a:xfrm>
              <a:off x="1326794" y="3157619"/>
              <a:ext cx="54407" cy="55191"/>
            </a:xfrm>
            <a:prstGeom prst="rect">
              <a:avLst/>
            </a:prstGeom>
            <a:solidFill>
              <a:srgbClr val="873B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5" name="Input frame mosaic cell">
              <a:extLst>
                <a:ext uri="{FF2B5EF4-FFF2-40B4-BE49-F238E27FC236}">
                  <a16:creationId xmlns:a16="http://schemas.microsoft.com/office/drawing/2014/main" id="{A7288768-0565-0BD8-06AF-58FB18E5CEDF}"/>
                </a:ext>
              </a:extLst>
            </p:cNvPr>
            <p:cNvSpPr/>
            <p:nvPr/>
          </p:nvSpPr>
          <p:spPr>
            <a:xfrm>
              <a:off x="1376629" y="3157619"/>
              <a:ext cx="54407" cy="55191"/>
            </a:xfrm>
            <a:prstGeom prst="rect">
              <a:avLst/>
            </a:prstGeom>
            <a:solidFill>
              <a:srgbClr val="9649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6" name="Input frame mosaic cell">
              <a:extLst>
                <a:ext uri="{FF2B5EF4-FFF2-40B4-BE49-F238E27FC236}">
                  <a16:creationId xmlns:a16="http://schemas.microsoft.com/office/drawing/2014/main" id="{31EAA67E-3C3A-69A3-5760-B8F161D88F63}"/>
                </a:ext>
              </a:extLst>
            </p:cNvPr>
            <p:cNvSpPr/>
            <p:nvPr/>
          </p:nvSpPr>
          <p:spPr>
            <a:xfrm>
              <a:off x="1426464" y="3157619"/>
              <a:ext cx="54407" cy="55191"/>
            </a:xfrm>
            <a:prstGeom prst="rect">
              <a:avLst/>
            </a:prstGeom>
            <a:solidFill>
              <a:srgbClr val="9A4A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7" name="Input frame mosaic cell">
              <a:extLst>
                <a:ext uri="{FF2B5EF4-FFF2-40B4-BE49-F238E27FC236}">
                  <a16:creationId xmlns:a16="http://schemas.microsoft.com/office/drawing/2014/main" id="{A6048223-7CFC-B635-C4AB-858128D900F1}"/>
                </a:ext>
              </a:extLst>
            </p:cNvPr>
            <p:cNvSpPr/>
            <p:nvPr/>
          </p:nvSpPr>
          <p:spPr>
            <a:xfrm>
              <a:off x="1476299" y="3157619"/>
              <a:ext cx="54407" cy="55191"/>
            </a:xfrm>
            <a:prstGeom prst="rect">
              <a:avLst/>
            </a:prstGeom>
            <a:solidFill>
              <a:srgbClr val="A550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8" name="Input frame mosaic cell">
              <a:extLst>
                <a:ext uri="{FF2B5EF4-FFF2-40B4-BE49-F238E27FC236}">
                  <a16:creationId xmlns:a16="http://schemas.microsoft.com/office/drawing/2014/main" id="{0EA8E171-E803-BC84-176E-3EC1E0B21E4A}"/>
                </a:ext>
              </a:extLst>
            </p:cNvPr>
            <p:cNvSpPr/>
            <p:nvPr/>
          </p:nvSpPr>
          <p:spPr>
            <a:xfrm>
              <a:off x="1526134" y="3157619"/>
              <a:ext cx="54407" cy="55191"/>
            </a:xfrm>
            <a:prstGeom prst="rect">
              <a:avLst/>
            </a:prstGeom>
            <a:solidFill>
              <a:srgbClr val="A852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29" name="Input frame mosaic cell">
              <a:extLst>
                <a:ext uri="{FF2B5EF4-FFF2-40B4-BE49-F238E27FC236}">
                  <a16:creationId xmlns:a16="http://schemas.microsoft.com/office/drawing/2014/main" id="{79C65E45-1C73-37DF-F06F-185FE4D5E60C}"/>
                </a:ext>
              </a:extLst>
            </p:cNvPr>
            <p:cNvSpPr/>
            <p:nvPr/>
          </p:nvSpPr>
          <p:spPr>
            <a:xfrm>
              <a:off x="1575968" y="3157619"/>
              <a:ext cx="54407" cy="55191"/>
            </a:xfrm>
            <a:prstGeom prst="rect">
              <a:avLst/>
            </a:prstGeom>
            <a:solidFill>
              <a:srgbClr val="A750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0" name="Input frame mosaic cell">
              <a:extLst>
                <a:ext uri="{FF2B5EF4-FFF2-40B4-BE49-F238E27FC236}">
                  <a16:creationId xmlns:a16="http://schemas.microsoft.com/office/drawing/2014/main" id="{0D49009F-D0D1-2588-734B-E7D1CDFDB954}"/>
                </a:ext>
              </a:extLst>
            </p:cNvPr>
            <p:cNvSpPr/>
            <p:nvPr/>
          </p:nvSpPr>
          <p:spPr>
            <a:xfrm>
              <a:off x="1625803" y="3157619"/>
              <a:ext cx="54407" cy="55191"/>
            </a:xfrm>
            <a:prstGeom prst="rect">
              <a:avLst/>
            </a:prstGeom>
            <a:solidFill>
              <a:srgbClr val="A352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1" name="Input frame mosaic cell">
              <a:extLst>
                <a:ext uri="{FF2B5EF4-FFF2-40B4-BE49-F238E27FC236}">
                  <a16:creationId xmlns:a16="http://schemas.microsoft.com/office/drawing/2014/main" id="{CAF0AE5A-4FE4-6488-BC18-C7B58E97DEA3}"/>
                </a:ext>
              </a:extLst>
            </p:cNvPr>
            <p:cNvSpPr/>
            <p:nvPr/>
          </p:nvSpPr>
          <p:spPr>
            <a:xfrm>
              <a:off x="1675638" y="3157619"/>
              <a:ext cx="54407" cy="55191"/>
            </a:xfrm>
            <a:prstGeom prst="rect">
              <a:avLst/>
            </a:prstGeom>
            <a:solidFill>
              <a:srgbClr val="9A4F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2" name="Input frame mosaic cell">
              <a:extLst>
                <a:ext uri="{FF2B5EF4-FFF2-40B4-BE49-F238E27FC236}">
                  <a16:creationId xmlns:a16="http://schemas.microsoft.com/office/drawing/2014/main" id="{03CC0F61-9D1E-030A-C1ED-3D1BDCBC6506}"/>
                </a:ext>
              </a:extLst>
            </p:cNvPr>
            <p:cNvSpPr/>
            <p:nvPr/>
          </p:nvSpPr>
          <p:spPr>
            <a:xfrm>
              <a:off x="1725473" y="3157619"/>
              <a:ext cx="54407" cy="55191"/>
            </a:xfrm>
            <a:prstGeom prst="rect">
              <a:avLst/>
            </a:prstGeom>
            <a:solidFill>
              <a:srgbClr val="8644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3" name="Input frame mosaic cell">
              <a:extLst>
                <a:ext uri="{FF2B5EF4-FFF2-40B4-BE49-F238E27FC236}">
                  <a16:creationId xmlns:a16="http://schemas.microsoft.com/office/drawing/2014/main" id="{B4160543-0D5D-3C73-4F43-A0CA83DFA387}"/>
                </a:ext>
              </a:extLst>
            </p:cNvPr>
            <p:cNvSpPr/>
            <p:nvPr/>
          </p:nvSpPr>
          <p:spPr>
            <a:xfrm>
              <a:off x="1775308" y="3157619"/>
              <a:ext cx="54407" cy="55191"/>
            </a:xfrm>
            <a:prstGeom prst="rect">
              <a:avLst/>
            </a:prstGeom>
            <a:solidFill>
              <a:srgbClr val="9450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4" name="Input frame mosaic cell">
              <a:extLst>
                <a:ext uri="{FF2B5EF4-FFF2-40B4-BE49-F238E27FC236}">
                  <a16:creationId xmlns:a16="http://schemas.microsoft.com/office/drawing/2014/main" id="{7143A585-B16A-C3C8-8E98-3E1652866051}"/>
                </a:ext>
              </a:extLst>
            </p:cNvPr>
            <p:cNvSpPr/>
            <p:nvPr/>
          </p:nvSpPr>
          <p:spPr>
            <a:xfrm>
              <a:off x="1825142" y="3157619"/>
              <a:ext cx="54407" cy="55191"/>
            </a:xfrm>
            <a:prstGeom prst="rect">
              <a:avLst/>
            </a:prstGeom>
            <a:solidFill>
              <a:srgbClr val="BD6C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5" name="Input frame mosaic cell">
              <a:extLst>
                <a:ext uri="{FF2B5EF4-FFF2-40B4-BE49-F238E27FC236}">
                  <a16:creationId xmlns:a16="http://schemas.microsoft.com/office/drawing/2014/main" id="{0521240C-F2B0-6CD7-7446-13F80563A34D}"/>
                </a:ext>
              </a:extLst>
            </p:cNvPr>
            <p:cNvSpPr/>
            <p:nvPr/>
          </p:nvSpPr>
          <p:spPr>
            <a:xfrm>
              <a:off x="1874977" y="3157619"/>
              <a:ext cx="54407" cy="55191"/>
            </a:xfrm>
            <a:prstGeom prst="rect">
              <a:avLst/>
            </a:prstGeom>
            <a:solidFill>
              <a:srgbClr val="AD47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6" name="Input frame mosaic cell">
              <a:extLst>
                <a:ext uri="{FF2B5EF4-FFF2-40B4-BE49-F238E27FC236}">
                  <a16:creationId xmlns:a16="http://schemas.microsoft.com/office/drawing/2014/main" id="{BA99DE93-E79F-7F4A-D289-DE7C9464E727}"/>
                </a:ext>
              </a:extLst>
            </p:cNvPr>
            <p:cNvSpPr/>
            <p:nvPr/>
          </p:nvSpPr>
          <p:spPr>
            <a:xfrm>
              <a:off x="1924812" y="3157619"/>
              <a:ext cx="54407" cy="55191"/>
            </a:xfrm>
            <a:prstGeom prst="rect">
              <a:avLst/>
            </a:prstGeom>
            <a:solidFill>
              <a:srgbClr val="A2404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7" name="Input frame mosaic cell">
              <a:extLst>
                <a:ext uri="{FF2B5EF4-FFF2-40B4-BE49-F238E27FC236}">
                  <a16:creationId xmlns:a16="http://schemas.microsoft.com/office/drawing/2014/main" id="{C6C98083-B6AC-5D07-8118-D138EAA58474}"/>
                </a:ext>
              </a:extLst>
            </p:cNvPr>
            <p:cNvSpPr/>
            <p:nvPr/>
          </p:nvSpPr>
          <p:spPr>
            <a:xfrm>
              <a:off x="1974647" y="3157619"/>
              <a:ext cx="54407" cy="55191"/>
            </a:xfrm>
            <a:prstGeom prst="rect">
              <a:avLst/>
            </a:prstGeom>
            <a:solidFill>
              <a:srgbClr val="AA52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8" name="Input frame mosaic cell">
              <a:extLst>
                <a:ext uri="{FF2B5EF4-FFF2-40B4-BE49-F238E27FC236}">
                  <a16:creationId xmlns:a16="http://schemas.microsoft.com/office/drawing/2014/main" id="{6A52DEC8-A00B-1DEE-A6BC-FB1682C62A5D}"/>
                </a:ext>
              </a:extLst>
            </p:cNvPr>
            <p:cNvSpPr/>
            <p:nvPr/>
          </p:nvSpPr>
          <p:spPr>
            <a:xfrm>
              <a:off x="2024482" y="3157619"/>
              <a:ext cx="54407" cy="55191"/>
            </a:xfrm>
            <a:prstGeom prst="rect">
              <a:avLst/>
            </a:prstGeom>
            <a:solidFill>
              <a:srgbClr val="A960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39" name="Input frame mosaic cell">
              <a:extLst>
                <a:ext uri="{FF2B5EF4-FFF2-40B4-BE49-F238E27FC236}">
                  <a16:creationId xmlns:a16="http://schemas.microsoft.com/office/drawing/2014/main" id="{185802A1-4911-BBA5-956C-FD6D9E211841}"/>
                </a:ext>
              </a:extLst>
            </p:cNvPr>
            <p:cNvSpPr/>
            <p:nvPr/>
          </p:nvSpPr>
          <p:spPr>
            <a:xfrm>
              <a:off x="2074316" y="3157619"/>
              <a:ext cx="54407" cy="55191"/>
            </a:xfrm>
            <a:prstGeom prst="rect">
              <a:avLst/>
            </a:prstGeom>
            <a:solidFill>
              <a:srgbClr val="9048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0" name="Input frame mosaic cell">
              <a:extLst>
                <a:ext uri="{FF2B5EF4-FFF2-40B4-BE49-F238E27FC236}">
                  <a16:creationId xmlns:a16="http://schemas.microsoft.com/office/drawing/2014/main" id="{FB34C49E-FDC4-C359-1056-B0D52581D373}"/>
                </a:ext>
              </a:extLst>
            </p:cNvPr>
            <p:cNvSpPr/>
            <p:nvPr/>
          </p:nvSpPr>
          <p:spPr>
            <a:xfrm>
              <a:off x="2124151" y="3157619"/>
              <a:ext cx="54407" cy="55191"/>
            </a:xfrm>
            <a:prstGeom prst="rect">
              <a:avLst/>
            </a:prstGeom>
            <a:solidFill>
              <a:srgbClr val="7832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1" name="Input frame mosaic cell">
              <a:extLst>
                <a:ext uri="{FF2B5EF4-FFF2-40B4-BE49-F238E27FC236}">
                  <a16:creationId xmlns:a16="http://schemas.microsoft.com/office/drawing/2014/main" id="{3C50849B-60FF-C263-6DF5-75282E87FC09}"/>
                </a:ext>
              </a:extLst>
            </p:cNvPr>
            <p:cNvSpPr/>
            <p:nvPr/>
          </p:nvSpPr>
          <p:spPr>
            <a:xfrm>
              <a:off x="2173986" y="3157619"/>
              <a:ext cx="54407" cy="55191"/>
            </a:xfrm>
            <a:prstGeom prst="rect">
              <a:avLst/>
            </a:prstGeom>
            <a:solidFill>
              <a:srgbClr val="7639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2" name="Input frame mosaic cell">
              <a:extLst>
                <a:ext uri="{FF2B5EF4-FFF2-40B4-BE49-F238E27FC236}">
                  <a16:creationId xmlns:a16="http://schemas.microsoft.com/office/drawing/2014/main" id="{E8BCC7EE-F43B-AC0F-4E8D-698AE2C4B4E8}"/>
                </a:ext>
              </a:extLst>
            </p:cNvPr>
            <p:cNvSpPr/>
            <p:nvPr/>
          </p:nvSpPr>
          <p:spPr>
            <a:xfrm>
              <a:off x="2223821" y="3157619"/>
              <a:ext cx="54407" cy="55191"/>
            </a:xfrm>
            <a:prstGeom prst="rect">
              <a:avLst/>
            </a:prstGeom>
            <a:solidFill>
              <a:srgbClr val="703B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3" name="Input frame mosaic cell">
              <a:extLst>
                <a:ext uri="{FF2B5EF4-FFF2-40B4-BE49-F238E27FC236}">
                  <a16:creationId xmlns:a16="http://schemas.microsoft.com/office/drawing/2014/main" id="{8BB6DD5B-0EDC-530F-8E10-3D576D167D91}"/>
                </a:ext>
              </a:extLst>
            </p:cNvPr>
            <p:cNvSpPr/>
            <p:nvPr/>
          </p:nvSpPr>
          <p:spPr>
            <a:xfrm>
              <a:off x="2273656" y="3157619"/>
              <a:ext cx="54407" cy="55191"/>
            </a:xfrm>
            <a:prstGeom prst="rect">
              <a:avLst/>
            </a:prstGeom>
            <a:solidFill>
              <a:srgbClr val="6235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4" name="Input frame mosaic cell">
              <a:extLst>
                <a:ext uri="{FF2B5EF4-FFF2-40B4-BE49-F238E27FC236}">
                  <a16:creationId xmlns:a16="http://schemas.microsoft.com/office/drawing/2014/main" id="{C871B9C0-C38A-C0CE-4A6D-D1F3A3ADE0E6}"/>
                </a:ext>
              </a:extLst>
            </p:cNvPr>
            <p:cNvSpPr/>
            <p:nvPr/>
          </p:nvSpPr>
          <p:spPr>
            <a:xfrm>
              <a:off x="2323490" y="3157619"/>
              <a:ext cx="54407" cy="55191"/>
            </a:xfrm>
            <a:prstGeom prst="rect">
              <a:avLst/>
            </a:prstGeom>
            <a:solidFill>
              <a:srgbClr val="391F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5" name="Input frame mosaic cell">
              <a:extLst>
                <a:ext uri="{FF2B5EF4-FFF2-40B4-BE49-F238E27FC236}">
                  <a16:creationId xmlns:a16="http://schemas.microsoft.com/office/drawing/2014/main" id="{C81F45F1-4E2C-1CF6-50AC-5A59338C717A}"/>
                </a:ext>
              </a:extLst>
            </p:cNvPr>
            <p:cNvSpPr/>
            <p:nvPr/>
          </p:nvSpPr>
          <p:spPr>
            <a:xfrm>
              <a:off x="2373325" y="3157619"/>
              <a:ext cx="54407" cy="55191"/>
            </a:xfrm>
            <a:prstGeom prst="rect">
              <a:avLst/>
            </a:prstGeom>
            <a:solidFill>
              <a:srgbClr val="0404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6" name="Input frame mosaic cell">
              <a:extLst>
                <a:ext uri="{FF2B5EF4-FFF2-40B4-BE49-F238E27FC236}">
                  <a16:creationId xmlns:a16="http://schemas.microsoft.com/office/drawing/2014/main" id="{5FB9D628-2DB6-EA52-9C97-7C7C2BED942F}"/>
                </a:ext>
              </a:extLst>
            </p:cNvPr>
            <p:cNvSpPr/>
            <p:nvPr/>
          </p:nvSpPr>
          <p:spPr>
            <a:xfrm>
              <a:off x="429768" y="3208238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7" name="Input frame mosaic cell">
              <a:extLst>
                <a:ext uri="{FF2B5EF4-FFF2-40B4-BE49-F238E27FC236}">
                  <a16:creationId xmlns:a16="http://schemas.microsoft.com/office/drawing/2014/main" id="{CA0135AB-1B08-9AC8-E9BA-20882C465B75}"/>
                </a:ext>
              </a:extLst>
            </p:cNvPr>
            <p:cNvSpPr/>
            <p:nvPr/>
          </p:nvSpPr>
          <p:spPr>
            <a:xfrm>
              <a:off x="479603" y="3208238"/>
              <a:ext cx="54407" cy="55191"/>
            </a:xfrm>
            <a:prstGeom prst="rect">
              <a:avLst/>
            </a:prstGeom>
            <a:solidFill>
              <a:srgbClr val="14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8" name="Input frame mosaic cell">
              <a:extLst>
                <a:ext uri="{FF2B5EF4-FFF2-40B4-BE49-F238E27FC236}">
                  <a16:creationId xmlns:a16="http://schemas.microsoft.com/office/drawing/2014/main" id="{E14C0D78-3ABB-376B-426B-29FEBBA8A3C8}"/>
                </a:ext>
              </a:extLst>
            </p:cNvPr>
            <p:cNvSpPr/>
            <p:nvPr/>
          </p:nvSpPr>
          <p:spPr>
            <a:xfrm>
              <a:off x="529438" y="3208238"/>
              <a:ext cx="54407" cy="55191"/>
            </a:xfrm>
            <a:prstGeom prst="rect">
              <a:avLst/>
            </a:prstGeom>
            <a:solidFill>
              <a:srgbClr val="773C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49" name="Input frame mosaic cell">
              <a:extLst>
                <a:ext uri="{FF2B5EF4-FFF2-40B4-BE49-F238E27FC236}">
                  <a16:creationId xmlns:a16="http://schemas.microsoft.com/office/drawing/2014/main" id="{ECDBB78D-B421-62DE-8B5C-3A3165F7C622}"/>
                </a:ext>
              </a:extLst>
            </p:cNvPr>
            <p:cNvSpPr/>
            <p:nvPr/>
          </p:nvSpPr>
          <p:spPr>
            <a:xfrm>
              <a:off x="579272" y="3208238"/>
              <a:ext cx="54407" cy="55191"/>
            </a:xfrm>
            <a:prstGeom prst="rect">
              <a:avLst/>
            </a:prstGeom>
            <a:solidFill>
              <a:srgbClr val="9B4E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0" name="Input frame mosaic cell">
              <a:extLst>
                <a:ext uri="{FF2B5EF4-FFF2-40B4-BE49-F238E27FC236}">
                  <a16:creationId xmlns:a16="http://schemas.microsoft.com/office/drawing/2014/main" id="{1803E583-C0AE-E54A-D74E-1787E08DA70B}"/>
                </a:ext>
              </a:extLst>
            </p:cNvPr>
            <p:cNvSpPr/>
            <p:nvPr/>
          </p:nvSpPr>
          <p:spPr>
            <a:xfrm>
              <a:off x="629107" y="3208238"/>
              <a:ext cx="54407" cy="55191"/>
            </a:xfrm>
            <a:prstGeom prst="rect">
              <a:avLst/>
            </a:prstGeom>
            <a:solidFill>
              <a:srgbClr val="A655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1" name="Input frame mosaic cell">
              <a:extLst>
                <a:ext uri="{FF2B5EF4-FFF2-40B4-BE49-F238E27FC236}">
                  <a16:creationId xmlns:a16="http://schemas.microsoft.com/office/drawing/2014/main" id="{4BCAB878-EF4A-1217-BADC-D067C711D136}"/>
                </a:ext>
              </a:extLst>
            </p:cNvPr>
            <p:cNvSpPr/>
            <p:nvPr/>
          </p:nvSpPr>
          <p:spPr>
            <a:xfrm>
              <a:off x="678942" y="3208238"/>
              <a:ext cx="54407" cy="55191"/>
            </a:xfrm>
            <a:prstGeom prst="rect">
              <a:avLst/>
            </a:prstGeom>
            <a:solidFill>
              <a:srgbClr val="B4646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2" name="Input frame mosaic cell">
              <a:extLst>
                <a:ext uri="{FF2B5EF4-FFF2-40B4-BE49-F238E27FC236}">
                  <a16:creationId xmlns:a16="http://schemas.microsoft.com/office/drawing/2014/main" id="{1A4CC029-194C-1C1D-E1E9-5944B4933A6B}"/>
                </a:ext>
              </a:extLst>
            </p:cNvPr>
            <p:cNvSpPr/>
            <p:nvPr/>
          </p:nvSpPr>
          <p:spPr>
            <a:xfrm>
              <a:off x="728777" y="3208238"/>
              <a:ext cx="54407" cy="55191"/>
            </a:xfrm>
            <a:prstGeom prst="rect">
              <a:avLst/>
            </a:prstGeom>
            <a:solidFill>
              <a:srgbClr val="A651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3" name="Input frame mosaic cell">
              <a:extLst>
                <a:ext uri="{FF2B5EF4-FFF2-40B4-BE49-F238E27FC236}">
                  <a16:creationId xmlns:a16="http://schemas.microsoft.com/office/drawing/2014/main" id="{A7C26280-9CCE-B206-6EF2-44CCE948E215}"/>
                </a:ext>
              </a:extLst>
            </p:cNvPr>
            <p:cNvSpPr/>
            <p:nvPr/>
          </p:nvSpPr>
          <p:spPr>
            <a:xfrm>
              <a:off x="778612" y="3208238"/>
              <a:ext cx="54407" cy="55191"/>
            </a:xfrm>
            <a:prstGeom prst="rect">
              <a:avLst/>
            </a:prstGeom>
            <a:solidFill>
              <a:srgbClr val="A552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4" name="Input frame mosaic cell">
              <a:extLst>
                <a:ext uri="{FF2B5EF4-FFF2-40B4-BE49-F238E27FC236}">
                  <a16:creationId xmlns:a16="http://schemas.microsoft.com/office/drawing/2014/main" id="{209CDD65-79BE-EF4C-5875-DCA02C098FA7}"/>
                </a:ext>
              </a:extLst>
            </p:cNvPr>
            <p:cNvSpPr/>
            <p:nvPr/>
          </p:nvSpPr>
          <p:spPr>
            <a:xfrm>
              <a:off x="828446" y="3208238"/>
              <a:ext cx="54407" cy="55191"/>
            </a:xfrm>
            <a:prstGeom prst="rect">
              <a:avLst/>
            </a:prstGeom>
            <a:solidFill>
              <a:srgbClr val="A555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5" name="Input frame mosaic cell">
              <a:extLst>
                <a:ext uri="{FF2B5EF4-FFF2-40B4-BE49-F238E27FC236}">
                  <a16:creationId xmlns:a16="http://schemas.microsoft.com/office/drawing/2014/main" id="{F7F3A946-797C-3B20-C743-29856D32EA43}"/>
                </a:ext>
              </a:extLst>
            </p:cNvPr>
            <p:cNvSpPr/>
            <p:nvPr/>
          </p:nvSpPr>
          <p:spPr>
            <a:xfrm>
              <a:off x="878281" y="3208238"/>
              <a:ext cx="54407" cy="55191"/>
            </a:xfrm>
            <a:prstGeom prst="rect">
              <a:avLst/>
            </a:prstGeom>
            <a:solidFill>
              <a:srgbClr val="A14C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6" name="Input frame mosaic cell">
              <a:extLst>
                <a:ext uri="{FF2B5EF4-FFF2-40B4-BE49-F238E27FC236}">
                  <a16:creationId xmlns:a16="http://schemas.microsoft.com/office/drawing/2014/main" id="{998D7F53-4428-0953-1890-4DF25721D2E3}"/>
                </a:ext>
              </a:extLst>
            </p:cNvPr>
            <p:cNvSpPr/>
            <p:nvPr/>
          </p:nvSpPr>
          <p:spPr>
            <a:xfrm>
              <a:off x="928116" y="3208238"/>
              <a:ext cx="54407" cy="55191"/>
            </a:xfrm>
            <a:prstGeom prst="rect">
              <a:avLst/>
            </a:prstGeom>
            <a:solidFill>
              <a:srgbClr val="AC4C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7" name="Input frame mosaic cell">
              <a:extLst>
                <a:ext uri="{FF2B5EF4-FFF2-40B4-BE49-F238E27FC236}">
                  <a16:creationId xmlns:a16="http://schemas.microsoft.com/office/drawing/2014/main" id="{3DFCB87C-8AC4-CE98-33C7-FA6B13EA5652}"/>
                </a:ext>
              </a:extLst>
            </p:cNvPr>
            <p:cNvSpPr/>
            <p:nvPr/>
          </p:nvSpPr>
          <p:spPr>
            <a:xfrm>
              <a:off x="977951" y="3208238"/>
              <a:ext cx="54407" cy="55191"/>
            </a:xfrm>
            <a:prstGeom prst="rect">
              <a:avLst/>
            </a:prstGeom>
            <a:solidFill>
              <a:srgbClr val="C75D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8" name="Input frame mosaic cell">
              <a:extLst>
                <a:ext uri="{FF2B5EF4-FFF2-40B4-BE49-F238E27FC236}">
                  <a16:creationId xmlns:a16="http://schemas.microsoft.com/office/drawing/2014/main" id="{AA5EF539-A4A0-BEE8-76D7-E12126D4F778}"/>
                </a:ext>
              </a:extLst>
            </p:cNvPr>
            <p:cNvSpPr/>
            <p:nvPr/>
          </p:nvSpPr>
          <p:spPr>
            <a:xfrm>
              <a:off x="1027786" y="3208238"/>
              <a:ext cx="54407" cy="55191"/>
            </a:xfrm>
            <a:prstGeom prst="rect">
              <a:avLst/>
            </a:prstGeom>
            <a:solidFill>
              <a:srgbClr val="C755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59" name="Input frame mosaic cell">
              <a:extLst>
                <a:ext uri="{FF2B5EF4-FFF2-40B4-BE49-F238E27FC236}">
                  <a16:creationId xmlns:a16="http://schemas.microsoft.com/office/drawing/2014/main" id="{A130C2E2-7763-2D40-829F-678396C07C31}"/>
                </a:ext>
              </a:extLst>
            </p:cNvPr>
            <p:cNvSpPr/>
            <p:nvPr/>
          </p:nvSpPr>
          <p:spPr>
            <a:xfrm>
              <a:off x="1077620" y="3208238"/>
              <a:ext cx="54407" cy="55191"/>
            </a:xfrm>
            <a:prstGeom prst="rect">
              <a:avLst/>
            </a:prstGeom>
            <a:solidFill>
              <a:srgbClr val="B347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0" name="Input frame mosaic cell">
              <a:extLst>
                <a:ext uri="{FF2B5EF4-FFF2-40B4-BE49-F238E27FC236}">
                  <a16:creationId xmlns:a16="http://schemas.microsoft.com/office/drawing/2014/main" id="{BEE2A4FA-DA0C-5B53-7FD3-2D3BD3D2564E}"/>
                </a:ext>
              </a:extLst>
            </p:cNvPr>
            <p:cNvSpPr/>
            <p:nvPr/>
          </p:nvSpPr>
          <p:spPr>
            <a:xfrm>
              <a:off x="1127455" y="3208238"/>
              <a:ext cx="54407" cy="55191"/>
            </a:xfrm>
            <a:prstGeom prst="rect">
              <a:avLst/>
            </a:prstGeom>
            <a:solidFill>
              <a:srgbClr val="7630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1" name="Input frame mosaic cell">
              <a:extLst>
                <a:ext uri="{FF2B5EF4-FFF2-40B4-BE49-F238E27FC236}">
                  <a16:creationId xmlns:a16="http://schemas.microsoft.com/office/drawing/2014/main" id="{5E5B6E37-DF1A-1FE4-6CBB-39A7D7ABB8A5}"/>
                </a:ext>
              </a:extLst>
            </p:cNvPr>
            <p:cNvSpPr/>
            <p:nvPr/>
          </p:nvSpPr>
          <p:spPr>
            <a:xfrm>
              <a:off x="1177290" y="3208238"/>
              <a:ext cx="54407" cy="55191"/>
            </a:xfrm>
            <a:prstGeom prst="rect">
              <a:avLst/>
            </a:prstGeom>
            <a:solidFill>
              <a:srgbClr val="7136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2" name="Input frame mosaic cell">
              <a:extLst>
                <a:ext uri="{FF2B5EF4-FFF2-40B4-BE49-F238E27FC236}">
                  <a16:creationId xmlns:a16="http://schemas.microsoft.com/office/drawing/2014/main" id="{D55D0D6C-91AE-7584-1C32-A8181A083346}"/>
                </a:ext>
              </a:extLst>
            </p:cNvPr>
            <p:cNvSpPr/>
            <p:nvPr/>
          </p:nvSpPr>
          <p:spPr>
            <a:xfrm>
              <a:off x="1227125" y="3208238"/>
              <a:ext cx="54407" cy="55191"/>
            </a:xfrm>
            <a:prstGeom prst="rect">
              <a:avLst/>
            </a:prstGeom>
            <a:solidFill>
              <a:srgbClr val="7C3A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3" name="Input frame mosaic cell">
              <a:extLst>
                <a:ext uri="{FF2B5EF4-FFF2-40B4-BE49-F238E27FC236}">
                  <a16:creationId xmlns:a16="http://schemas.microsoft.com/office/drawing/2014/main" id="{FAF022A7-EE46-0762-C861-038D2EECAC68}"/>
                </a:ext>
              </a:extLst>
            </p:cNvPr>
            <p:cNvSpPr/>
            <p:nvPr/>
          </p:nvSpPr>
          <p:spPr>
            <a:xfrm>
              <a:off x="1276960" y="3208238"/>
              <a:ext cx="54407" cy="55191"/>
            </a:xfrm>
            <a:prstGeom prst="rect">
              <a:avLst/>
            </a:prstGeom>
            <a:solidFill>
              <a:srgbClr val="8A43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4" name="Input frame mosaic cell">
              <a:extLst>
                <a:ext uri="{FF2B5EF4-FFF2-40B4-BE49-F238E27FC236}">
                  <a16:creationId xmlns:a16="http://schemas.microsoft.com/office/drawing/2014/main" id="{1BB32B3C-D8D8-6897-2B28-740CD9C355A7}"/>
                </a:ext>
              </a:extLst>
            </p:cNvPr>
            <p:cNvSpPr/>
            <p:nvPr/>
          </p:nvSpPr>
          <p:spPr>
            <a:xfrm>
              <a:off x="1326794" y="3208238"/>
              <a:ext cx="54407" cy="55191"/>
            </a:xfrm>
            <a:prstGeom prst="rect">
              <a:avLst/>
            </a:prstGeom>
            <a:solidFill>
              <a:srgbClr val="9546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5" name="Input frame mosaic cell">
              <a:extLst>
                <a:ext uri="{FF2B5EF4-FFF2-40B4-BE49-F238E27FC236}">
                  <a16:creationId xmlns:a16="http://schemas.microsoft.com/office/drawing/2014/main" id="{3A2EAED5-C742-14F2-F664-25F0D5984E82}"/>
                </a:ext>
              </a:extLst>
            </p:cNvPr>
            <p:cNvSpPr/>
            <p:nvPr/>
          </p:nvSpPr>
          <p:spPr>
            <a:xfrm>
              <a:off x="1376629" y="3208238"/>
              <a:ext cx="54407" cy="55191"/>
            </a:xfrm>
            <a:prstGeom prst="rect">
              <a:avLst/>
            </a:prstGeom>
            <a:solidFill>
              <a:srgbClr val="9F4E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6" name="Input frame mosaic cell">
              <a:extLst>
                <a:ext uri="{FF2B5EF4-FFF2-40B4-BE49-F238E27FC236}">
                  <a16:creationId xmlns:a16="http://schemas.microsoft.com/office/drawing/2014/main" id="{0F05DD1B-BF83-8882-4823-94DD65B8D60B}"/>
                </a:ext>
              </a:extLst>
            </p:cNvPr>
            <p:cNvSpPr/>
            <p:nvPr/>
          </p:nvSpPr>
          <p:spPr>
            <a:xfrm>
              <a:off x="1426464" y="3208238"/>
              <a:ext cx="54407" cy="55191"/>
            </a:xfrm>
            <a:prstGeom prst="rect">
              <a:avLst/>
            </a:prstGeom>
            <a:solidFill>
              <a:srgbClr val="A24F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7" name="Input frame mosaic cell">
              <a:extLst>
                <a:ext uri="{FF2B5EF4-FFF2-40B4-BE49-F238E27FC236}">
                  <a16:creationId xmlns:a16="http://schemas.microsoft.com/office/drawing/2014/main" id="{E0A62839-10CA-6958-0C99-1B6DDE169E3E}"/>
                </a:ext>
              </a:extLst>
            </p:cNvPr>
            <p:cNvSpPr/>
            <p:nvPr/>
          </p:nvSpPr>
          <p:spPr>
            <a:xfrm>
              <a:off x="1476299" y="3208238"/>
              <a:ext cx="54407" cy="55191"/>
            </a:xfrm>
            <a:prstGeom prst="rect">
              <a:avLst/>
            </a:prstGeom>
            <a:solidFill>
              <a:srgbClr val="A14A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8" name="Input frame mosaic cell">
              <a:extLst>
                <a:ext uri="{FF2B5EF4-FFF2-40B4-BE49-F238E27FC236}">
                  <a16:creationId xmlns:a16="http://schemas.microsoft.com/office/drawing/2014/main" id="{3E2AD7EE-CC02-6D03-D6C3-84001FE0015E}"/>
                </a:ext>
              </a:extLst>
            </p:cNvPr>
            <p:cNvSpPr/>
            <p:nvPr/>
          </p:nvSpPr>
          <p:spPr>
            <a:xfrm>
              <a:off x="1526134" y="3208238"/>
              <a:ext cx="54407" cy="55191"/>
            </a:xfrm>
            <a:prstGeom prst="rect">
              <a:avLst/>
            </a:prstGeom>
            <a:solidFill>
              <a:srgbClr val="A954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69" name="Input frame mosaic cell">
              <a:extLst>
                <a:ext uri="{FF2B5EF4-FFF2-40B4-BE49-F238E27FC236}">
                  <a16:creationId xmlns:a16="http://schemas.microsoft.com/office/drawing/2014/main" id="{D073B105-468D-639D-7488-AFA768CB027C}"/>
                </a:ext>
              </a:extLst>
            </p:cNvPr>
            <p:cNvSpPr/>
            <p:nvPr/>
          </p:nvSpPr>
          <p:spPr>
            <a:xfrm>
              <a:off x="1575968" y="3208238"/>
              <a:ext cx="54407" cy="55191"/>
            </a:xfrm>
            <a:prstGeom prst="rect">
              <a:avLst/>
            </a:prstGeom>
            <a:solidFill>
              <a:srgbClr val="AA5B6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0" name="Input frame mosaic cell">
              <a:extLst>
                <a:ext uri="{FF2B5EF4-FFF2-40B4-BE49-F238E27FC236}">
                  <a16:creationId xmlns:a16="http://schemas.microsoft.com/office/drawing/2014/main" id="{F10C1A17-C11E-64B8-FA5E-5E9B7AEF4BC2}"/>
                </a:ext>
              </a:extLst>
            </p:cNvPr>
            <p:cNvSpPr/>
            <p:nvPr/>
          </p:nvSpPr>
          <p:spPr>
            <a:xfrm>
              <a:off x="1625803" y="3208238"/>
              <a:ext cx="54407" cy="55191"/>
            </a:xfrm>
            <a:prstGeom prst="rect">
              <a:avLst/>
            </a:prstGeom>
            <a:solidFill>
              <a:srgbClr val="A155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1" name="Input frame mosaic cell">
              <a:extLst>
                <a:ext uri="{FF2B5EF4-FFF2-40B4-BE49-F238E27FC236}">
                  <a16:creationId xmlns:a16="http://schemas.microsoft.com/office/drawing/2014/main" id="{6F57BEC0-5E33-F35A-EC26-F2D58C918642}"/>
                </a:ext>
              </a:extLst>
            </p:cNvPr>
            <p:cNvSpPr/>
            <p:nvPr/>
          </p:nvSpPr>
          <p:spPr>
            <a:xfrm>
              <a:off x="1675638" y="3208238"/>
              <a:ext cx="54407" cy="55191"/>
            </a:xfrm>
            <a:prstGeom prst="rect">
              <a:avLst/>
            </a:prstGeom>
            <a:solidFill>
              <a:srgbClr val="9649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2" name="Input frame mosaic cell">
              <a:extLst>
                <a:ext uri="{FF2B5EF4-FFF2-40B4-BE49-F238E27FC236}">
                  <a16:creationId xmlns:a16="http://schemas.microsoft.com/office/drawing/2014/main" id="{1A8323F7-5239-0706-B56C-F3D807809A98}"/>
                </a:ext>
              </a:extLst>
            </p:cNvPr>
            <p:cNvSpPr/>
            <p:nvPr/>
          </p:nvSpPr>
          <p:spPr>
            <a:xfrm>
              <a:off x="1725473" y="3208238"/>
              <a:ext cx="54407" cy="55191"/>
            </a:xfrm>
            <a:prstGeom prst="rect">
              <a:avLst/>
            </a:prstGeom>
            <a:solidFill>
              <a:srgbClr val="8541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3" name="Input frame mosaic cell">
              <a:extLst>
                <a:ext uri="{FF2B5EF4-FFF2-40B4-BE49-F238E27FC236}">
                  <a16:creationId xmlns:a16="http://schemas.microsoft.com/office/drawing/2014/main" id="{E218212E-B92D-F75F-D74A-9816895D9776}"/>
                </a:ext>
              </a:extLst>
            </p:cNvPr>
            <p:cNvSpPr/>
            <p:nvPr/>
          </p:nvSpPr>
          <p:spPr>
            <a:xfrm>
              <a:off x="1775308" y="3208238"/>
              <a:ext cx="54407" cy="55191"/>
            </a:xfrm>
            <a:prstGeom prst="rect">
              <a:avLst/>
            </a:prstGeom>
            <a:solidFill>
              <a:srgbClr val="8C43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4" name="Input frame mosaic cell">
              <a:extLst>
                <a:ext uri="{FF2B5EF4-FFF2-40B4-BE49-F238E27FC236}">
                  <a16:creationId xmlns:a16="http://schemas.microsoft.com/office/drawing/2014/main" id="{068B7D9D-B45B-FEE5-4578-5557833AE527}"/>
                </a:ext>
              </a:extLst>
            </p:cNvPr>
            <p:cNvSpPr/>
            <p:nvPr/>
          </p:nvSpPr>
          <p:spPr>
            <a:xfrm>
              <a:off x="1825142" y="3208238"/>
              <a:ext cx="54407" cy="55191"/>
            </a:xfrm>
            <a:prstGeom prst="rect">
              <a:avLst/>
            </a:prstGeom>
            <a:solidFill>
              <a:srgbClr val="B161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5" name="Input frame mosaic cell">
              <a:extLst>
                <a:ext uri="{FF2B5EF4-FFF2-40B4-BE49-F238E27FC236}">
                  <a16:creationId xmlns:a16="http://schemas.microsoft.com/office/drawing/2014/main" id="{6630B2AA-1DA9-BAAF-10AA-920F538CE4F1}"/>
                </a:ext>
              </a:extLst>
            </p:cNvPr>
            <p:cNvSpPr/>
            <p:nvPr/>
          </p:nvSpPr>
          <p:spPr>
            <a:xfrm>
              <a:off x="1874977" y="3208238"/>
              <a:ext cx="54407" cy="55191"/>
            </a:xfrm>
            <a:prstGeom prst="rect">
              <a:avLst/>
            </a:prstGeom>
            <a:solidFill>
              <a:srgbClr val="A542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6" name="Input frame mosaic cell">
              <a:extLst>
                <a:ext uri="{FF2B5EF4-FFF2-40B4-BE49-F238E27FC236}">
                  <a16:creationId xmlns:a16="http://schemas.microsoft.com/office/drawing/2014/main" id="{F2B55494-B316-E6AE-1632-E289422E42B2}"/>
                </a:ext>
              </a:extLst>
            </p:cNvPr>
            <p:cNvSpPr/>
            <p:nvPr/>
          </p:nvSpPr>
          <p:spPr>
            <a:xfrm>
              <a:off x="1924812" y="3208238"/>
              <a:ext cx="54407" cy="55191"/>
            </a:xfrm>
            <a:prstGeom prst="rect">
              <a:avLst/>
            </a:prstGeom>
            <a:solidFill>
              <a:srgbClr val="9834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7" name="Input frame mosaic cell">
              <a:extLst>
                <a:ext uri="{FF2B5EF4-FFF2-40B4-BE49-F238E27FC236}">
                  <a16:creationId xmlns:a16="http://schemas.microsoft.com/office/drawing/2014/main" id="{2E8C887F-FEEB-1DB0-335A-B5C50915087A}"/>
                </a:ext>
              </a:extLst>
            </p:cNvPr>
            <p:cNvSpPr/>
            <p:nvPr/>
          </p:nvSpPr>
          <p:spPr>
            <a:xfrm>
              <a:off x="1974647" y="3208238"/>
              <a:ext cx="54407" cy="55191"/>
            </a:xfrm>
            <a:prstGeom prst="rect">
              <a:avLst/>
            </a:prstGeom>
            <a:solidFill>
              <a:srgbClr val="9F49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8" name="Input frame mosaic cell">
              <a:extLst>
                <a:ext uri="{FF2B5EF4-FFF2-40B4-BE49-F238E27FC236}">
                  <a16:creationId xmlns:a16="http://schemas.microsoft.com/office/drawing/2014/main" id="{7AB251BC-6771-34AE-ED84-41E6EEA261D9}"/>
                </a:ext>
              </a:extLst>
            </p:cNvPr>
            <p:cNvSpPr/>
            <p:nvPr/>
          </p:nvSpPr>
          <p:spPr>
            <a:xfrm>
              <a:off x="2024482" y="3208238"/>
              <a:ext cx="54407" cy="55191"/>
            </a:xfrm>
            <a:prstGeom prst="rect">
              <a:avLst/>
            </a:prstGeom>
            <a:solidFill>
              <a:srgbClr val="A25E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79" name="Input frame mosaic cell">
              <a:extLst>
                <a:ext uri="{FF2B5EF4-FFF2-40B4-BE49-F238E27FC236}">
                  <a16:creationId xmlns:a16="http://schemas.microsoft.com/office/drawing/2014/main" id="{768BB57A-C4A0-5B81-3E04-5D9CC844B031}"/>
                </a:ext>
              </a:extLst>
            </p:cNvPr>
            <p:cNvSpPr/>
            <p:nvPr/>
          </p:nvSpPr>
          <p:spPr>
            <a:xfrm>
              <a:off x="2074316" y="3208238"/>
              <a:ext cx="54407" cy="55191"/>
            </a:xfrm>
            <a:prstGeom prst="rect">
              <a:avLst/>
            </a:prstGeom>
            <a:solidFill>
              <a:srgbClr val="8F46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0" name="Input frame mosaic cell">
              <a:extLst>
                <a:ext uri="{FF2B5EF4-FFF2-40B4-BE49-F238E27FC236}">
                  <a16:creationId xmlns:a16="http://schemas.microsoft.com/office/drawing/2014/main" id="{2968A034-A7C3-7021-F9E1-58A37070DE0E}"/>
                </a:ext>
              </a:extLst>
            </p:cNvPr>
            <p:cNvSpPr/>
            <p:nvPr/>
          </p:nvSpPr>
          <p:spPr>
            <a:xfrm>
              <a:off x="2124151" y="3208238"/>
              <a:ext cx="54407" cy="55191"/>
            </a:xfrm>
            <a:prstGeom prst="rect">
              <a:avLst/>
            </a:prstGeom>
            <a:solidFill>
              <a:srgbClr val="772E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1" name="Input frame mosaic cell">
              <a:extLst>
                <a:ext uri="{FF2B5EF4-FFF2-40B4-BE49-F238E27FC236}">
                  <a16:creationId xmlns:a16="http://schemas.microsoft.com/office/drawing/2014/main" id="{E04362A4-E124-1EF7-4344-295E162BB387}"/>
                </a:ext>
              </a:extLst>
            </p:cNvPr>
            <p:cNvSpPr/>
            <p:nvPr/>
          </p:nvSpPr>
          <p:spPr>
            <a:xfrm>
              <a:off x="2173986" y="3208238"/>
              <a:ext cx="54407" cy="55191"/>
            </a:xfrm>
            <a:prstGeom prst="rect">
              <a:avLst/>
            </a:prstGeom>
            <a:solidFill>
              <a:srgbClr val="6527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2" name="Input frame mosaic cell">
              <a:extLst>
                <a:ext uri="{FF2B5EF4-FFF2-40B4-BE49-F238E27FC236}">
                  <a16:creationId xmlns:a16="http://schemas.microsoft.com/office/drawing/2014/main" id="{901DCCB5-426C-77C8-D349-67111EDE72F4}"/>
                </a:ext>
              </a:extLst>
            </p:cNvPr>
            <p:cNvSpPr/>
            <p:nvPr/>
          </p:nvSpPr>
          <p:spPr>
            <a:xfrm>
              <a:off x="2223821" y="3208238"/>
              <a:ext cx="54407" cy="55191"/>
            </a:xfrm>
            <a:prstGeom prst="rect">
              <a:avLst/>
            </a:prstGeom>
            <a:solidFill>
              <a:srgbClr val="5C2B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3" name="Input frame mosaic cell">
              <a:extLst>
                <a:ext uri="{FF2B5EF4-FFF2-40B4-BE49-F238E27FC236}">
                  <a16:creationId xmlns:a16="http://schemas.microsoft.com/office/drawing/2014/main" id="{7A8EDA22-E319-AB4C-D0B9-6FB2128D2B43}"/>
                </a:ext>
              </a:extLst>
            </p:cNvPr>
            <p:cNvSpPr/>
            <p:nvPr/>
          </p:nvSpPr>
          <p:spPr>
            <a:xfrm>
              <a:off x="2273656" y="3208238"/>
              <a:ext cx="54407" cy="55191"/>
            </a:xfrm>
            <a:prstGeom prst="rect">
              <a:avLst/>
            </a:prstGeom>
            <a:solidFill>
              <a:srgbClr val="562F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4" name="Input frame mosaic cell">
              <a:extLst>
                <a:ext uri="{FF2B5EF4-FFF2-40B4-BE49-F238E27FC236}">
                  <a16:creationId xmlns:a16="http://schemas.microsoft.com/office/drawing/2014/main" id="{049DCB75-540D-CA3E-DAD6-A7F40811079D}"/>
                </a:ext>
              </a:extLst>
            </p:cNvPr>
            <p:cNvSpPr/>
            <p:nvPr/>
          </p:nvSpPr>
          <p:spPr>
            <a:xfrm>
              <a:off x="2323490" y="3208238"/>
              <a:ext cx="54407" cy="55191"/>
            </a:xfrm>
            <a:prstGeom prst="rect">
              <a:avLst/>
            </a:prstGeom>
            <a:solidFill>
              <a:srgbClr val="2515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5" name="Input frame mosaic cell">
              <a:extLst>
                <a:ext uri="{FF2B5EF4-FFF2-40B4-BE49-F238E27FC236}">
                  <a16:creationId xmlns:a16="http://schemas.microsoft.com/office/drawing/2014/main" id="{E5F6C621-24E5-B867-4C90-2518E63E1F23}"/>
                </a:ext>
              </a:extLst>
            </p:cNvPr>
            <p:cNvSpPr/>
            <p:nvPr/>
          </p:nvSpPr>
          <p:spPr>
            <a:xfrm>
              <a:off x="2373325" y="3208238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6" name="Input frame mosaic cell">
              <a:extLst>
                <a:ext uri="{FF2B5EF4-FFF2-40B4-BE49-F238E27FC236}">
                  <a16:creationId xmlns:a16="http://schemas.microsoft.com/office/drawing/2014/main" id="{29DB6C25-D97A-3FF1-9E4D-B595D83EA2D6}"/>
                </a:ext>
              </a:extLst>
            </p:cNvPr>
            <p:cNvSpPr/>
            <p:nvPr/>
          </p:nvSpPr>
          <p:spPr>
            <a:xfrm>
              <a:off x="429768" y="3258856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7" name="Input frame mosaic cell">
              <a:extLst>
                <a:ext uri="{FF2B5EF4-FFF2-40B4-BE49-F238E27FC236}">
                  <a16:creationId xmlns:a16="http://schemas.microsoft.com/office/drawing/2014/main" id="{7F567831-3600-9D02-9B35-E1AE938859A1}"/>
                </a:ext>
              </a:extLst>
            </p:cNvPr>
            <p:cNvSpPr/>
            <p:nvPr/>
          </p:nvSpPr>
          <p:spPr>
            <a:xfrm>
              <a:off x="479603" y="3258856"/>
              <a:ext cx="54407" cy="55191"/>
            </a:xfrm>
            <a:prstGeom prst="rect">
              <a:avLst/>
            </a:prstGeom>
            <a:solidFill>
              <a:srgbClr val="04030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8" name="Input frame mosaic cell">
              <a:extLst>
                <a:ext uri="{FF2B5EF4-FFF2-40B4-BE49-F238E27FC236}">
                  <a16:creationId xmlns:a16="http://schemas.microsoft.com/office/drawing/2014/main" id="{01C4C76C-10A6-9D49-CCDA-1236D50BE8C3}"/>
                </a:ext>
              </a:extLst>
            </p:cNvPr>
            <p:cNvSpPr/>
            <p:nvPr/>
          </p:nvSpPr>
          <p:spPr>
            <a:xfrm>
              <a:off x="529438" y="3258856"/>
              <a:ext cx="54407" cy="55191"/>
            </a:xfrm>
            <a:prstGeom prst="rect">
              <a:avLst/>
            </a:prstGeom>
            <a:solidFill>
              <a:srgbClr val="532A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89" name="Input frame mosaic cell">
              <a:extLst>
                <a:ext uri="{FF2B5EF4-FFF2-40B4-BE49-F238E27FC236}">
                  <a16:creationId xmlns:a16="http://schemas.microsoft.com/office/drawing/2014/main" id="{3CC31C0E-A908-2A2C-AC21-FA10974F3D07}"/>
                </a:ext>
              </a:extLst>
            </p:cNvPr>
            <p:cNvSpPr/>
            <p:nvPr/>
          </p:nvSpPr>
          <p:spPr>
            <a:xfrm>
              <a:off x="579272" y="3258856"/>
              <a:ext cx="54407" cy="55191"/>
            </a:xfrm>
            <a:prstGeom prst="rect">
              <a:avLst/>
            </a:prstGeom>
            <a:solidFill>
              <a:srgbClr val="863E3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0" name="Input frame mosaic cell">
              <a:extLst>
                <a:ext uri="{FF2B5EF4-FFF2-40B4-BE49-F238E27FC236}">
                  <a16:creationId xmlns:a16="http://schemas.microsoft.com/office/drawing/2014/main" id="{4A47882F-9E68-0323-3E26-8DFFE2D8A8F8}"/>
                </a:ext>
              </a:extLst>
            </p:cNvPr>
            <p:cNvSpPr/>
            <p:nvPr/>
          </p:nvSpPr>
          <p:spPr>
            <a:xfrm>
              <a:off x="629107" y="3258856"/>
              <a:ext cx="54407" cy="55191"/>
            </a:xfrm>
            <a:prstGeom prst="rect">
              <a:avLst/>
            </a:prstGeom>
            <a:solidFill>
              <a:srgbClr val="9845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1" name="Input frame mosaic cell">
              <a:extLst>
                <a:ext uri="{FF2B5EF4-FFF2-40B4-BE49-F238E27FC236}">
                  <a16:creationId xmlns:a16="http://schemas.microsoft.com/office/drawing/2014/main" id="{370330C4-7293-D405-25AA-ADC82E46782C}"/>
                </a:ext>
              </a:extLst>
            </p:cNvPr>
            <p:cNvSpPr/>
            <p:nvPr/>
          </p:nvSpPr>
          <p:spPr>
            <a:xfrm>
              <a:off x="678942" y="3258856"/>
              <a:ext cx="54407" cy="55191"/>
            </a:xfrm>
            <a:prstGeom prst="rect">
              <a:avLst/>
            </a:prstGeom>
            <a:solidFill>
              <a:srgbClr val="9F45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2" name="Input frame mosaic cell">
              <a:extLst>
                <a:ext uri="{FF2B5EF4-FFF2-40B4-BE49-F238E27FC236}">
                  <a16:creationId xmlns:a16="http://schemas.microsoft.com/office/drawing/2014/main" id="{58F462F9-2474-C2E8-77A2-03C0D812E840}"/>
                </a:ext>
              </a:extLst>
            </p:cNvPr>
            <p:cNvSpPr/>
            <p:nvPr/>
          </p:nvSpPr>
          <p:spPr>
            <a:xfrm>
              <a:off x="728777" y="3258856"/>
              <a:ext cx="54407" cy="55191"/>
            </a:xfrm>
            <a:prstGeom prst="rect">
              <a:avLst/>
            </a:prstGeom>
            <a:solidFill>
              <a:srgbClr val="A44C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3" name="Input frame mosaic cell">
              <a:extLst>
                <a:ext uri="{FF2B5EF4-FFF2-40B4-BE49-F238E27FC236}">
                  <a16:creationId xmlns:a16="http://schemas.microsoft.com/office/drawing/2014/main" id="{3BB00F94-D642-F952-3262-297329AC9CFB}"/>
                </a:ext>
              </a:extLst>
            </p:cNvPr>
            <p:cNvSpPr/>
            <p:nvPr/>
          </p:nvSpPr>
          <p:spPr>
            <a:xfrm>
              <a:off x="778612" y="3258856"/>
              <a:ext cx="54407" cy="55191"/>
            </a:xfrm>
            <a:prstGeom prst="rect">
              <a:avLst/>
            </a:prstGeom>
            <a:solidFill>
              <a:srgbClr val="A856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4" name="Input frame mosaic cell">
              <a:extLst>
                <a:ext uri="{FF2B5EF4-FFF2-40B4-BE49-F238E27FC236}">
                  <a16:creationId xmlns:a16="http://schemas.microsoft.com/office/drawing/2014/main" id="{2CB649CE-726C-3EBB-4F87-2802BD95B228}"/>
                </a:ext>
              </a:extLst>
            </p:cNvPr>
            <p:cNvSpPr/>
            <p:nvPr/>
          </p:nvSpPr>
          <p:spPr>
            <a:xfrm>
              <a:off x="828446" y="3258856"/>
              <a:ext cx="54407" cy="55191"/>
            </a:xfrm>
            <a:prstGeom prst="rect">
              <a:avLst/>
            </a:prstGeom>
            <a:solidFill>
              <a:srgbClr val="A456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5" name="Input frame mosaic cell">
              <a:extLst>
                <a:ext uri="{FF2B5EF4-FFF2-40B4-BE49-F238E27FC236}">
                  <a16:creationId xmlns:a16="http://schemas.microsoft.com/office/drawing/2014/main" id="{C4A5CE45-9386-07BB-DD51-FCE5F5D82DF7}"/>
                </a:ext>
              </a:extLst>
            </p:cNvPr>
            <p:cNvSpPr/>
            <p:nvPr/>
          </p:nvSpPr>
          <p:spPr>
            <a:xfrm>
              <a:off x="878281" y="3258856"/>
              <a:ext cx="54407" cy="55191"/>
            </a:xfrm>
            <a:prstGeom prst="rect">
              <a:avLst/>
            </a:prstGeom>
            <a:solidFill>
              <a:srgbClr val="A256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6" name="Input frame mosaic cell">
              <a:extLst>
                <a:ext uri="{FF2B5EF4-FFF2-40B4-BE49-F238E27FC236}">
                  <a16:creationId xmlns:a16="http://schemas.microsoft.com/office/drawing/2014/main" id="{BEDB9E48-45AE-B32E-CC17-5A188B0CDE49}"/>
                </a:ext>
              </a:extLst>
            </p:cNvPr>
            <p:cNvSpPr/>
            <p:nvPr/>
          </p:nvSpPr>
          <p:spPr>
            <a:xfrm>
              <a:off x="928116" y="3258856"/>
              <a:ext cx="54407" cy="55191"/>
            </a:xfrm>
            <a:prstGeom prst="rect">
              <a:avLst/>
            </a:prstGeom>
            <a:solidFill>
              <a:srgbClr val="A750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7" name="Input frame mosaic cell">
              <a:extLst>
                <a:ext uri="{FF2B5EF4-FFF2-40B4-BE49-F238E27FC236}">
                  <a16:creationId xmlns:a16="http://schemas.microsoft.com/office/drawing/2014/main" id="{3340DCD1-E0BA-685D-62B7-0CE2D6FF9A33}"/>
                </a:ext>
              </a:extLst>
            </p:cNvPr>
            <p:cNvSpPr/>
            <p:nvPr/>
          </p:nvSpPr>
          <p:spPr>
            <a:xfrm>
              <a:off x="977951" y="3258856"/>
              <a:ext cx="54407" cy="55191"/>
            </a:xfrm>
            <a:prstGeom prst="rect">
              <a:avLst/>
            </a:prstGeom>
            <a:solidFill>
              <a:srgbClr val="C667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8" name="Input frame mosaic cell">
              <a:extLst>
                <a:ext uri="{FF2B5EF4-FFF2-40B4-BE49-F238E27FC236}">
                  <a16:creationId xmlns:a16="http://schemas.microsoft.com/office/drawing/2014/main" id="{032A55B9-87DE-01CB-AE39-8D131DA9CF01}"/>
                </a:ext>
              </a:extLst>
            </p:cNvPr>
            <p:cNvSpPr/>
            <p:nvPr/>
          </p:nvSpPr>
          <p:spPr>
            <a:xfrm>
              <a:off x="1027786" y="3258856"/>
              <a:ext cx="54407" cy="55191"/>
            </a:xfrm>
            <a:prstGeom prst="rect">
              <a:avLst/>
            </a:prstGeom>
            <a:solidFill>
              <a:srgbClr val="C760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199" name="Input frame mosaic cell">
              <a:extLst>
                <a:ext uri="{FF2B5EF4-FFF2-40B4-BE49-F238E27FC236}">
                  <a16:creationId xmlns:a16="http://schemas.microsoft.com/office/drawing/2014/main" id="{FBC2B7D3-2C30-F109-A48F-F37925B7F977}"/>
                </a:ext>
              </a:extLst>
            </p:cNvPr>
            <p:cNvSpPr/>
            <p:nvPr/>
          </p:nvSpPr>
          <p:spPr>
            <a:xfrm>
              <a:off x="1077620" y="3258856"/>
              <a:ext cx="54407" cy="55191"/>
            </a:xfrm>
            <a:prstGeom prst="rect">
              <a:avLst/>
            </a:prstGeom>
            <a:solidFill>
              <a:srgbClr val="A93E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0" name="Input frame mosaic cell">
              <a:extLst>
                <a:ext uri="{FF2B5EF4-FFF2-40B4-BE49-F238E27FC236}">
                  <a16:creationId xmlns:a16="http://schemas.microsoft.com/office/drawing/2014/main" id="{167AE9FA-B493-8C4C-0C17-3E789BC698D0}"/>
                </a:ext>
              </a:extLst>
            </p:cNvPr>
            <p:cNvSpPr/>
            <p:nvPr/>
          </p:nvSpPr>
          <p:spPr>
            <a:xfrm>
              <a:off x="1127455" y="3258856"/>
              <a:ext cx="54407" cy="55191"/>
            </a:xfrm>
            <a:prstGeom prst="rect">
              <a:avLst/>
            </a:prstGeom>
            <a:solidFill>
              <a:srgbClr val="9141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1" name="Input frame mosaic cell">
              <a:extLst>
                <a:ext uri="{FF2B5EF4-FFF2-40B4-BE49-F238E27FC236}">
                  <a16:creationId xmlns:a16="http://schemas.microsoft.com/office/drawing/2014/main" id="{21F5BBC7-BAD9-8BD7-EE37-A52A47B075AF}"/>
                </a:ext>
              </a:extLst>
            </p:cNvPr>
            <p:cNvSpPr/>
            <p:nvPr/>
          </p:nvSpPr>
          <p:spPr>
            <a:xfrm>
              <a:off x="1177290" y="3258856"/>
              <a:ext cx="54407" cy="55191"/>
            </a:xfrm>
            <a:prstGeom prst="rect">
              <a:avLst/>
            </a:prstGeom>
            <a:solidFill>
              <a:srgbClr val="8143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2" name="Input frame mosaic cell">
              <a:extLst>
                <a:ext uri="{FF2B5EF4-FFF2-40B4-BE49-F238E27FC236}">
                  <a16:creationId xmlns:a16="http://schemas.microsoft.com/office/drawing/2014/main" id="{138EB819-56BD-C1D6-3587-49A09F1A3A14}"/>
                </a:ext>
              </a:extLst>
            </p:cNvPr>
            <p:cNvSpPr/>
            <p:nvPr/>
          </p:nvSpPr>
          <p:spPr>
            <a:xfrm>
              <a:off x="1227125" y="3258856"/>
              <a:ext cx="54407" cy="55191"/>
            </a:xfrm>
            <a:prstGeom prst="rect">
              <a:avLst/>
            </a:prstGeom>
            <a:solidFill>
              <a:srgbClr val="8C4B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3" name="Input frame mosaic cell">
              <a:extLst>
                <a:ext uri="{FF2B5EF4-FFF2-40B4-BE49-F238E27FC236}">
                  <a16:creationId xmlns:a16="http://schemas.microsoft.com/office/drawing/2014/main" id="{B9583B13-8613-B3FA-F921-80E1010EBF8B}"/>
                </a:ext>
              </a:extLst>
            </p:cNvPr>
            <p:cNvSpPr/>
            <p:nvPr/>
          </p:nvSpPr>
          <p:spPr>
            <a:xfrm>
              <a:off x="1276960" y="3258856"/>
              <a:ext cx="54407" cy="55191"/>
            </a:xfrm>
            <a:prstGeom prst="rect">
              <a:avLst/>
            </a:prstGeom>
            <a:solidFill>
              <a:srgbClr val="984F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4" name="Input frame mosaic cell">
              <a:extLst>
                <a:ext uri="{FF2B5EF4-FFF2-40B4-BE49-F238E27FC236}">
                  <a16:creationId xmlns:a16="http://schemas.microsoft.com/office/drawing/2014/main" id="{A36AFA82-6F5D-BD64-7569-0E8A0BEF2D51}"/>
                </a:ext>
              </a:extLst>
            </p:cNvPr>
            <p:cNvSpPr/>
            <p:nvPr/>
          </p:nvSpPr>
          <p:spPr>
            <a:xfrm>
              <a:off x="1326794" y="3258856"/>
              <a:ext cx="54407" cy="55191"/>
            </a:xfrm>
            <a:prstGeom prst="rect">
              <a:avLst/>
            </a:prstGeom>
            <a:solidFill>
              <a:srgbClr val="A04F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5" name="Input frame mosaic cell">
              <a:extLst>
                <a:ext uri="{FF2B5EF4-FFF2-40B4-BE49-F238E27FC236}">
                  <a16:creationId xmlns:a16="http://schemas.microsoft.com/office/drawing/2014/main" id="{140D9AB1-C9CB-5138-C2EC-D3EB6DACD0DD}"/>
                </a:ext>
              </a:extLst>
            </p:cNvPr>
            <p:cNvSpPr/>
            <p:nvPr/>
          </p:nvSpPr>
          <p:spPr>
            <a:xfrm>
              <a:off x="1376629" y="3258856"/>
              <a:ext cx="54407" cy="55191"/>
            </a:xfrm>
            <a:prstGeom prst="rect">
              <a:avLst/>
            </a:prstGeom>
            <a:solidFill>
              <a:srgbClr val="A551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6" name="Input frame mosaic cell">
              <a:extLst>
                <a:ext uri="{FF2B5EF4-FFF2-40B4-BE49-F238E27FC236}">
                  <a16:creationId xmlns:a16="http://schemas.microsoft.com/office/drawing/2014/main" id="{775A8D4C-D85B-79DE-D76B-970682EFDED9}"/>
                </a:ext>
              </a:extLst>
            </p:cNvPr>
            <p:cNvSpPr/>
            <p:nvPr/>
          </p:nvSpPr>
          <p:spPr>
            <a:xfrm>
              <a:off x="1426464" y="3258856"/>
              <a:ext cx="54407" cy="55191"/>
            </a:xfrm>
            <a:prstGeom prst="rect">
              <a:avLst/>
            </a:prstGeom>
            <a:solidFill>
              <a:srgbClr val="A552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7" name="Input frame mosaic cell">
              <a:extLst>
                <a:ext uri="{FF2B5EF4-FFF2-40B4-BE49-F238E27FC236}">
                  <a16:creationId xmlns:a16="http://schemas.microsoft.com/office/drawing/2014/main" id="{FFDF0B93-A68E-7ADB-B46E-1836FAB0104B}"/>
                </a:ext>
              </a:extLst>
            </p:cNvPr>
            <p:cNvSpPr/>
            <p:nvPr/>
          </p:nvSpPr>
          <p:spPr>
            <a:xfrm>
              <a:off x="1476299" y="3258856"/>
              <a:ext cx="54407" cy="55191"/>
            </a:xfrm>
            <a:prstGeom prst="rect">
              <a:avLst/>
            </a:prstGeom>
            <a:solidFill>
              <a:srgbClr val="9944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8" name="Input frame mosaic cell">
              <a:extLst>
                <a:ext uri="{FF2B5EF4-FFF2-40B4-BE49-F238E27FC236}">
                  <a16:creationId xmlns:a16="http://schemas.microsoft.com/office/drawing/2014/main" id="{F92F0F40-F449-37C3-6589-1D4978041374}"/>
                </a:ext>
              </a:extLst>
            </p:cNvPr>
            <p:cNvSpPr/>
            <p:nvPr/>
          </p:nvSpPr>
          <p:spPr>
            <a:xfrm>
              <a:off x="1526134" y="3258856"/>
              <a:ext cx="54407" cy="55191"/>
            </a:xfrm>
            <a:prstGeom prst="rect">
              <a:avLst/>
            </a:prstGeom>
            <a:solidFill>
              <a:srgbClr val="903F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09" name="Input frame mosaic cell">
              <a:extLst>
                <a:ext uri="{FF2B5EF4-FFF2-40B4-BE49-F238E27FC236}">
                  <a16:creationId xmlns:a16="http://schemas.microsoft.com/office/drawing/2014/main" id="{C2C960C6-F78F-BAE4-7E41-133E53812A65}"/>
                </a:ext>
              </a:extLst>
            </p:cNvPr>
            <p:cNvSpPr/>
            <p:nvPr/>
          </p:nvSpPr>
          <p:spPr>
            <a:xfrm>
              <a:off x="1575968" y="3258856"/>
              <a:ext cx="54407" cy="55191"/>
            </a:xfrm>
            <a:prstGeom prst="rect">
              <a:avLst/>
            </a:prstGeom>
            <a:solidFill>
              <a:srgbClr val="A154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0" name="Input frame mosaic cell">
              <a:extLst>
                <a:ext uri="{FF2B5EF4-FFF2-40B4-BE49-F238E27FC236}">
                  <a16:creationId xmlns:a16="http://schemas.microsoft.com/office/drawing/2014/main" id="{07F28164-814C-C163-963C-8F362DC9B242}"/>
                </a:ext>
              </a:extLst>
            </p:cNvPr>
            <p:cNvSpPr/>
            <p:nvPr/>
          </p:nvSpPr>
          <p:spPr>
            <a:xfrm>
              <a:off x="1625803" y="3258856"/>
              <a:ext cx="54407" cy="55191"/>
            </a:xfrm>
            <a:prstGeom prst="rect">
              <a:avLst/>
            </a:prstGeom>
            <a:solidFill>
              <a:srgbClr val="9A51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1" name="Input frame mosaic cell">
              <a:extLst>
                <a:ext uri="{FF2B5EF4-FFF2-40B4-BE49-F238E27FC236}">
                  <a16:creationId xmlns:a16="http://schemas.microsoft.com/office/drawing/2014/main" id="{B7CECEB6-819B-2FF1-D0F4-C2B17E09093F}"/>
                </a:ext>
              </a:extLst>
            </p:cNvPr>
            <p:cNvSpPr/>
            <p:nvPr/>
          </p:nvSpPr>
          <p:spPr>
            <a:xfrm>
              <a:off x="1675638" y="3258856"/>
              <a:ext cx="54407" cy="55191"/>
            </a:xfrm>
            <a:prstGeom prst="rect">
              <a:avLst/>
            </a:prstGeom>
            <a:solidFill>
              <a:srgbClr val="8C47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2" name="Input frame mosaic cell">
              <a:extLst>
                <a:ext uri="{FF2B5EF4-FFF2-40B4-BE49-F238E27FC236}">
                  <a16:creationId xmlns:a16="http://schemas.microsoft.com/office/drawing/2014/main" id="{F7536C4C-0EBB-B42E-4A0E-49037A9D72CE}"/>
                </a:ext>
              </a:extLst>
            </p:cNvPr>
            <p:cNvSpPr/>
            <p:nvPr/>
          </p:nvSpPr>
          <p:spPr>
            <a:xfrm>
              <a:off x="1725473" y="3258856"/>
              <a:ext cx="54407" cy="55191"/>
            </a:xfrm>
            <a:prstGeom prst="rect">
              <a:avLst/>
            </a:prstGeom>
            <a:solidFill>
              <a:srgbClr val="7D38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3" name="Input frame mosaic cell">
              <a:extLst>
                <a:ext uri="{FF2B5EF4-FFF2-40B4-BE49-F238E27FC236}">
                  <a16:creationId xmlns:a16="http://schemas.microsoft.com/office/drawing/2014/main" id="{5321779C-7B21-9A70-872C-8732DB7C5349}"/>
                </a:ext>
              </a:extLst>
            </p:cNvPr>
            <p:cNvSpPr/>
            <p:nvPr/>
          </p:nvSpPr>
          <p:spPr>
            <a:xfrm>
              <a:off x="1775308" y="3258856"/>
              <a:ext cx="54407" cy="55191"/>
            </a:xfrm>
            <a:prstGeom prst="rect">
              <a:avLst/>
            </a:prstGeom>
            <a:solidFill>
              <a:srgbClr val="9C54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4" name="Input frame mosaic cell">
              <a:extLst>
                <a:ext uri="{FF2B5EF4-FFF2-40B4-BE49-F238E27FC236}">
                  <a16:creationId xmlns:a16="http://schemas.microsoft.com/office/drawing/2014/main" id="{258A4E6A-2ACB-1342-C282-0A2752254BE5}"/>
                </a:ext>
              </a:extLst>
            </p:cNvPr>
            <p:cNvSpPr/>
            <p:nvPr/>
          </p:nvSpPr>
          <p:spPr>
            <a:xfrm>
              <a:off x="1825142" y="3258856"/>
              <a:ext cx="54407" cy="55191"/>
            </a:xfrm>
            <a:prstGeom prst="rect">
              <a:avLst/>
            </a:prstGeom>
            <a:solidFill>
              <a:srgbClr val="A351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5" name="Input frame mosaic cell">
              <a:extLst>
                <a:ext uri="{FF2B5EF4-FFF2-40B4-BE49-F238E27FC236}">
                  <a16:creationId xmlns:a16="http://schemas.microsoft.com/office/drawing/2014/main" id="{E9457B25-F085-1EC3-1E75-BE729679904F}"/>
                </a:ext>
              </a:extLst>
            </p:cNvPr>
            <p:cNvSpPr/>
            <p:nvPr/>
          </p:nvSpPr>
          <p:spPr>
            <a:xfrm>
              <a:off x="1874977" y="3258856"/>
              <a:ext cx="54407" cy="55191"/>
            </a:xfrm>
            <a:prstGeom prst="rect">
              <a:avLst/>
            </a:prstGeom>
            <a:solidFill>
              <a:srgbClr val="9936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6" name="Input frame mosaic cell">
              <a:extLst>
                <a:ext uri="{FF2B5EF4-FFF2-40B4-BE49-F238E27FC236}">
                  <a16:creationId xmlns:a16="http://schemas.microsoft.com/office/drawing/2014/main" id="{75BC6589-C38C-7B03-C12E-93932C6EEA57}"/>
                </a:ext>
              </a:extLst>
            </p:cNvPr>
            <p:cNvSpPr/>
            <p:nvPr/>
          </p:nvSpPr>
          <p:spPr>
            <a:xfrm>
              <a:off x="1924812" y="3258856"/>
              <a:ext cx="54407" cy="55191"/>
            </a:xfrm>
            <a:prstGeom prst="rect">
              <a:avLst/>
            </a:prstGeom>
            <a:solidFill>
              <a:srgbClr val="902B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7" name="Input frame mosaic cell">
              <a:extLst>
                <a:ext uri="{FF2B5EF4-FFF2-40B4-BE49-F238E27FC236}">
                  <a16:creationId xmlns:a16="http://schemas.microsoft.com/office/drawing/2014/main" id="{B75B826A-96F3-79E6-B276-077AB72AA828}"/>
                </a:ext>
              </a:extLst>
            </p:cNvPr>
            <p:cNvSpPr/>
            <p:nvPr/>
          </p:nvSpPr>
          <p:spPr>
            <a:xfrm>
              <a:off x="1974647" y="3258856"/>
              <a:ext cx="54407" cy="55191"/>
            </a:xfrm>
            <a:prstGeom prst="rect">
              <a:avLst/>
            </a:prstGeom>
            <a:solidFill>
              <a:srgbClr val="98454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8" name="Input frame mosaic cell">
              <a:extLst>
                <a:ext uri="{FF2B5EF4-FFF2-40B4-BE49-F238E27FC236}">
                  <a16:creationId xmlns:a16="http://schemas.microsoft.com/office/drawing/2014/main" id="{B0F1A2D4-DB4E-6ADB-A2BA-9492A9317375}"/>
                </a:ext>
              </a:extLst>
            </p:cNvPr>
            <p:cNvSpPr/>
            <p:nvPr/>
          </p:nvSpPr>
          <p:spPr>
            <a:xfrm>
              <a:off x="2024482" y="3258856"/>
              <a:ext cx="54407" cy="55191"/>
            </a:xfrm>
            <a:prstGeom prst="rect">
              <a:avLst/>
            </a:prstGeom>
            <a:solidFill>
              <a:srgbClr val="9D56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19" name="Input frame mosaic cell">
              <a:extLst>
                <a:ext uri="{FF2B5EF4-FFF2-40B4-BE49-F238E27FC236}">
                  <a16:creationId xmlns:a16="http://schemas.microsoft.com/office/drawing/2014/main" id="{B5BBEF54-21D5-2C65-B50F-E0C58AA233E9}"/>
                </a:ext>
              </a:extLst>
            </p:cNvPr>
            <p:cNvSpPr/>
            <p:nvPr/>
          </p:nvSpPr>
          <p:spPr>
            <a:xfrm>
              <a:off x="2074316" y="3258856"/>
              <a:ext cx="54407" cy="55191"/>
            </a:xfrm>
            <a:prstGeom prst="rect">
              <a:avLst/>
            </a:prstGeom>
            <a:solidFill>
              <a:srgbClr val="8A44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0" name="Input frame mosaic cell">
              <a:extLst>
                <a:ext uri="{FF2B5EF4-FFF2-40B4-BE49-F238E27FC236}">
                  <a16:creationId xmlns:a16="http://schemas.microsoft.com/office/drawing/2014/main" id="{0541E4FF-3541-4570-4287-46B08894DAA3}"/>
                </a:ext>
              </a:extLst>
            </p:cNvPr>
            <p:cNvSpPr/>
            <p:nvPr/>
          </p:nvSpPr>
          <p:spPr>
            <a:xfrm>
              <a:off x="2124151" y="3258856"/>
              <a:ext cx="54407" cy="55191"/>
            </a:xfrm>
            <a:prstGeom prst="rect">
              <a:avLst/>
            </a:prstGeom>
            <a:solidFill>
              <a:srgbClr val="7632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1" name="Input frame mosaic cell">
              <a:extLst>
                <a:ext uri="{FF2B5EF4-FFF2-40B4-BE49-F238E27FC236}">
                  <a16:creationId xmlns:a16="http://schemas.microsoft.com/office/drawing/2014/main" id="{0CD6B4C0-D0E5-A7C4-0F34-213F28A424B4}"/>
                </a:ext>
              </a:extLst>
            </p:cNvPr>
            <p:cNvSpPr/>
            <p:nvPr/>
          </p:nvSpPr>
          <p:spPr>
            <a:xfrm>
              <a:off x="2173986" y="3258856"/>
              <a:ext cx="54407" cy="55191"/>
            </a:xfrm>
            <a:prstGeom prst="rect">
              <a:avLst/>
            </a:prstGeom>
            <a:solidFill>
              <a:srgbClr val="6024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2" name="Input frame mosaic cell">
              <a:extLst>
                <a:ext uri="{FF2B5EF4-FFF2-40B4-BE49-F238E27FC236}">
                  <a16:creationId xmlns:a16="http://schemas.microsoft.com/office/drawing/2014/main" id="{0C4BB0E1-72D0-1DCB-1295-833DCC0E0DA0}"/>
                </a:ext>
              </a:extLst>
            </p:cNvPr>
            <p:cNvSpPr/>
            <p:nvPr/>
          </p:nvSpPr>
          <p:spPr>
            <a:xfrm>
              <a:off x="2223821" y="3258856"/>
              <a:ext cx="54407" cy="55191"/>
            </a:xfrm>
            <a:prstGeom prst="rect">
              <a:avLst/>
            </a:prstGeom>
            <a:solidFill>
              <a:srgbClr val="4D1D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3" name="Input frame mosaic cell">
              <a:extLst>
                <a:ext uri="{FF2B5EF4-FFF2-40B4-BE49-F238E27FC236}">
                  <a16:creationId xmlns:a16="http://schemas.microsoft.com/office/drawing/2014/main" id="{ACFF7755-55D6-7DFB-0EC0-AA0D30D367DE}"/>
                </a:ext>
              </a:extLst>
            </p:cNvPr>
            <p:cNvSpPr/>
            <p:nvPr/>
          </p:nvSpPr>
          <p:spPr>
            <a:xfrm>
              <a:off x="2273656" y="3258856"/>
              <a:ext cx="54407" cy="55191"/>
            </a:xfrm>
            <a:prstGeom prst="rect">
              <a:avLst/>
            </a:prstGeom>
            <a:solidFill>
              <a:srgbClr val="39181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4" name="Input frame mosaic cell">
              <a:extLst>
                <a:ext uri="{FF2B5EF4-FFF2-40B4-BE49-F238E27FC236}">
                  <a16:creationId xmlns:a16="http://schemas.microsoft.com/office/drawing/2014/main" id="{6DBFD425-510D-57B4-1B26-C7A1CCD7ABD8}"/>
                </a:ext>
              </a:extLst>
            </p:cNvPr>
            <p:cNvSpPr/>
            <p:nvPr/>
          </p:nvSpPr>
          <p:spPr>
            <a:xfrm>
              <a:off x="2323490" y="3258856"/>
              <a:ext cx="54407" cy="55191"/>
            </a:xfrm>
            <a:prstGeom prst="rect">
              <a:avLst/>
            </a:prstGeom>
            <a:solidFill>
              <a:srgbClr val="0F08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5" name="Input frame mosaic cell">
              <a:extLst>
                <a:ext uri="{FF2B5EF4-FFF2-40B4-BE49-F238E27FC236}">
                  <a16:creationId xmlns:a16="http://schemas.microsoft.com/office/drawing/2014/main" id="{DB0D1D80-33D0-A460-6824-3662D983364D}"/>
                </a:ext>
              </a:extLst>
            </p:cNvPr>
            <p:cNvSpPr/>
            <p:nvPr/>
          </p:nvSpPr>
          <p:spPr>
            <a:xfrm>
              <a:off x="2373325" y="3258856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6" name="Input frame mosaic cell">
              <a:extLst>
                <a:ext uri="{FF2B5EF4-FFF2-40B4-BE49-F238E27FC236}">
                  <a16:creationId xmlns:a16="http://schemas.microsoft.com/office/drawing/2014/main" id="{7D41B147-B8B9-2299-57D3-DD2B18E94235}"/>
                </a:ext>
              </a:extLst>
            </p:cNvPr>
            <p:cNvSpPr/>
            <p:nvPr/>
          </p:nvSpPr>
          <p:spPr>
            <a:xfrm>
              <a:off x="429768" y="3309475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7" name="Input frame mosaic cell">
              <a:extLst>
                <a:ext uri="{FF2B5EF4-FFF2-40B4-BE49-F238E27FC236}">
                  <a16:creationId xmlns:a16="http://schemas.microsoft.com/office/drawing/2014/main" id="{71C4A3BA-436C-2AB1-D7B2-F3B372B42F42}"/>
                </a:ext>
              </a:extLst>
            </p:cNvPr>
            <p:cNvSpPr/>
            <p:nvPr/>
          </p:nvSpPr>
          <p:spPr>
            <a:xfrm>
              <a:off x="479603" y="3309475"/>
              <a:ext cx="54407" cy="55191"/>
            </a:xfrm>
            <a:prstGeom prst="rect">
              <a:avLst/>
            </a:prstGeom>
            <a:solidFill>
              <a:srgbClr val="0002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8" name="Input frame mosaic cell">
              <a:extLst>
                <a:ext uri="{FF2B5EF4-FFF2-40B4-BE49-F238E27FC236}">
                  <a16:creationId xmlns:a16="http://schemas.microsoft.com/office/drawing/2014/main" id="{8980ECF1-0BA3-2C16-AFAE-940403E820BE}"/>
                </a:ext>
              </a:extLst>
            </p:cNvPr>
            <p:cNvSpPr/>
            <p:nvPr/>
          </p:nvSpPr>
          <p:spPr>
            <a:xfrm>
              <a:off x="529438" y="3309475"/>
              <a:ext cx="54407" cy="55191"/>
            </a:xfrm>
            <a:prstGeom prst="rect">
              <a:avLst/>
            </a:prstGeom>
            <a:solidFill>
              <a:srgbClr val="311E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9" name="Input frame mosaic cell">
              <a:extLst>
                <a:ext uri="{FF2B5EF4-FFF2-40B4-BE49-F238E27FC236}">
                  <a16:creationId xmlns:a16="http://schemas.microsoft.com/office/drawing/2014/main" id="{5254CAAF-8358-8855-5C18-943374C29CF0}"/>
                </a:ext>
              </a:extLst>
            </p:cNvPr>
            <p:cNvSpPr/>
            <p:nvPr/>
          </p:nvSpPr>
          <p:spPr>
            <a:xfrm>
              <a:off x="579272" y="3309475"/>
              <a:ext cx="54407" cy="55191"/>
            </a:xfrm>
            <a:prstGeom prst="rect">
              <a:avLst/>
            </a:prstGeom>
            <a:solidFill>
              <a:srgbClr val="7E41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0" name="Input frame mosaic cell">
              <a:extLst>
                <a:ext uri="{FF2B5EF4-FFF2-40B4-BE49-F238E27FC236}">
                  <a16:creationId xmlns:a16="http://schemas.microsoft.com/office/drawing/2014/main" id="{BD45E244-7C9A-0E43-E367-EB14783710DD}"/>
                </a:ext>
              </a:extLst>
            </p:cNvPr>
            <p:cNvSpPr/>
            <p:nvPr/>
          </p:nvSpPr>
          <p:spPr>
            <a:xfrm>
              <a:off x="629107" y="3309475"/>
              <a:ext cx="54407" cy="55191"/>
            </a:xfrm>
            <a:prstGeom prst="rect">
              <a:avLst/>
            </a:prstGeom>
            <a:solidFill>
              <a:srgbClr val="8936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1" name="Input frame mosaic cell">
              <a:extLst>
                <a:ext uri="{FF2B5EF4-FFF2-40B4-BE49-F238E27FC236}">
                  <a16:creationId xmlns:a16="http://schemas.microsoft.com/office/drawing/2014/main" id="{459004DB-DA40-D579-50BE-B14E7494F0B2}"/>
                </a:ext>
              </a:extLst>
            </p:cNvPr>
            <p:cNvSpPr/>
            <p:nvPr/>
          </p:nvSpPr>
          <p:spPr>
            <a:xfrm>
              <a:off x="678942" y="3309475"/>
              <a:ext cx="54407" cy="55191"/>
            </a:xfrm>
            <a:prstGeom prst="rect">
              <a:avLst/>
            </a:prstGeom>
            <a:solidFill>
              <a:srgbClr val="973B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2" name="Input frame mosaic cell">
              <a:extLst>
                <a:ext uri="{FF2B5EF4-FFF2-40B4-BE49-F238E27FC236}">
                  <a16:creationId xmlns:a16="http://schemas.microsoft.com/office/drawing/2014/main" id="{312F7599-A9F6-6069-82FC-86499B34CF24}"/>
                </a:ext>
              </a:extLst>
            </p:cNvPr>
            <p:cNvSpPr/>
            <p:nvPr/>
          </p:nvSpPr>
          <p:spPr>
            <a:xfrm>
              <a:off x="728777" y="3309475"/>
              <a:ext cx="54407" cy="55191"/>
            </a:xfrm>
            <a:prstGeom prst="rect">
              <a:avLst/>
            </a:prstGeom>
            <a:solidFill>
              <a:srgbClr val="A34C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3" name="Input frame mosaic cell">
              <a:extLst>
                <a:ext uri="{FF2B5EF4-FFF2-40B4-BE49-F238E27FC236}">
                  <a16:creationId xmlns:a16="http://schemas.microsoft.com/office/drawing/2014/main" id="{7745E0CB-5B18-82C5-DFF2-C3B813C715FB}"/>
                </a:ext>
              </a:extLst>
            </p:cNvPr>
            <p:cNvSpPr/>
            <p:nvPr/>
          </p:nvSpPr>
          <p:spPr>
            <a:xfrm>
              <a:off x="778612" y="3309475"/>
              <a:ext cx="54407" cy="55191"/>
            </a:xfrm>
            <a:prstGeom prst="rect">
              <a:avLst/>
            </a:prstGeom>
            <a:solidFill>
              <a:srgbClr val="A855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4" name="Input frame mosaic cell">
              <a:extLst>
                <a:ext uri="{FF2B5EF4-FFF2-40B4-BE49-F238E27FC236}">
                  <a16:creationId xmlns:a16="http://schemas.microsoft.com/office/drawing/2014/main" id="{5BBBCA9D-39A3-489F-E399-9784D278279D}"/>
                </a:ext>
              </a:extLst>
            </p:cNvPr>
            <p:cNvSpPr/>
            <p:nvPr/>
          </p:nvSpPr>
          <p:spPr>
            <a:xfrm>
              <a:off x="828446" y="3309475"/>
              <a:ext cx="54407" cy="55191"/>
            </a:xfrm>
            <a:prstGeom prst="rect">
              <a:avLst/>
            </a:prstGeom>
            <a:solidFill>
              <a:srgbClr val="A556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5" name="Input frame mosaic cell">
              <a:extLst>
                <a:ext uri="{FF2B5EF4-FFF2-40B4-BE49-F238E27FC236}">
                  <a16:creationId xmlns:a16="http://schemas.microsoft.com/office/drawing/2014/main" id="{17FFEA29-4F95-D92F-B57F-77937B3D34BA}"/>
                </a:ext>
              </a:extLst>
            </p:cNvPr>
            <p:cNvSpPr/>
            <p:nvPr/>
          </p:nvSpPr>
          <p:spPr>
            <a:xfrm>
              <a:off x="878281" y="3309475"/>
              <a:ext cx="54407" cy="55191"/>
            </a:xfrm>
            <a:prstGeom prst="rect">
              <a:avLst/>
            </a:prstGeom>
            <a:solidFill>
              <a:srgbClr val="A55C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6" name="Input frame mosaic cell">
              <a:extLst>
                <a:ext uri="{FF2B5EF4-FFF2-40B4-BE49-F238E27FC236}">
                  <a16:creationId xmlns:a16="http://schemas.microsoft.com/office/drawing/2014/main" id="{3C732517-2C0A-4C35-7B03-5432CF4D95B3}"/>
                </a:ext>
              </a:extLst>
            </p:cNvPr>
            <p:cNvSpPr/>
            <p:nvPr/>
          </p:nvSpPr>
          <p:spPr>
            <a:xfrm>
              <a:off x="928116" y="3309475"/>
              <a:ext cx="54407" cy="55191"/>
            </a:xfrm>
            <a:prstGeom prst="rect">
              <a:avLst/>
            </a:prstGeom>
            <a:solidFill>
              <a:srgbClr val="B46E7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7" name="Input frame mosaic cell">
              <a:extLst>
                <a:ext uri="{FF2B5EF4-FFF2-40B4-BE49-F238E27FC236}">
                  <a16:creationId xmlns:a16="http://schemas.microsoft.com/office/drawing/2014/main" id="{8332E41B-8DA9-CB39-7C8F-78802E320642}"/>
                </a:ext>
              </a:extLst>
            </p:cNvPr>
            <p:cNvSpPr/>
            <p:nvPr/>
          </p:nvSpPr>
          <p:spPr>
            <a:xfrm>
              <a:off x="977951" y="3309475"/>
              <a:ext cx="54407" cy="55191"/>
            </a:xfrm>
            <a:prstGeom prst="rect">
              <a:avLst/>
            </a:prstGeom>
            <a:solidFill>
              <a:srgbClr val="D5969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8" name="Input frame mosaic cell">
              <a:extLst>
                <a:ext uri="{FF2B5EF4-FFF2-40B4-BE49-F238E27FC236}">
                  <a16:creationId xmlns:a16="http://schemas.microsoft.com/office/drawing/2014/main" id="{B19BD47B-9596-6A88-9B0B-64F866AE016C}"/>
                </a:ext>
              </a:extLst>
            </p:cNvPr>
            <p:cNvSpPr/>
            <p:nvPr/>
          </p:nvSpPr>
          <p:spPr>
            <a:xfrm>
              <a:off x="1027786" y="3309475"/>
              <a:ext cx="54407" cy="55191"/>
            </a:xfrm>
            <a:prstGeom prst="rect">
              <a:avLst/>
            </a:prstGeom>
            <a:solidFill>
              <a:srgbClr val="CE77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39" name="Input frame mosaic cell">
              <a:extLst>
                <a:ext uri="{FF2B5EF4-FFF2-40B4-BE49-F238E27FC236}">
                  <a16:creationId xmlns:a16="http://schemas.microsoft.com/office/drawing/2014/main" id="{A79988CA-8B39-5B25-56CB-55447D8FFDB4}"/>
                </a:ext>
              </a:extLst>
            </p:cNvPr>
            <p:cNvSpPr/>
            <p:nvPr/>
          </p:nvSpPr>
          <p:spPr>
            <a:xfrm>
              <a:off x="1077620" y="3309475"/>
              <a:ext cx="54407" cy="55191"/>
            </a:xfrm>
            <a:prstGeom prst="rect">
              <a:avLst/>
            </a:prstGeom>
            <a:solidFill>
              <a:srgbClr val="A947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0" name="Input frame mosaic cell">
              <a:extLst>
                <a:ext uri="{FF2B5EF4-FFF2-40B4-BE49-F238E27FC236}">
                  <a16:creationId xmlns:a16="http://schemas.microsoft.com/office/drawing/2014/main" id="{4D82942B-5498-4165-3C5A-3FC55C09A55F}"/>
                </a:ext>
              </a:extLst>
            </p:cNvPr>
            <p:cNvSpPr/>
            <p:nvPr/>
          </p:nvSpPr>
          <p:spPr>
            <a:xfrm>
              <a:off x="1127455" y="3309475"/>
              <a:ext cx="54407" cy="55191"/>
            </a:xfrm>
            <a:prstGeom prst="rect">
              <a:avLst/>
            </a:prstGeom>
            <a:solidFill>
              <a:srgbClr val="9744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1" name="Input frame mosaic cell">
              <a:extLst>
                <a:ext uri="{FF2B5EF4-FFF2-40B4-BE49-F238E27FC236}">
                  <a16:creationId xmlns:a16="http://schemas.microsoft.com/office/drawing/2014/main" id="{53FA2344-3C09-2545-E297-45EFB20846F3}"/>
                </a:ext>
              </a:extLst>
            </p:cNvPr>
            <p:cNvSpPr/>
            <p:nvPr/>
          </p:nvSpPr>
          <p:spPr>
            <a:xfrm>
              <a:off x="1177290" y="3309475"/>
              <a:ext cx="54407" cy="55191"/>
            </a:xfrm>
            <a:prstGeom prst="rect">
              <a:avLst/>
            </a:prstGeom>
            <a:solidFill>
              <a:srgbClr val="8848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2" name="Input frame mosaic cell">
              <a:extLst>
                <a:ext uri="{FF2B5EF4-FFF2-40B4-BE49-F238E27FC236}">
                  <a16:creationId xmlns:a16="http://schemas.microsoft.com/office/drawing/2014/main" id="{27E21850-1C33-B664-4B5D-60AD2D11EA80}"/>
                </a:ext>
              </a:extLst>
            </p:cNvPr>
            <p:cNvSpPr/>
            <p:nvPr/>
          </p:nvSpPr>
          <p:spPr>
            <a:xfrm>
              <a:off x="1227125" y="3309475"/>
              <a:ext cx="54407" cy="55191"/>
            </a:xfrm>
            <a:prstGeom prst="rect">
              <a:avLst/>
            </a:prstGeom>
            <a:solidFill>
              <a:srgbClr val="9652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3" name="Input frame mosaic cell">
              <a:extLst>
                <a:ext uri="{FF2B5EF4-FFF2-40B4-BE49-F238E27FC236}">
                  <a16:creationId xmlns:a16="http://schemas.microsoft.com/office/drawing/2014/main" id="{CAA049C0-D031-E77F-E3F9-7531B600C6A7}"/>
                </a:ext>
              </a:extLst>
            </p:cNvPr>
            <p:cNvSpPr/>
            <p:nvPr/>
          </p:nvSpPr>
          <p:spPr>
            <a:xfrm>
              <a:off x="1276960" y="3309475"/>
              <a:ext cx="54407" cy="55191"/>
            </a:xfrm>
            <a:prstGeom prst="rect">
              <a:avLst/>
            </a:prstGeom>
            <a:solidFill>
              <a:srgbClr val="9F57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4" name="Input frame mosaic cell">
              <a:extLst>
                <a:ext uri="{FF2B5EF4-FFF2-40B4-BE49-F238E27FC236}">
                  <a16:creationId xmlns:a16="http://schemas.microsoft.com/office/drawing/2014/main" id="{59502FA5-DCB0-71C0-BA2A-D463565D72BF}"/>
                </a:ext>
              </a:extLst>
            </p:cNvPr>
            <p:cNvSpPr/>
            <p:nvPr/>
          </p:nvSpPr>
          <p:spPr>
            <a:xfrm>
              <a:off x="1326794" y="3309475"/>
              <a:ext cx="54407" cy="55191"/>
            </a:xfrm>
            <a:prstGeom prst="rect">
              <a:avLst/>
            </a:prstGeom>
            <a:solidFill>
              <a:srgbClr val="A759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5" name="Input frame mosaic cell">
              <a:extLst>
                <a:ext uri="{FF2B5EF4-FFF2-40B4-BE49-F238E27FC236}">
                  <a16:creationId xmlns:a16="http://schemas.microsoft.com/office/drawing/2014/main" id="{96C5694D-CA1D-9539-FB4F-7C65A6FB3879}"/>
                </a:ext>
              </a:extLst>
            </p:cNvPr>
            <p:cNvSpPr/>
            <p:nvPr/>
          </p:nvSpPr>
          <p:spPr>
            <a:xfrm>
              <a:off x="1376629" y="3309475"/>
              <a:ext cx="54407" cy="55191"/>
            </a:xfrm>
            <a:prstGeom prst="rect">
              <a:avLst/>
            </a:prstGeom>
            <a:solidFill>
              <a:srgbClr val="AA5A6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6" name="Input frame mosaic cell">
              <a:extLst>
                <a:ext uri="{FF2B5EF4-FFF2-40B4-BE49-F238E27FC236}">
                  <a16:creationId xmlns:a16="http://schemas.microsoft.com/office/drawing/2014/main" id="{D0F3175D-A725-5AF3-245A-2A29692F715B}"/>
                </a:ext>
              </a:extLst>
            </p:cNvPr>
            <p:cNvSpPr/>
            <p:nvPr/>
          </p:nvSpPr>
          <p:spPr>
            <a:xfrm>
              <a:off x="1426464" y="3309475"/>
              <a:ext cx="54407" cy="55191"/>
            </a:xfrm>
            <a:prstGeom prst="rect">
              <a:avLst/>
            </a:prstGeom>
            <a:solidFill>
              <a:srgbClr val="A659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7" name="Input frame mosaic cell">
              <a:extLst>
                <a:ext uri="{FF2B5EF4-FFF2-40B4-BE49-F238E27FC236}">
                  <a16:creationId xmlns:a16="http://schemas.microsoft.com/office/drawing/2014/main" id="{04B032C0-688F-344F-2AAA-A1527FAD6F90}"/>
                </a:ext>
              </a:extLst>
            </p:cNvPr>
            <p:cNvSpPr/>
            <p:nvPr/>
          </p:nvSpPr>
          <p:spPr>
            <a:xfrm>
              <a:off x="1476299" y="3309475"/>
              <a:ext cx="54407" cy="55191"/>
            </a:xfrm>
            <a:prstGeom prst="rect">
              <a:avLst/>
            </a:prstGeom>
            <a:solidFill>
              <a:srgbClr val="9A4C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8" name="Input frame mosaic cell">
              <a:extLst>
                <a:ext uri="{FF2B5EF4-FFF2-40B4-BE49-F238E27FC236}">
                  <a16:creationId xmlns:a16="http://schemas.microsoft.com/office/drawing/2014/main" id="{87FD46E1-2029-CDF6-6DCD-8726E6740813}"/>
                </a:ext>
              </a:extLst>
            </p:cNvPr>
            <p:cNvSpPr/>
            <p:nvPr/>
          </p:nvSpPr>
          <p:spPr>
            <a:xfrm>
              <a:off x="1526134" y="3309475"/>
              <a:ext cx="54407" cy="55191"/>
            </a:xfrm>
            <a:prstGeom prst="rect">
              <a:avLst/>
            </a:prstGeom>
            <a:solidFill>
              <a:srgbClr val="893A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49" name="Input frame mosaic cell">
              <a:extLst>
                <a:ext uri="{FF2B5EF4-FFF2-40B4-BE49-F238E27FC236}">
                  <a16:creationId xmlns:a16="http://schemas.microsoft.com/office/drawing/2014/main" id="{F397D6C6-B1E2-2FC8-6747-B5FDCD9EF92D}"/>
                </a:ext>
              </a:extLst>
            </p:cNvPr>
            <p:cNvSpPr/>
            <p:nvPr/>
          </p:nvSpPr>
          <p:spPr>
            <a:xfrm>
              <a:off x="1575968" y="3309475"/>
              <a:ext cx="54407" cy="55191"/>
            </a:xfrm>
            <a:prstGeom prst="rect">
              <a:avLst/>
            </a:prstGeom>
            <a:solidFill>
              <a:srgbClr val="9A54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0" name="Input frame mosaic cell">
              <a:extLst>
                <a:ext uri="{FF2B5EF4-FFF2-40B4-BE49-F238E27FC236}">
                  <a16:creationId xmlns:a16="http://schemas.microsoft.com/office/drawing/2014/main" id="{6CEA21F0-087B-F298-505A-597E86047A45}"/>
                </a:ext>
              </a:extLst>
            </p:cNvPr>
            <p:cNvSpPr/>
            <p:nvPr/>
          </p:nvSpPr>
          <p:spPr>
            <a:xfrm>
              <a:off x="1625803" y="3309475"/>
              <a:ext cx="54407" cy="55191"/>
            </a:xfrm>
            <a:prstGeom prst="rect">
              <a:avLst/>
            </a:prstGeom>
            <a:solidFill>
              <a:srgbClr val="9452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1" name="Input frame mosaic cell">
              <a:extLst>
                <a:ext uri="{FF2B5EF4-FFF2-40B4-BE49-F238E27FC236}">
                  <a16:creationId xmlns:a16="http://schemas.microsoft.com/office/drawing/2014/main" id="{EAD39F2A-334E-27FF-36F0-3F697F7B32B6}"/>
                </a:ext>
              </a:extLst>
            </p:cNvPr>
            <p:cNvSpPr/>
            <p:nvPr/>
          </p:nvSpPr>
          <p:spPr>
            <a:xfrm>
              <a:off x="1675638" y="3309475"/>
              <a:ext cx="54407" cy="55191"/>
            </a:xfrm>
            <a:prstGeom prst="rect">
              <a:avLst/>
            </a:prstGeom>
            <a:solidFill>
              <a:srgbClr val="7F3D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2" name="Input frame mosaic cell">
              <a:extLst>
                <a:ext uri="{FF2B5EF4-FFF2-40B4-BE49-F238E27FC236}">
                  <a16:creationId xmlns:a16="http://schemas.microsoft.com/office/drawing/2014/main" id="{96DF4FCA-FA4F-FCC4-6CF9-AB4E04D6E89B}"/>
                </a:ext>
              </a:extLst>
            </p:cNvPr>
            <p:cNvSpPr/>
            <p:nvPr/>
          </p:nvSpPr>
          <p:spPr>
            <a:xfrm>
              <a:off x="1725473" y="3309475"/>
              <a:ext cx="54407" cy="55191"/>
            </a:xfrm>
            <a:prstGeom prst="rect">
              <a:avLst/>
            </a:prstGeom>
            <a:solidFill>
              <a:srgbClr val="763C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3" name="Input frame mosaic cell">
              <a:extLst>
                <a:ext uri="{FF2B5EF4-FFF2-40B4-BE49-F238E27FC236}">
                  <a16:creationId xmlns:a16="http://schemas.microsoft.com/office/drawing/2014/main" id="{E2A7C3A3-F684-95D4-B927-ECAAC5870D3F}"/>
                </a:ext>
              </a:extLst>
            </p:cNvPr>
            <p:cNvSpPr/>
            <p:nvPr/>
          </p:nvSpPr>
          <p:spPr>
            <a:xfrm>
              <a:off x="1775308" y="3309475"/>
              <a:ext cx="54407" cy="55191"/>
            </a:xfrm>
            <a:prstGeom prst="rect">
              <a:avLst/>
            </a:prstGeom>
            <a:solidFill>
              <a:srgbClr val="A86D7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4" name="Input frame mosaic cell">
              <a:extLst>
                <a:ext uri="{FF2B5EF4-FFF2-40B4-BE49-F238E27FC236}">
                  <a16:creationId xmlns:a16="http://schemas.microsoft.com/office/drawing/2014/main" id="{FAC8BD45-0B22-A0F8-D012-B1157D560C70}"/>
                </a:ext>
              </a:extLst>
            </p:cNvPr>
            <p:cNvSpPr/>
            <p:nvPr/>
          </p:nvSpPr>
          <p:spPr>
            <a:xfrm>
              <a:off x="1825142" y="3309475"/>
              <a:ext cx="54407" cy="55191"/>
            </a:xfrm>
            <a:prstGeom prst="rect">
              <a:avLst/>
            </a:prstGeom>
            <a:solidFill>
              <a:srgbClr val="9F52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5" name="Input frame mosaic cell">
              <a:extLst>
                <a:ext uri="{FF2B5EF4-FFF2-40B4-BE49-F238E27FC236}">
                  <a16:creationId xmlns:a16="http://schemas.microsoft.com/office/drawing/2014/main" id="{C8A50928-C736-57B9-48D2-26D8C18A29C3}"/>
                </a:ext>
              </a:extLst>
            </p:cNvPr>
            <p:cNvSpPr/>
            <p:nvPr/>
          </p:nvSpPr>
          <p:spPr>
            <a:xfrm>
              <a:off x="1874977" y="3309475"/>
              <a:ext cx="54407" cy="55191"/>
            </a:xfrm>
            <a:prstGeom prst="rect">
              <a:avLst/>
            </a:prstGeom>
            <a:solidFill>
              <a:srgbClr val="9435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6" name="Input frame mosaic cell">
              <a:extLst>
                <a:ext uri="{FF2B5EF4-FFF2-40B4-BE49-F238E27FC236}">
                  <a16:creationId xmlns:a16="http://schemas.microsoft.com/office/drawing/2014/main" id="{6CB89AF2-D590-D472-5A80-28A64F86B218}"/>
                </a:ext>
              </a:extLst>
            </p:cNvPr>
            <p:cNvSpPr/>
            <p:nvPr/>
          </p:nvSpPr>
          <p:spPr>
            <a:xfrm>
              <a:off x="1924812" y="3309475"/>
              <a:ext cx="54407" cy="55191"/>
            </a:xfrm>
            <a:prstGeom prst="rect">
              <a:avLst/>
            </a:prstGeom>
            <a:solidFill>
              <a:srgbClr val="9132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7" name="Input frame mosaic cell">
              <a:extLst>
                <a:ext uri="{FF2B5EF4-FFF2-40B4-BE49-F238E27FC236}">
                  <a16:creationId xmlns:a16="http://schemas.microsoft.com/office/drawing/2014/main" id="{9E78C9B2-8A77-E0F7-F944-2D201232095F}"/>
                </a:ext>
              </a:extLst>
            </p:cNvPr>
            <p:cNvSpPr/>
            <p:nvPr/>
          </p:nvSpPr>
          <p:spPr>
            <a:xfrm>
              <a:off x="1974647" y="3309475"/>
              <a:ext cx="54407" cy="55191"/>
            </a:xfrm>
            <a:prstGeom prst="rect">
              <a:avLst/>
            </a:prstGeom>
            <a:solidFill>
              <a:srgbClr val="9949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8" name="Input frame mosaic cell">
              <a:extLst>
                <a:ext uri="{FF2B5EF4-FFF2-40B4-BE49-F238E27FC236}">
                  <a16:creationId xmlns:a16="http://schemas.microsoft.com/office/drawing/2014/main" id="{CDFAB3E4-51DD-6A66-0460-BDFB287A512B}"/>
                </a:ext>
              </a:extLst>
            </p:cNvPr>
            <p:cNvSpPr/>
            <p:nvPr/>
          </p:nvSpPr>
          <p:spPr>
            <a:xfrm>
              <a:off x="2024482" y="3309475"/>
              <a:ext cx="54407" cy="55191"/>
            </a:xfrm>
            <a:prstGeom prst="rect">
              <a:avLst/>
            </a:prstGeom>
            <a:solidFill>
              <a:srgbClr val="8F42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59" name="Input frame mosaic cell">
              <a:extLst>
                <a:ext uri="{FF2B5EF4-FFF2-40B4-BE49-F238E27FC236}">
                  <a16:creationId xmlns:a16="http://schemas.microsoft.com/office/drawing/2014/main" id="{B9AE45E3-2442-DB2E-638F-3142B324137C}"/>
                </a:ext>
              </a:extLst>
            </p:cNvPr>
            <p:cNvSpPr/>
            <p:nvPr/>
          </p:nvSpPr>
          <p:spPr>
            <a:xfrm>
              <a:off x="2074316" y="3309475"/>
              <a:ext cx="54407" cy="55191"/>
            </a:xfrm>
            <a:prstGeom prst="rect">
              <a:avLst/>
            </a:prstGeom>
            <a:solidFill>
              <a:srgbClr val="8A44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0" name="Input frame mosaic cell">
              <a:extLst>
                <a:ext uri="{FF2B5EF4-FFF2-40B4-BE49-F238E27FC236}">
                  <a16:creationId xmlns:a16="http://schemas.microsoft.com/office/drawing/2014/main" id="{E3F2E275-DB6C-3924-EF3A-9DBA5EF0BAF2}"/>
                </a:ext>
              </a:extLst>
            </p:cNvPr>
            <p:cNvSpPr/>
            <p:nvPr/>
          </p:nvSpPr>
          <p:spPr>
            <a:xfrm>
              <a:off x="2124151" y="3309475"/>
              <a:ext cx="54407" cy="55191"/>
            </a:xfrm>
            <a:prstGeom prst="rect">
              <a:avLst/>
            </a:prstGeom>
            <a:solidFill>
              <a:srgbClr val="7B3C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1" name="Input frame mosaic cell">
              <a:extLst>
                <a:ext uri="{FF2B5EF4-FFF2-40B4-BE49-F238E27FC236}">
                  <a16:creationId xmlns:a16="http://schemas.microsoft.com/office/drawing/2014/main" id="{30D05FE5-1144-88CF-914C-380797606F4E}"/>
                </a:ext>
              </a:extLst>
            </p:cNvPr>
            <p:cNvSpPr/>
            <p:nvPr/>
          </p:nvSpPr>
          <p:spPr>
            <a:xfrm>
              <a:off x="2173986" y="3309475"/>
              <a:ext cx="54407" cy="55191"/>
            </a:xfrm>
            <a:prstGeom prst="rect">
              <a:avLst/>
            </a:prstGeom>
            <a:solidFill>
              <a:srgbClr val="612B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2" name="Input frame mosaic cell">
              <a:extLst>
                <a:ext uri="{FF2B5EF4-FFF2-40B4-BE49-F238E27FC236}">
                  <a16:creationId xmlns:a16="http://schemas.microsoft.com/office/drawing/2014/main" id="{DD53F643-E647-220E-0037-A2BFD8091B71}"/>
                </a:ext>
              </a:extLst>
            </p:cNvPr>
            <p:cNvSpPr/>
            <p:nvPr/>
          </p:nvSpPr>
          <p:spPr>
            <a:xfrm>
              <a:off x="2223821" y="3309475"/>
              <a:ext cx="54407" cy="55191"/>
            </a:xfrm>
            <a:prstGeom prst="rect">
              <a:avLst/>
            </a:prstGeom>
            <a:solidFill>
              <a:srgbClr val="4B1F1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3" name="Input frame mosaic cell">
              <a:extLst>
                <a:ext uri="{FF2B5EF4-FFF2-40B4-BE49-F238E27FC236}">
                  <a16:creationId xmlns:a16="http://schemas.microsoft.com/office/drawing/2014/main" id="{4DEEE84D-6CE9-F914-96E8-7F1C299D113D}"/>
                </a:ext>
              </a:extLst>
            </p:cNvPr>
            <p:cNvSpPr/>
            <p:nvPr/>
          </p:nvSpPr>
          <p:spPr>
            <a:xfrm>
              <a:off x="2273656" y="3309475"/>
              <a:ext cx="54407" cy="55191"/>
            </a:xfrm>
            <a:prstGeom prst="rect">
              <a:avLst/>
            </a:prstGeom>
            <a:solidFill>
              <a:srgbClr val="260D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4" name="Input frame mosaic cell">
              <a:extLst>
                <a:ext uri="{FF2B5EF4-FFF2-40B4-BE49-F238E27FC236}">
                  <a16:creationId xmlns:a16="http://schemas.microsoft.com/office/drawing/2014/main" id="{BC4EA2BC-80C8-FFAF-987A-0A843B5E139A}"/>
                </a:ext>
              </a:extLst>
            </p:cNvPr>
            <p:cNvSpPr/>
            <p:nvPr/>
          </p:nvSpPr>
          <p:spPr>
            <a:xfrm>
              <a:off x="2323490" y="3309475"/>
              <a:ext cx="54407" cy="55191"/>
            </a:xfrm>
            <a:prstGeom prst="rect">
              <a:avLst/>
            </a:prstGeom>
            <a:solidFill>
              <a:srgbClr val="03020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5" name="Input frame mosaic cell">
              <a:extLst>
                <a:ext uri="{FF2B5EF4-FFF2-40B4-BE49-F238E27FC236}">
                  <a16:creationId xmlns:a16="http://schemas.microsoft.com/office/drawing/2014/main" id="{F60D838E-520F-B33A-833C-856116B2F072}"/>
                </a:ext>
              </a:extLst>
            </p:cNvPr>
            <p:cNvSpPr/>
            <p:nvPr/>
          </p:nvSpPr>
          <p:spPr>
            <a:xfrm>
              <a:off x="2373325" y="3309475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6" name="Input frame mosaic cell">
              <a:extLst>
                <a:ext uri="{FF2B5EF4-FFF2-40B4-BE49-F238E27FC236}">
                  <a16:creationId xmlns:a16="http://schemas.microsoft.com/office/drawing/2014/main" id="{53E524DF-5F12-2551-B63F-E8A69D6ADCFE}"/>
                </a:ext>
              </a:extLst>
            </p:cNvPr>
            <p:cNvSpPr/>
            <p:nvPr/>
          </p:nvSpPr>
          <p:spPr>
            <a:xfrm>
              <a:off x="429768" y="3360093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7" name="Input frame mosaic cell">
              <a:extLst>
                <a:ext uri="{FF2B5EF4-FFF2-40B4-BE49-F238E27FC236}">
                  <a16:creationId xmlns:a16="http://schemas.microsoft.com/office/drawing/2014/main" id="{CFA1484F-7F12-BA8E-01E5-7F3E562C8076}"/>
                </a:ext>
              </a:extLst>
            </p:cNvPr>
            <p:cNvSpPr/>
            <p:nvPr/>
          </p:nvSpPr>
          <p:spPr>
            <a:xfrm>
              <a:off x="479603" y="3360093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8" name="Input frame mosaic cell">
              <a:extLst>
                <a:ext uri="{FF2B5EF4-FFF2-40B4-BE49-F238E27FC236}">
                  <a16:creationId xmlns:a16="http://schemas.microsoft.com/office/drawing/2014/main" id="{907D6D55-6793-96B8-55D0-0D856CF99CF6}"/>
                </a:ext>
              </a:extLst>
            </p:cNvPr>
            <p:cNvSpPr/>
            <p:nvPr/>
          </p:nvSpPr>
          <p:spPr>
            <a:xfrm>
              <a:off x="529438" y="3360093"/>
              <a:ext cx="54407" cy="55191"/>
            </a:xfrm>
            <a:prstGeom prst="rect">
              <a:avLst/>
            </a:prstGeom>
            <a:solidFill>
              <a:srgbClr val="100C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9" name="Input frame mosaic cell">
              <a:extLst>
                <a:ext uri="{FF2B5EF4-FFF2-40B4-BE49-F238E27FC236}">
                  <a16:creationId xmlns:a16="http://schemas.microsoft.com/office/drawing/2014/main" id="{60BE606C-2381-B478-DA26-5C2C38B780D1}"/>
                </a:ext>
              </a:extLst>
            </p:cNvPr>
            <p:cNvSpPr/>
            <p:nvPr/>
          </p:nvSpPr>
          <p:spPr>
            <a:xfrm>
              <a:off x="579272" y="3360093"/>
              <a:ext cx="54407" cy="55191"/>
            </a:xfrm>
            <a:prstGeom prst="rect">
              <a:avLst/>
            </a:prstGeom>
            <a:solidFill>
              <a:srgbClr val="7243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0" name="Input frame mosaic cell">
              <a:extLst>
                <a:ext uri="{FF2B5EF4-FFF2-40B4-BE49-F238E27FC236}">
                  <a16:creationId xmlns:a16="http://schemas.microsoft.com/office/drawing/2014/main" id="{E5C5D1D1-35F3-73AB-0055-754DADBFD358}"/>
                </a:ext>
              </a:extLst>
            </p:cNvPr>
            <p:cNvSpPr/>
            <p:nvPr/>
          </p:nvSpPr>
          <p:spPr>
            <a:xfrm>
              <a:off x="629107" y="3360093"/>
              <a:ext cx="54407" cy="55191"/>
            </a:xfrm>
            <a:prstGeom prst="rect">
              <a:avLst/>
            </a:prstGeom>
            <a:solidFill>
              <a:srgbClr val="8438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1" name="Input frame mosaic cell">
              <a:extLst>
                <a:ext uri="{FF2B5EF4-FFF2-40B4-BE49-F238E27FC236}">
                  <a16:creationId xmlns:a16="http://schemas.microsoft.com/office/drawing/2014/main" id="{263ACB75-F3EA-7464-8A6A-2D672C59711F}"/>
                </a:ext>
              </a:extLst>
            </p:cNvPr>
            <p:cNvSpPr/>
            <p:nvPr/>
          </p:nvSpPr>
          <p:spPr>
            <a:xfrm>
              <a:off x="678942" y="3360093"/>
              <a:ext cx="54407" cy="55191"/>
            </a:xfrm>
            <a:prstGeom prst="rect">
              <a:avLst/>
            </a:prstGeom>
            <a:solidFill>
              <a:srgbClr val="8D36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2" name="Input frame mosaic cell">
              <a:extLst>
                <a:ext uri="{FF2B5EF4-FFF2-40B4-BE49-F238E27FC236}">
                  <a16:creationId xmlns:a16="http://schemas.microsoft.com/office/drawing/2014/main" id="{DD314844-99EA-EC52-4C78-487186544D25}"/>
                </a:ext>
              </a:extLst>
            </p:cNvPr>
            <p:cNvSpPr/>
            <p:nvPr/>
          </p:nvSpPr>
          <p:spPr>
            <a:xfrm>
              <a:off x="728777" y="3360093"/>
              <a:ext cx="54407" cy="55191"/>
            </a:xfrm>
            <a:prstGeom prst="rect">
              <a:avLst/>
            </a:prstGeom>
            <a:solidFill>
              <a:srgbClr val="9E47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3" name="Input frame mosaic cell">
              <a:extLst>
                <a:ext uri="{FF2B5EF4-FFF2-40B4-BE49-F238E27FC236}">
                  <a16:creationId xmlns:a16="http://schemas.microsoft.com/office/drawing/2014/main" id="{4AC90588-2CC9-AA53-B2C2-6D76FFE108E3}"/>
                </a:ext>
              </a:extLst>
            </p:cNvPr>
            <p:cNvSpPr/>
            <p:nvPr/>
          </p:nvSpPr>
          <p:spPr>
            <a:xfrm>
              <a:off x="778612" y="3360093"/>
              <a:ext cx="54407" cy="55191"/>
            </a:xfrm>
            <a:prstGeom prst="rect">
              <a:avLst/>
            </a:prstGeom>
            <a:solidFill>
              <a:srgbClr val="A8555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4" name="Input frame mosaic cell">
              <a:extLst>
                <a:ext uri="{FF2B5EF4-FFF2-40B4-BE49-F238E27FC236}">
                  <a16:creationId xmlns:a16="http://schemas.microsoft.com/office/drawing/2014/main" id="{570EF01B-4EB0-1AF6-F4D8-2476E57BD992}"/>
                </a:ext>
              </a:extLst>
            </p:cNvPr>
            <p:cNvSpPr/>
            <p:nvPr/>
          </p:nvSpPr>
          <p:spPr>
            <a:xfrm>
              <a:off x="828446" y="3360093"/>
              <a:ext cx="54407" cy="55191"/>
            </a:xfrm>
            <a:prstGeom prst="rect">
              <a:avLst/>
            </a:prstGeom>
            <a:solidFill>
              <a:srgbClr val="A857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5" name="Input frame mosaic cell">
              <a:extLst>
                <a:ext uri="{FF2B5EF4-FFF2-40B4-BE49-F238E27FC236}">
                  <a16:creationId xmlns:a16="http://schemas.microsoft.com/office/drawing/2014/main" id="{8DFA10C8-8151-CC7C-C4A3-2387B4981D57}"/>
                </a:ext>
              </a:extLst>
            </p:cNvPr>
            <p:cNvSpPr/>
            <p:nvPr/>
          </p:nvSpPr>
          <p:spPr>
            <a:xfrm>
              <a:off x="878281" y="3360093"/>
              <a:ext cx="54407" cy="55191"/>
            </a:xfrm>
            <a:prstGeom prst="rect">
              <a:avLst/>
            </a:prstGeom>
            <a:solidFill>
              <a:srgbClr val="A95D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6" name="Input frame mosaic cell">
              <a:extLst>
                <a:ext uri="{FF2B5EF4-FFF2-40B4-BE49-F238E27FC236}">
                  <a16:creationId xmlns:a16="http://schemas.microsoft.com/office/drawing/2014/main" id="{686D80BB-33E2-CF03-6D6A-FCBA11225FE8}"/>
                </a:ext>
              </a:extLst>
            </p:cNvPr>
            <p:cNvSpPr/>
            <p:nvPr/>
          </p:nvSpPr>
          <p:spPr>
            <a:xfrm>
              <a:off x="928116" y="3360093"/>
              <a:ext cx="54407" cy="55191"/>
            </a:xfrm>
            <a:prstGeom prst="rect">
              <a:avLst/>
            </a:prstGeom>
            <a:solidFill>
              <a:srgbClr val="B76E7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7" name="Input frame mosaic cell">
              <a:extLst>
                <a:ext uri="{FF2B5EF4-FFF2-40B4-BE49-F238E27FC236}">
                  <a16:creationId xmlns:a16="http://schemas.microsoft.com/office/drawing/2014/main" id="{5CDB874F-8362-7516-8B33-02E3C8295547}"/>
                </a:ext>
              </a:extLst>
            </p:cNvPr>
            <p:cNvSpPr/>
            <p:nvPr/>
          </p:nvSpPr>
          <p:spPr>
            <a:xfrm>
              <a:off x="977951" y="3360093"/>
              <a:ext cx="54407" cy="55191"/>
            </a:xfrm>
            <a:prstGeom prst="rect">
              <a:avLst/>
            </a:prstGeom>
            <a:solidFill>
              <a:srgbClr val="C8808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8" name="Input frame mosaic cell">
              <a:extLst>
                <a:ext uri="{FF2B5EF4-FFF2-40B4-BE49-F238E27FC236}">
                  <a16:creationId xmlns:a16="http://schemas.microsoft.com/office/drawing/2014/main" id="{915F95CA-713B-E20B-7714-840132CD59A9}"/>
                </a:ext>
              </a:extLst>
            </p:cNvPr>
            <p:cNvSpPr/>
            <p:nvPr/>
          </p:nvSpPr>
          <p:spPr>
            <a:xfrm>
              <a:off x="1027786" y="3360093"/>
              <a:ext cx="54407" cy="55191"/>
            </a:xfrm>
            <a:prstGeom prst="rect">
              <a:avLst/>
            </a:prstGeom>
            <a:solidFill>
              <a:srgbClr val="C46A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79" name="Input frame mosaic cell">
              <a:extLst>
                <a:ext uri="{FF2B5EF4-FFF2-40B4-BE49-F238E27FC236}">
                  <a16:creationId xmlns:a16="http://schemas.microsoft.com/office/drawing/2014/main" id="{4EBB3569-239A-298C-764F-9A313AB1D7B0}"/>
                </a:ext>
              </a:extLst>
            </p:cNvPr>
            <p:cNvSpPr/>
            <p:nvPr/>
          </p:nvSpPr>
          <p:spPr>
            <a:xfrm>
              <a:off x="1077620" y="3360093"/>
              <a:ext cx="54407" cy="55191"/>
            </a:xfrm>
            <a:prstGeom prst="rect">
              <a:avLst/>
            </a:prstGeom>
            <a:solidFill>
              <a:srgbClr val="A142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0" name="Input frame mosaic cell">
              <a:extLst>
                <a:ext uri="{FF2B5EF4-FFF2-40B4-BE49-F238E27FC236}">
                  <a16:creationId xmlns:a16="http://schemas.microsoft.com/office/drawing/2014/main" id="{61B5339E-A2F4-FB40-9530-967D3402C9D3}"/>
                </a:ext>
              </a:extLst>
            </p:cNvPr>
            <p:cNvSpPr/>
            <p:nvPr/>
          </p:nvSpPr>
          <p:spPr>
            <a:xfrm>
              <a:off x="1127455" y="3360093"/>
              <a:ext cx="54407" cy="55191"/>
            </a:xfrm>
            <a:prstGeom prst="rect">
              <a:avLst/>
            </a:prstGeom>
            <a:solidFill>
              <a:srgbClr val="8D3E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1" name="Input frame mosaic cell">
              <a:extLst>
                <a:ext uri="{FF2B5EF4-FFF2-40B4-BE49-F238E27FC236}">
                  <a16:creationId xmlns:a16="http://schemas.microsoft.com/office/drawing/2014/main" id="{4A475546-E228-4FE0-CC1B-7AAE61EA6760}"/>
                </a:ext>
              </a:extLst>
            </p:cNvPr>
            <p:cNvSpPr/>
            <p:nvPr/>
          </p:nvSpPr>
          <p:spPr>
            <a:xfrm>
              <a:off x="1177290" y="3360093"/>
              <a:ext cx="54407" cy="55191"/>
            </a:xfrm>
            <a:prstGeom prst="rect">
              <a:avLst/>
            </a:prstGeom>
            <a:solidFill>
              <a:srgbClr val="8A47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2" name="Input frame mosaic cell">
              <a:extLst>
                <a:ext uri="{FF2B5EF4-FFF2-40B4-BE49-F238E27FC236}">
                  <a16:creationId xmlns:a16="http://schemas.microsoft.com/office/drawing/2014/main" id="{347FE20C-574F-19D7-2237-518B82A8A72C}"/>
                </a:ext>
              </a:extLst>
            </p:cNvPr>
            <p:cNvSpPr/>
            <p:nvPr/>
          </p:nvSpPr>
          <p:spPr>
            <a:xfrm>
              <a:off x="1227125" y="3360093"/>
              <a:ext cx="54407" cy="55191"/>
            </a:xfrm>
            <a:prstGeom prst="rect">
              <a:avLst/>
            </a:prstGeom>
            <a:solidFill>
              <a:srgbClr val="9A53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3" name="Input frame mosaic cell">
              <a:extLst>
                <a:ext uri="{FF2B5EF4-FFF2-40B4-BE49-F238E27FC236}">
                  <a16:creationId xmlns:a16="http://schemas.microsoft.com/office/drawing/2014/main" id="{0FB147FE-DD06-5DA4-C436-C55E43A3708E}"/>
                </a:ext>
              </a:extLst>
            </p:cNvPr>
            <p:cNvSpPr/>
            <p:nvPr/>
          </p:nvSpPr>
          <p:spPr>
            <a:xfrm>
              <a:off x="1276960" y="3360093"/>
              <a:ext cx="54407" cy="55191"/>
            </a:xfrm>
            <a:prstGeom prst="rect">
              <a:avLst/>
            </a:prstGeom>
            <a:solidFill>
              <a:srgbClr val="A0555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4" name="Input frame mosaic cell">
              <a:extLst>
                <a:ext uri="{FF2B5EF4-FFF2-40B4-BE49-F238E27FC236}">
                  <a16:creationId xmlns:a16="http://schemas.microsoft.com/office/drawing/2014/main" id="{53154BF0-AA80-B39C-4623-4661B7D5C190}"/>
                </a:ext>
              </a:extLst>
            </p:cNvPr>
            <p:cNvSpPr/>
            <p:nvPr/>
          </p:nvSpPr>
          <p:spPr>
            <a:xfrm>
              <a:off x="1326794" y="3360093"/>
              <a:ext cx="54407" cy="55191"/>
            </a:xfrm>
            <a:prstGeom prst="rect">
              <a:avLst/>
            </a:prstGeom>
            <a:solidFill>
              <a:srgbClr val="A65B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5" name="Input frame mosaic cell">
              <a:extLst>
                <a:ext uri="{FF2B5EF4-FFF2-40B4-BE49-F238E27FC236}">
                  <a16:creationId xmlns:a16="http://schemas.microsoft.com/office/drawing/2014/main" id="{CABBFBE1-D357-9E2C-EE7A-811234CC5231}"/>
                </a:ext>
              </a:extLst>
            </p:cNvPr>
            <p:cNvSpPr/>
            <p:nvPr/>
          </p:nvSpPr>
          <p:spPr>
            <a:xfrm>
              <a:off x="1376629" y="3360093"/>
              <a:ext cx="54407" cy="55191"/>
            </a:xfrm>
            <a:prstGeom prst="rect">
              <a:avLst/>
            </a:prstGeom>
            <a:solidFill>
              <a:srgbClr val="A65E6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6" name="Input frame mosaic cell">
              <a:extLst>
                <a:ext uri="{FF2B5EF4-FFF2-40B4-BE49-F238E27FC236}">
                  <a16:creationId xmlns:a16="http://schemas.microsoft.com/office/drawing/2014/main" id="{F71C73C6-0100-D4DF-457D-99745CCF711B}"/>
                </a:ext>
              </a:extLst>
            </p:cNvPr>
            <p:cNvSpPr/>
            <p:nvPr/>
          </p:nvSpPr>
          <p:spPr>
            <a:xfrm>
              <a:off x="1426464" y="3360093"/>
              <a:ext cx="54407" cy="55191"/>
            </a:xfrm>
            <a:prstGeom prst="rect">
              <a:avLst/>
            </a:prstGeom>
            <a:solidFill>
              <a:srgbClr val="A761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7" name="Input frame mosaic cell">
              <a:extLst>
                <a:ext uri="{FF2B5EF4-FFF2-40B4-BE49-F238E27FC236}">
                  <a16:creationId xmlns:a16="http://schemas.microsoft.com/office/drawing/2014/main" id="{02C344A1-2B81-5DB4-8083-DC11EDE34577}"/>
                </a:ext>
              </a:extLst>
            </p:cNvPr>
            <p:cNvSpPr/>
            <p:nvPr/>
          </p:nvSpPr>
          <p:spPr>
            <a:xfrm>
              <a:off x="1476299" y="3360093"/>
              <a:ext cx="54407" cy="55191"/>
            </a:xfrm>
            <a:prstGeom prst="rect">
              <a:avLst/>
            </a:prstGeom>
            <a:solidFill>
              <a:srgbClr val="9D56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8" name="Input frame mosaic cell">
              <a:extLst>
                <a:ext uri="{FF2B5EF4-FFF2-40B4-BE49-F238E27FC236}">
                  <a16:creationId xmlns:a16="http://schemas.microsoft.com/office/drawing/2014/main" id="{C7131F9F-B135-3E51-F59C-81306D38A092}"/>
                </a:ext>
              </a:extLst>
            </p:cNvPr>
            <p:cNvSpPr/>
            <p:nvPr/>
          </p:nvSpPr>
          <p:spPr>
            <a:xfrm>
              <a:off x="1526134" y="3360093"/>
              <a:ext cx="54407" cy="55191"/>
            </a:xfrm>
            <a:prstGeom prst="rect">
              <a:avLst/>
            </a:prstGeom>
            <a:solidFill>
              <a:srgbClr val="843B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89" name="Input frame mosaic cell">
              <a:extLst>
                <a:ext uri="{FF2B5EF4-FFF2-40B4-BE49-F238E27FC236}">
                  <a16:creationId xmlns:a16="http://schemas.microsoft.com/office/drawing/2014/main" id="{16C210D5-5173-4664-F4D9-AFC343613B86}"/>
                </a:ext>
              </a:extLst>
            </p:cNvPr>
            <p:cNvSpPr/>
            <p:nvPr/>
          </p:nvSpPr>
          <p:spPr>
            <a:xfrm>
              <a:off x="1575968" y="3360093"/>
              <a:ext cx="54407" cy="55191"/>
            </a:xfrm>
            <a:prstGeom prst="rect">
              <a:avLst/>
            </a:prstGeom>
            <a:solidFill>
              <a:srgbClr val="7B3A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0" name="Input frame mosaic cell">
              <a:extLst>
                <a:ext uri="{FF2B5EF4-FFF2-40B4-BE49-F238E27FC236}">
                  <a16:creationId xmlns:a16="http://schemas.microsoft.com/office/drawing/2014/main" id="{A292A917-08DB-592B-7BEE-925F0ACDDB39}"/>
                </a:ext>
              </a:extLst>
            </p:cNvPr>
            <p:cNvSpPr/>
            <p:nvPr/>
          </p:nvSpPr>
          <p:spPr>
            <a:xfrm>
              <a:off x="1625803" y="3360093"/>
              <a:ext cx="54407" cy="55191"/>
            </a:xfrm>
            <a:prstGeom prst="rect">
              <a:avLst/>
            </a:prstGeom>
            <a:solidFill>
              <a:srgbClr val="753A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1" name="Input frame mosaic cell">
              <a:extLst>
                <a:ext uri="{FF2B5EF4-FFF2-40B4-BE49-F238E27FC236}">
                  <a16:creationId xmlns:a16="http://schemas.microsoft.com/office/drawing/2014/main" id="{FAD42FF8-E4A8-13B6-6D2A-B260344D5DED}"/>
                </a:ext>
              </a:extLst>
            </p:cNvPr>
            <p:cNvSpPr/>
            <p:nvPr/>
          </p:nvSpPr>
          <p:spPr>
            <a:xfrm>
              <a:off x="1675638" y="3360093"/>
              <a:ext cx="54407" cy="55191"/>
            </a:xfrm>
            <a:prstGeom prst="rect">
              <a:avLst/>
            </a:prstGeom>
            <a:solidFill>
              <a:srgbClr val="6D37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2" name="Input frame mosaic cell">
              <a:extLst>
                <a:ext uri="{FF2B5EF4-FFF2-40B4-BE49-F238E27FC236}">
                  <a16:creationId xmlns:a16="http://schemas.microsoft.com/office/drawing/2014/main" id="{DDEDDA05-F01D-A2AB-C821-3D6711DF0846}"/>
                </a:ext>
              </a:extLst>
            </p:cNvPr>
            <p:cNvSpPr/>
            <p:nvPr/>
          </p:nvSpPr>
          <p:spPr>
            <a:xfrm>
              <a:off x="1725473" y="3360093"/>
              <a:ext cx="54407" cy="55191"/>
            </a:xfrm>
            <a:prstGeom prst="rect">
              <a:avLst/>
            </a:prstGeom>
            <a:solidFill>
              <a:srgbClr val="6B36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3" name="Input frame mosaic cell">
              <a:extLst>
                <a:ext uri="{FF2B5EF4-FFF2-40B4-BE49-F238E27FC236}">
                  <a16:creationId xmlns:a16="http://schemas.microsoft.com/office/drawing/2014/main" id="{723CC78C-45ED-0D89-3802-31B317EC7D43}"/>
                </a:ext>
              </a:extLst>
            </p:cNvPr>
            <p:cNvSpPr/>
            <p:nvPr/>
          </p:nvSpPr>
          <p:spPr>
            <a:xfrm>
              <a:off x="1775308" y="3360093"/>
              <a:ext cx="54407" cy="55191"/>
            </a:xfrm>
            <a:prstGeom prst="rect">
              <a:avLst/>
            </a:prstGeom>
            <a:solidFill>
              <a:srgbClr val="A76C6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4" name="Input frame mosaic cell">
              <a:extLst>
                <a:ext uri="{FF2B5EF4-FFF2-40B4-BE49-F238E27FC236}">
                  <a16:creationId xmlns:a16="http://schemas.microsoft.com/office/drawing/2014/main" id="{5B4E6760-3D4F-4172-9AD7-6B0BA64C30D6}"/>
                </a:ext>
              </a:extLst>
            </p:cNvPr>
            <p:cNvSpPr/>
            <p:nvPr/>
          </p:nvSpPr>
          <p:spPr>
            <a:xfrm>
              <a:off x="1825142" y="3360093"/>
              <a:ext cx="54407" cy="55191"/>
            </a:xfrm>
            <a:prstGeom prst="rect">
              <a:avLst/>
            </a:prstGeom>
            <a:solidFill>
              <a:srgbClr val="9C54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5" name="Input frame mosaic cell">
              <a:extLst>
                <a:ext uri="{FF2B5EF4-FFF2-40B4-BE49-F238E27FC236}">
                  <a16:creationId xmlns:a16="http://schemas.microsoft.com/office/drawing/2014/main" id="{63A5E84D-8D24-8327-1FE8-C39659B5767E}"/>
                </a:ext>
              </a:extLst>
            </p:cNvPr>
            <p:cNvSpPr/>
            <p:nvPr/>
          </p:nvSpPr>
          <p:spPr>
            <a:xfrm>
              <a:off x="1874977" y="3360093"/>
              <a:ext cx="54407" cy="55191"/>
            </a:xfrm>
            <a:prstGeom prst="rect">
              <a:avLst/>
            </a:prstGeom>
            <a:solidFill>
              <a:srgbClr val="9445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6" name="Input frame mosaic cell">
              <a:extLst>
                <a:ext uri="{FF2B5EF4-FFF2-40B4-BE49-F238E27FC236}">
                  <a16:creationId xmlns:a16="http://schemas.microsoft.com/office/drawing/2014/main" id="{10F97AF3-9D41-884D-7A29-005CD86CC854}"/>
                </a:ext>
              </a:extLst>
            </p:cNvPr>
            <p:cNvSpPr/>
            <p:nvPr/>
          </p:nvSpPr>
          <p:spPr>
            <a:xfrm>
              <a:off x="1924812" y="3360093"/>
              <a:ext cx="54407" cy="55191"/>
            </a:xfrm>
            <a:prstGeom prst="rect">
              <a:avLst/>
            </a:prstGeom>
            <a:solidFill>
              <a:srgbClr val="8D353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7" name="Input frame mosaic cell">
              <a:extLst>
                <a:ext uri="{FF2B5EF4-FFF2-40B4-BE49-F238E27FC236}">
                  <a16:creationId xmlns:a16="http://schemas.microsoft.com/office/drawing/2014/main" id="{E5D69EA4-A18B-4B1A-C696-DE80F216EEB0}"/>
                </a:ext>
              </a:extLst>
            </p:cNvPr>
            <p:cNvSpPr/>
            <p:nvPr/>
          </p:nvSpPr>
          <p:spPr>
            <a:xfrm>
              <a:off x="1974647" y="3360093"/>
              <a:ext cx="54407" cy="55191"/>
            </a:xfrm>
            <a:prstGeom prst="rect">
              <a:avLst/>
            </a:prstGeom>
            <a:solidFill>
              <a:srgbClr val="9042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8" name="Input frame mosaic cell">
              <a:extLst>
                <a:ext uri="{FF2B5EF4-FFF2-40B4-BE49-F238E27FC236}">
                  <a16:creationId xmlns:a16="http://schemas.microsoft.com/office/drawing/2014/main" id="{254E18F6-4DDC-BDF6-9DD3-3740F0717876}"/>
                </a:ext>
              </a:extLst>
            </p:cNvPr>
            <p:cNvSpPr/>
            <p:nvPr/>
          </p:nvSpPr>
          <p:spPr>
            <a:xfrm>
              <a:off x="2024482" y="3360093"/>
              <a:ext cx="54407" cy="55191"/>
            </a:xfrm>
            <a:prstGeom prst="rect">
              <a:avLst/>
            </a:prstGeom>
            <a:solidFill>
              <a:srgbClr val="8338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99" name="Input frame mosaic cell">
              <a:extLst>
                <a:ext uri="{FF2B5EF4-FFF2-40B4-BE49-F238E27FC236}">
                  <a16:creationId xmlns:a16="http://schemas.microsoft.com/office/drawing/2014/main" id="{A3D2BF13-1A33-D112-63FC-5D7FDA149D7C}"/>
                </a:ext>
              </a:extLst>
            </p:cNvPr>
            <p:cNvSpPr/>
            <p:nvPr/>
          </p:nvSpPr>
          <p:spPr>
            <a:xfrm>
              <a:off x="2074316" y="3360093"/>
              <a:ext cx="54407" cy="55191"/>
            </a:xfrm>
            <a:prstGeom prst="rect">
              <a:avLst/>
            </a:prstGeom>
            <a:solidFill>
              <a:srgbClr val="8143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0" name="Input frame mosaic cell">
              <a:extLst>
                <a:ext uri="{FF2B5EF4-FFF2-40B4-BE49-F238E27FC236}">
                  <a16:creationId xmlns:a16="http://schemas.microsoft.com/office/drawing/2014/main" id="{2F9CC577-65C5-B3BB-3D95-D71C560B0A13}"/>
                </a:ext>
              </a:extLst>
            </p:cNvPr>
            <p:cNvSpPr/>
            <p:nvPr/>
          </p:nvSpPr>
          <p:spPr>
            <a:xfrm>
              <a:off x="2124151" y="3360093"/>
              <a:ext cx="54407" cy="55191"/>
            </a:xfrm>
            <a:prstGeom prst="rect">
              <a:avLst/>
            </a:prstGeom>
            <a:solidFill>
              <a:srgbClr val="723A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1" name="Input frame mosaic cell">
              <a:extLst>
                <a:ext uri="{FF2B5EF4-FFF2-40B4-BE49-F238E27FC236}">
                  <a16:creationId xmlns:a16="http://schemas.microsoft.com/office/drawing/2014/main" id="{AC8323E5-5E23-7199-B7E9-735AC82B67E9}"/>
                </a:ext>
              </a:extLst>
            </p:cNvPr>
            <p:cNvSpPr/>
            <p:nvPr/>
          </p:nvSpPr>
          <p:spPr>
            <a:xfrm>
              <a:off x="2173986" y="3360093"/>
              <a:ext cx="54407" cy="55191"/>
            </a:xfrm>
            <a:prstGeom prst="rect">
              <a:avLst/>
            </a:prstGeom>
            <a:solidFill>
              <a:srgbClr val="6032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2" name="Input frame mosaic cell">
              <a:extLst>
                <a:ext uri="{FF2B5EF4-FFF2-40B4-BE49-F238E27FC236}">
                  <a16:creationId xmlns:a16="http://schemas.microsoft.com/office/drawing/2014/main" id="{C8C5D4E0-1405-C683-8A1E-00260C2CC396}"/>
                </a:ext>
              </a:extLst>
            </p:cNvPr>
            <p:cNvSpPr/>
            <p:nvPr/>
          </p:nvSpPr>
          <p:spPr>
            <a:xfrm>
              <a:off x="2223821" y="3360093"/>
              <a:ext cx="54407" cy="55191"/>
            </a:xfrm>
            <a:prstGeom prst="rect">
              <a:avLst/>
            </a:prstGeom>
            <a:solidFill>
              <a:srgbClr val="431D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3" name="Input frame mosaic cell">
              <a:extLst>
                <a:ext uri="{FF2B5EF4-FFF2-40B4-BE49-F238E27FC236}">
                  <a16:creationId xmlns:a16="http://schemas.microsoft.com/office/drawing/2014/main" id="{77ADA139-3477-4FF1-E9CA-8D1CC03CF542}"/>
                </a:ext>
              </a:extLst>
            </p:cNvPr>
            <p:cNvSpPr/>
            <p:nvPr/>
          </p:nvSpPr>
          <p:spPr>
            <a:xfrm>
              <a:off x="2273656" y="3360093"/>
              <a:ext cx="54407" cy="55191"/>
            </a:xfrm>
            <a:prstGeom prst="rect">
              <a:avLst/>
            </a:prstGeom>
            <a:solidFill>
              <a:srgbClr val="1508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4" name="Input frame mosaic cell">
              <a:extLst>
                <a:ext uri="{FF2B5EF4-FFF2-40B4-BE49-F238E27FC236}">
                  <a16:creationId xmlns:a16="http://schemas.microsoft.com/office/drawing/2014/main" id="{B409B266-2139-22C1-1492-A6B53980487D}"/>
                </a:ext>
              </a:extLst>
            </p:cNvPr>
            <p:cNvSpPr/>
            <p:nvPr/>
          </p:nvSpPr>
          <p:spPr>
            <a:xfrm>
              <a:off x="2323490" y="3360093"/>
              <a:ext cx="54407" cy="55191"/>
            </a:xfrm>
            <a:prstGeom prst="rect">
              <a:avLst/>
            </a:prstGeom>
            <a:solidFill>
              <a:srgbClr val="0001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5" name="Input frame mosaic cell">
              <a:extLst>
                <a:ext uri="{FF2B5EF4-FFF2-40B4-BE49-F238E27FC236}">
                  <a16:creationId xmlns:a16="http://schemas.microsoft.com/office/drawing/2014/main" id="{2A6CCA9A-C9F4-A4CC-D200-42C801F83F41}"/>
                </a:ext>
              </a:extLst>
            </p:cNvPr>
            <p:cNvSpPr/>
            <p:nvPr/>
          </p:nvSpPr>
          <p:spPr>
            <a:xfrm>
              <a:off x="2373325" y="3360093"/>
              <a:ext cx="54407" cy="5519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6" name="Input frame border">
              <a:extLst>
                <a:ext uri="{FF2B5EF4-FFF2-40B4-BE49-F238E27FC236}">
                  <a16:creationId xmlns:a16="http://schemas.microsoft.com/office/drawing/2014/main" id="{32ED3489-5CC5-CD29-E62D-F4C0262A4619}"/>
                </a:ext>
              </a:extLst>
            </p:cNvPr>
            <p:cNvSpPr/>
            <p:nvPr/>
          </p:nvSpPr>
          <p:spPr>
            <a:xfrm>
              <a:off x="429768" y="1993392"/>
              <a:ext cx="1993392" cy="1417320"/>
            </a:xfrm>
            <a:prstGeom prst="rect">
              <a:avLst/>
            </a:prstGeom>
            <a:noFill/>
            <a:ln w="12700">
              <a:solidFill>
                <a:srgbClr val="111827"/>
              </a:solidFill>
            </a:ln>
          </p:spPr>
          <p:txBody>
            <a:bodyPr rtlCol="0" anchor="ctr"/>
            <a:lstStyle/>
            <a:p>
              <a:endParaRPr/>
            </a:p>
          </p:txBody>
        </p:sp>
      </p:grpSp>
      <p:grpSp>
        <p:nvGrpSpPr>
          <p:cNvPr id="1307" name="Group 1306">
            <a:extLst>
              <a:ext uri="{FF2B5EF4-FFF2-40B4-BE49-F238E27FC236}">
                <a16:creationId xmlns:a16="http://schemas.microsoft.com/office/drawing/2014/main" id="{AEAE285D-3A4F-7183-414B-F6AA9351BC39}"/>
              </a:ext>
            </a:extLst>
          </p:cNvPr>
          <p:cNvGrpSpPr/>
          <p:nvPr/>
        </p:nvGrpSpPr>
        <p:grpSpPr>
          <a:xfrm>
            <a:off x="1242445" y="1568850"/>
            <a:ext cx="573786" cy="573786"/>
            <a:chOff x="3044952" y="1975104"/>
            <a:chExt cx="1449324" cy="1449324"/>
          </a:xfrm>
        </p:grpSpPr>
        <p:sp>
          <p:nvSpPr>
            <p:cNvPr id="1308" name="Patch 0,0 mosaic cell">
              <a:extLst>
                <a:ext uri="{FF2B5EF4-FFF2-40B4-BE49-F238E27FC236}">
                  <a16:creationId xmlns:a16="http://schemas.microsoft.com/office/drawing/2014/main" id="{E2210F00-912D-7033-F7B6-6C4F618ACAD9}"/>
                </a:ext>
              </a:extLst>
            </p:cNvPr>
            <p:cNvSpPr/>
            <p:nvPr/>
          </p:nvSpPr>
          <p:spPr>
            <a:xfrm>
              <a:off x="3072384" y="2002536"/>
              <a:ext cx="82296" cy="82296"/>
            </a:xfrm>
            <a:prstGeom prst="rect">
              <a:avLst/>
            </a:prstGeom>
            <a:solidFill>
              <a:srgbClr val="11070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09" name="Patch 0,0 mosaic cell">
              <a:extLst>
                <a:ext uri="{FF2B5EF4-FFF2-40B4-BE49-F238E27FC236}">
                  <a16:creationId xmlns:a16="http://schemas.microsoft.com/office/drawing/2014/main" id="{8D58DD34-373B-485F-2CD9-7EBD0885F18A}"/>
                </a:ext>
              </a:extLst>
            </p:cNvPr>
            <p:cNvSpPr/>
            <p:nvPr/>
          </p:nvSpPr>
          <p:spPr>
            <a:xfrm>
              <a:off x="3150108" y="2002536"/>
              <a:ext cx="82296" cy="82296"/>
            </a:xfrm>
            <a:prstGeom prst="rect">
              <a:avLst/>
            </a:prstGeom>
            <a:solidFill>
              <a:srgbClr val="160A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0" name="Patch 0,0 mosaic cell">
              <a:extLst>
                <a:ext uri="{FF2B5EF4-FFF2-40B4-BE49-F238E27FC236}">
                  <a16:creationId xmlns:a16="http://schemas.microsoft.com/office/drawing/2014/main" id="{E8490554-F68E-9A17-4BE1-4920C8D246A9}"/>
                </a:ext>
              </a:extLst>
            </p:cNvPr>
            <p:cNvSpPr/>
            <p:nvPr/>
          </p:nvSpPr>
          <p:spPr>
            <a:xfrm>
              <a:off x="3227832" y="2002536"/>
              <a:ext cx="82296" cy="82296"/>
            </a:xfrm>
            <a:prstGeom prst="rect">
              <a:avLst/>
            </a:prstGeom>
            <a:solidFill>
              <a:srgbClr val="3416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1" name="Patch 0,0 mosaic cell">
              <a:extLst>
                <a:ext uri="{FF2B5EF4-FFF2-40B4-BE49-F238E27FC236}">
                  <a16:creationId xmlns:a16="http://schemas.microsoft.com/office/drawing/2014/main" id="{7F34B393-7D3C-8218-71C2-8C61D804070C}"/>
                </a:ext>
              </a:extLst>
            </p:cNvPr>
            <p:cNvSpPr/>
            <p:nvPr/>
          </p:nvSpPr>
          <p:spPr>
            <a:xfrm>
              <a:off x="3305556" y="2002536"/>
              <a:ext cx="82296" cy="82296"/>
            </a:xfrm>
            <a:prstGeom prst="rect">
              <a:avLst/>
            </a:prstGeom>
            <a:solidFill>
              <a:srgbClr val="893F2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2" name="Patch 0,0 mosaic cell">
              <a:extLst>
                <a:ext uri="{FF2B5EF4-FFF2-40B4-BE49-F238E27FC236}">
                  <a16:creationId xmlns:a16="http://schemas.microsoft.com/office/drawing/2014/main" id="{00B92AEB-3146-6E98-061E-2756F41BE112}"/>
                </a:ext>
              </a:extLst>
            </p:cNvPr>
            <p:cNvSpPr/>
            <p:nvPr/>
          </p:nvSpPr>
          <p:spPr>
            <a:xfrm>
              <a:off x="3072384" y="2080260"/>
              <a:ext cx="82296" cy="82296"/>
            </a:xfrm>
            <a:prstGeom prst="rect">
              <a:avLst/>
            </a:prstGeom>
            <a:solidFill>
              <a:srgbClr val="150A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3" name="Patch 0,0 mosaic cell">
              <a:extLst>
                <a:ext uri="{FF2B5EF4-FFF2-40B4-BE49-F238E27FC236}">
                  <a16:creationId xmlns:a16="http://schemas.microsoft.com/office/drawing/2014/main" id="{4368E7B5-95AD-C846-B876-B7F1E23C500B}"/>
                </a:ext>
              </a:extLst>
            </p:cNvPr>
            <p:cNvSpPr/>
            <p:nvPr/>
          </p:nvSpPr>
          <p:spPr>
            <a:xfrm>
              <a:off x="3150108" y="2080260"/>
              <a:ext cx="82296" cy="82296"/>
            </a:xfrm>
            <a:prstGeom prst="rect">
              <a:avLst/>
            </a:prstGeom>
            <a:solidFill>
              <a:srgbClr val="17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4" name="Patch 0,0 mosaic cell">
              <a:extLst>
                <a:ext uri="{FF2B5EF4-FFF2-40B4-BE49-F238E27FC236}">
                  <a16:creationId xmlns:a16="http://schemas.microsoft.com/office/drawing/2014/main" id="{06A95F30-E044-1FEA-8436-49D2518F2B7A}"/>
                </a:ext>
              </a:extLst>
            </p:cNvPr>
            <p:cNvSpPr/>
            <p:nvPr/>
          </p:nvSpPr>
          <p:spPr>
            <a:xfrm>
              <a:off x="3227832" y="2080260"/>
              <a:ext cx="82296" cy="82296"/>
            </a:xfrm>
            <a:prstGeom prst="rect">
              <a:avLst/>
            </a:prstGeom>
            <a:solidFill>
              <a:srgbClr val="200E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5" name="Patch 0,0 mosaic cell">
              <a:extLst>
                <a:ext uri="{FF2B5EF4-FFF2-40B4-BE49-F238E27FC236}">
                  <a16:creationId xmlns:a16="http://schemas.microsoft.com/office/drawing/2014/main" id="{6EA103D8-2591-C154-C3A3-4B66FE4042F6}"/>
                </a:ext>
              </a:extLst>
            </p:cNvPr>
            <p:cNvSpPr/>
            <p:nvPr/>
          </p:nvSpPr>
          <p:spPr>
            <a:xfrm>
              <a:off x="3305556" y="2080260"/>
              <a:ext cx="82296" cy="82296"/>
            </a:xfrm>
            <a:prstGeom prst="rect">
              <a:avLst/>
            </a:prstGeom>
            <a:solidFill>
              <a:srgbClr val="5B23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6" name="Patch 0,0 mosaic cell">
              <a:extLst>
                <a:ext uri="{FF2B5EF4-FFF2-40B4-BE49-F238E27FC236}">
                  <a16:creationId xmlns:a16="http://schemas.microsoft.com/office/drawing/2014/main" id="{1A2CEB72-4B74-2349-D186-B0D58F4A8F8B}"/>
                </a:ext>
              </a:extLst>
            </p:cNvPr>
            <p:cNvSpPr/>
            <p:nvPr/>
          </p:nvSpPr>
          <p:spPr>
            <a:xfrm>
              <a:off x="3072384" y="2157984"/>
              <a:ext cx="82296" cy="82296"/>
            </a:xfrm>
            <a:prstGeom prst="rect">
              <a:avLst/>
            </a:prstGeom>
            <a:solidFill>
              <a:srgbClr val="160B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7" name="Patch 0,0 mosaic cell">
              <a:extLst>
                <a:ext uri="{FF2B5EF4-FFF2-40B4-BE49-F238E27FC236}">
                  <a16:creationId xmlns:a16="http://schemas.microsoft.com/office/drawing/2014/main" id="{A4793B4A-96B8-8615-494B-D18C059D4777}"/>
                </a:ext>
              </a:extLst>
            </p:cNvPr>
            <p:cNvSpPr/>
            <p:nvPr/>
          </p:nvSpPr>
          <p:spPr>
            <a:xfrm>
              <a:off x="3150108" y="2157984"/>
              <a:ext cx="82296" cy="82296"/>
            </a:xfrm>
            <a:prstGeom prst="rect">
              <a:avLst/>
            </a:prstGeom>
            <a:solidFill>
              <a:srgbClr val="190D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8" name="Patch 0,0 mosaic cell">
              <a:extLst>
                <a:ext uri="{FF2B5EF4-FFF2-40B4-BE49-F238E27FC236}">
                  <a16:creationId xmlns:a16="http://schemas.microsoft.com/office/drawing/2014/main" id="{8D0F3080-BD6E-AE08-5678-EC872912A780}"/>
                </a:ext>
              </a:extLst>
            </p:cNvPr>
            <p:cNvSpPr/>
            <p:nvPr/>
          </p:nvSpPr>
          <p:spPr>
            <a:xfrm>
              <a:off x="3227832" y="2157984"/>
              <a:ext cx="82296" cy="82296"/>
            </a:xfrm>
            <a:prstGeom prst="rect">
              <a:avLst/>
            </a:prstGeom>
            <a:solidFill>
              <a:srgbClr val="1D0F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19" name="Patch 0,0 mosaic cell">
              <a:extLst>
                <a:ext uri="{FF2B5EF4-FFF2-40B4-BE49-F238E27FC236}">
                  <a16:creationId xmlns:a16="http://schemas.microsoft.com/office/drawing/2014/main" id="{8AB0E479-C184-A8F1-EB43-15F94ADE3B91}"/>
                </a:ext>
              </a:extLst>
            </p:cNvPr>
            <p:cNvSpPr/>
            <p:nvPr/>
          </p:nvSpPr>
          <p:spPr>
            <a:xfrm>
              <a:off x="3305556" y="2157984"/>
              <a:ext cx="82296" cy="82296"/>
            </a:xfrm>
            <a:prstGeom prst="rect">
              <a:avLst/>
            </a:prstGeom>
            <a:solidFill>
              <a:srgbClr val="2B11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0" name="Patch 0,0 mosaic cell">
              <a:extLst>
                <a:ext uri="{FF2B5EF4-FFF2-40B4-BE49-F238E27FC236}">
                  <a16:creationId xmlns:a16="http://schemas.microsoft.com/office/drawing/2014/main" id="{4648C3FD-EC03-8E15-83E2-9015F0E17EC7}"/>
                </a:ext>
              </a:extLst>
            </p:cNvPr>
            <p:cNvSpPr/>
            <p:nvPr/>
          </p:nvSpPr>
          <p:spPr>
            <a:xfrm>
              <a:off x="3072384" y="2235708"/>
              <a:ext cx="82296" cy="82296"/>
            </a:xfrm>
            <a:prstGeom prst="rect">
              <a:avLst/>
            </a:prstGeom>
            <a:solidFill>
              <a:srgbClr val="170B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1" name="Patch 0,0 mosaic cell">
              <a:extLst>
                <a:ext uri="{FF2B5EF4-FFF2-40B4-BE49-F238E27FC236}">
                  <a16:creationId xmlns:a16="http://schemas.microsoft.com/office/drawing/2014/main" id="{3F91E4E0-E696-6965-B0D3-3983C1A4B3D5}"/>
                </a:ext>
              </a:extLst>
            </p:cNvPr>
            <p:cNvSpPr/>
            <p:nvPr/>
          </p:nvSpPr>
          <p:spPr>
            <a:xfrm>
              <a:off x="3150108" y="2235708"/>
              <a:ext cx="82296" cy="82296"/>
            </a:xfrm>
            <a:prstGeom prst="rect">
              <a:avLst/>
            </a:prstGeom>
            <a:solidFill>
              <a:srgbClr val="190D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2" name="Patch 0,0 mosaic cell">
              <a:extLst>
                <a:ext uri="{FF2B5EF4-FFF2-40B4-BE49-F238E27FC236}">
                  <a16:creationId xmlns:a16="http://schemas.microsoft.com/office/drawing/2014/main" id="{569CBB01-1291-747A-738F-85375CD9FFF0}"/>
                </a:ext>
              </a:extLst>
            </p:cNvPr>
            <p:cNvSpPr/>
            <p:nvPr/>
          </p:nvSpPr>
          <p:spPr>
            <a:xfrm>
              <a:off x="3227832" y="2235708"/>
              <a:ext cx="82296" cy="82296"/>
            </a:xfrm>
            <a:prstGeom prst="rect">
              <a:avLst/>
            </a:prstGeom>
            <a:solidFill>
              <a:srgbClr val="1E13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3" name="Patch 0,0 mosaic cell">
              <a:extLst>
                <a:ext uri="{FF2B5EF4-FFF2-40B4-BE49-F238E27FC236}">
                  <a16:creationId xmlns:a16="http://schemas.microsoft.com/office/drawing/2014/main" id="{29F0ECE6-3A7A-9537-45F4-C5E0423A1250}"/>
                </a:ext>
              </a:extLst>
            </p:cNvPr>
            <p:cNvSpPr/>
            <p:nvPr/>
          </p:nvSpPr>
          <p:spPr>
            <a:xfrm>
              <a:off x="3305556" y="2235708"/>
              <a:ext cx="82296" cy="82296"/>
            </a:xfrm>
            <a:prstGeom prst="rect">
              <a:avLst/>
            </a:prstGeom>
            <a:solidFill>
              <a:srgbClr val="20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4" name="Patch tile border">
              <a:extLst>
                <a:ext uri="{FF2B5EF4-FFF2-40B4-BE49-F238E27FC236}">
                  <a16:creationId xmlns:a16="http://schemas.microsoft.com/office/drawing/2014/main" id="{CAC57846-6EE4-A2CA-B48A-759AE54DF2C4}"/>
                </a:ext>
              </a:extLst>
            </p:cNvPr>
            <p:cNvSpPr/>
            <p:nvPr/>
          </p:nvSpPr>
          <p:spPr>
            <a:xfrm>
              <a:off x="3072384" y="2002536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5" name="Patch 0,1 mosaic cell">
              <a:extLst>
                <a:ext uri="{FF2B5EF4-FFF2-40B4-BE49-F238E27FC236}">
                  <a16:creationId xmlns:a16="http://schemas.microsoft.com/office/drawing/2014/main" id="{CA022DAA-9C62-D7E9-C960-0CCA917947A5}"/>
                </a:ext>
              </a:extLst>
            </p:cNvPr>
            <p:cNvSpPr/>
            <p:nvPr/>
          </p:nvSpPr>
          <p:spPr>
            <a:xfrm>
              <a:off x="3433572" y="2002536"/>
              <a:ext cx="82296" cy="82296"/>
            </a:xfrm>
            <a:prstGeom prst="rect">
              <a:avLst/>
            </a:prstGeom>
            <a:solidFill>
              <a:srgbClr val="AC5A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6" name="Patch 0,1 mosaic cell">
              <a:extLst>
                <a:ext uri="{FF2B5EF4-FFF2-40B4-BE49-F238E27FC236}">
                  <a16:creationId xmlns:a16="http://schemas.microsoft.com/office/drawing/2014/main" id="{1E0B2D11-8177-B9D5-70F3-FECCE0FB19C3}"/>
                </a:ext>
              </a:extLst>
            </p:cNvPr>
            <p:cNvSpPr/>
            <p:nvPr/>
          </p:nvSpPr>
          <p:spPr>
            <a:xfrm>
              <a:off x="3511296" y="2002536"/>
              <a:ext cx="82296" cy="82296"/>
            </a:xfrm>
            <a:prstGeom prst="rect">
              <a:avLst/>
            </a:prstGeom>
            <a:solidFill>
              <a:srgbClr val="9343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7" name="Patch 0,1 mosaic cell">
              <a:extLst>
                <a:ext uri="{FF2B5EF4-FFF2-40B4-BE49-F238E27FC236}">
                  <a16:creationId xmlns:a16="http://schemas.microsoft.com/office/drawing/2014/main" id="{0B6F77CA-4FAF-DCC0-5986-8EEA37FA50A6}"/>
                </a:ext>
              </a:extLst>
            </p:cNvPr>
            <p:cNvSpPr/>
            <p:nvPr/>
          </p:nvSpPr>
          <p:spPr>
            <a:xfrm>
              <a:off x="3589020" y="2002536"/>
              <a:ext cx="82296" cy="82296"/>
            </a:xfrm>
            <a:prstGeom prst="rect">
              <a:avLst/>
            </a:prstGeom>
            <a:solidFill>
              <a:srgbClr val="944B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8" name="Patch 0,1 mosaic cell">
              <a:extLst>
                <a:ext uri="{FF2B5EF4-FFF2-40B4-BE49-F238E27FC236}">
                  <a16:creationId xmlns:a16="http://schemas.microsoft.com/office/drawing/2014/main" id="{459B45CA-E720-DECC-E31D-42A0D351F164}"/>
                </a:ext>
              </a:extLst>
            </p:cNvPr>
            <p:cNvSpPr/>
            <p:nvPr/>
          </p:nvSpPr>
          <p:spPr>
            <a:xfrm>
              <a:off x="3666744" y="2002536"/>
              <a:ext cx="82296" cy="82296"/>
            </a:xfrm>
            <a:prstGeom prst="rect">
              <a:avLst/>
            </a:prstGeom>
            <a:solidFill>
              <a:srgbClr val="5926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29" name="Patch 0,1 mosaic cell">
              <a:extLst>
                <a:ext uri="{FF2B5EF4-FFF2-40B4-BE49-F238E27FC236}">
                  <a16:creationId xmlns:a16="http://schemas.microsoft.com/office/drawing/2014/main" id="{58E9C32B-7F3E-61AC-5F6B-B84BD5FD072D}"/>
                </a:ext>
              </a:extLst>
            </p:cNvPr>
            <p:cNvSpPr/>
            <p:nvPr/>
          </p:nvSpPr>
          <p:spPr>
            <a:xfrm>
              <a:off x="3433572" y="2080260"/>
              <a:ext cx="82296" cy="82296"/>
            </a:xfrm>
            <a:prstGeom prst="rect">
              <a:avLst/>
            </a:prstGeom>
            <a:solidFill>
              <a:srgbClr val="9A45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0" name="Patch 0,1 mosaic cell">
              <a:extLst>
                <a:ext uri="{FF2B5EF4-FFF2-40B4-BE49-F238E27FC236}">
                  <a16:creationId xmlns:a16="http://schemas.microsoft.com/office/drawing/2014/main" id="{B9929DC6-A2CB-55E0-B4BD-86F425D8BEF5}"/>
                </a:ext>
              </a:extLst>
            </p:cNvPr>
            <p:cNvSpPr/>
            <p:nvPr/>
          </p:nvSpPr>
          <p:spPr>
            <a:xfrm>
              <a:off x="3511296" y="2080260"/>
              <a:ext cx="82296" cy="82296"/>
            </a:xfrm>
            <a:prstGeom prst="rect">
              <a:avLst/>
            </a:prstGeom>
            <a:solidFill>
              <a:srgbClr val="98453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1" name="Patch 0,1 mosaic cell">
              <a:extLst>
                <a:ext uri="{FF2B5EF4-FFF2-40B4-BE49-F238E27FC236}">
                  <a16:creationId xmlns:a16="http://schemas.microsoft.com/office/drawing/2014/main" id="{C7521959-2FA5-B05C-2A28-A91AE57D6CAB}"/>
                </a:ext>
              </a:extLst>
            </p:cNvPr>
            <p:cNvSpPr/>
            <p:nvPr/>
          </p:nvSpPr>
          <p:spPr>
            <a:xfrm>
              <a:off x="3589020" y="2080260"/>
              <a:ext cx="82296" cy="82296"/>
            </a:xfrm>
            <a:prstGeom prst="rect">
              <a:avLst/>
            </a:prstGeom>
            <a:solidFill>
              <a:srgbClr val="A855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2" name="Patch 0,1 mosaic cell">
              <a:extLst>
                <a:ext uri="{FF2B5EF4-FFF2-40B4-BE49-F238E27FC236}">
                  <a16:creationId xmlns:a16="http://schemas.microsoft.com/office/drawing/2014/main" id="{ACB06577-C598-9B5F-ADE5-4E04BB708A56}"/>
                </a:ext>
              </a:extLst>
            </p:cNvPr>
            <p:cNvSpPr/>
            <p:nvPr/>
          </p:nvSpPr>
          <p:spPr>
            <a:xfrm>
              <a:off x="3666744" y="2080260"/>
              <a:ext cx="82296" cy="82296"/>
            </a:xfrm>
            <a:prstGeom prst="rect">
              <a:avLst/>
            </a:prstGeom>
            <a:solidFill>
              <a:srgbClr val="692E1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3" name="Patch 0,1 mosaic cell">
              <a:extLst>
                <a:ext uri="{FF2B5EF4-FFF2-40B4-BE49-F238E27FC236}">
                  <a16:creationId xmlns:a16="http://schemas.microsoft.com/office/drawing/2014/main" id="{316062D5-189E-CDB6-06DB-41C789941B2C}"/>
                </a:ext>
              </a:extLst>
            </p:cNvPr>
            <p:cNvSpPr/>
            <p:nvPr/>
          </p:nvSpPr>
          <p:spPr>
            <a:xfrm>
              <a:off x="3433572" y="2157984"/>
              <a:ext cx="82296" cy="82296"/>
            </a:xfrm>
            <a:prstGeom prst="rect">
              <a:avLst/>
            </a:prstGeom>
            <a:solidFill>
              <a:srgbClr val="772C2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4" name="Patch 0,1 mosaic cell">
              <a:extLst>
                <a:ext uri="{FF2B5EF4-FFF2-40B4-BE49-F238E27FC236}">
                  <a16:creationId xmlns:a16="http://schemas.microsoft.com/office/drawing/2014/main" id="{6D3CAE3B-8085-BD2F-109B-A16DE84B231A}"/>
                </a:ext>
              </a:extLst>
            </p:cNvPr>
            <p:cNvSpPr/>
            <p:nvPr/>
          </p:nvSpPr>
          <p:spPr>
            <a:xfrm>
              <a:off x="3511296" y="2157984"/>
              <a:ext cx="82296" cy="82296"/>
            </a:xfrm>
            <a:prstGeom prst="rect">
              <a:avLst/>
            </a:prstGeom>
            <a:solidFill>
              <a:srgbClr val="913B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5" name="Patch 0,1 mosaic cell">
              <a:extLst>
                <a:ext uri="{FF2B5EF4-FFF2-40B4-BE49-F238E27FC236}">
                  <a16:creationId xmlns:a16="http://schemas.microsoft.com/office/drawing/2014/main" id="{617F1C20-2B99-180C-F723-CBFF3F8E7A1F}"/>
                </a:ext>
              </a:extLst>
            </p:cNvPr>
            <p:cNvSpPr/>
            <p:nvPr/>
          </p:nvSpPr>
          <p:spPr>
            <a:xfrm>
              <a:off x="3589020" y="2157984"/>
              <a:ext cx="82296" cy="82296"/>
            </a:xfrm>
            <a:prstGeom prst="rect">
              <a:avLst/>
            </a:prstGeom>
            <a:solidFill>
              <a:srgbClr val="AE52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6" name="Patch 0,1 mosaic cell">
              <a:extLst>
                <a:ext uri="{FF2B5EF4-FFF2-40B4-BE49-F238E27FC236}">
                  <a16:creationId xmlns:a16="http://schemas.microsoft.com/office/drawing/2014/main" id="{7AE6B1D3-ADFD-2526-9AEE-D5154BF8EFE6}"/>
                </a:ext>
              </a:extLst>
            </p:cNvPr>
            <p:cNvSpPr/>
            <p:nvPr/>
          </p:nvSpPr>
          <p:spPr>
            <a:xfrm>
              <a:off x="3666744" y="2157984"/>
              <a:ext cx="82296" cy="82296"/>
            </a:xfrm>
            <a:prstGeom prst="rect">
              <a:avLst/>
            </a:prstGeom>
            <a:solidFill>
              <a:srgbClr val="7430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7" name="Patch 0,1 mosaic cell">
              <a:extLst>
                <a:ext uri="{FF2B5EF4-FFF2-40B4-BE49-F238E27FC236}">
                  <a16:creationId xmlns:a16="http://schemas.microsoft.com/office/drawing/2014/main" id="{274CA1FF-17CF-B5A1-D314-2CE631D0C8AE}"/>
                </a:ext>
              </a:extLst>
            </p:cNvPr>
            <p:cNvSpPr/>
            <p:nvPr/>
          </p:nvSpPr>
          <p:spPr>
            <a:xfrm>
              <a:off x="3433572" y="2235708"/>
              <a:ext cx="82296" cy="82296"/>
            </a:xfrm>
            <a:prstGeom prst="rect">
              <a:avLst/>
            </a:prstGeom>
            <a:solidFill>
              <a:srgbClr val="55201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8" name="Patch 0,1 mosaic cell">
              <a:extLst>
                <a:ext uri="{FF2B5EF4-FFF2-40B4-BE49-F238E27FC236}">
                  <a16:creationId xmlns:a16="http://schemas.microsoft.com/office/drawing/2014/main" id="{A91EC752-7FC2-EA44-E464-5479C3184AF3}"/>
                </a:ext>
              </a:extLst>
            </p:cNvPr>
            <p:cNvSpPr/>
            <p:nvPr/>
          </p:nvSpPr>
          <p:spPr>
            <a:xfrm>
              <a:off x="3511296" y="2235708"/>
              <a:ext cx="82296" cy="82296"/>
            </a:xfrm>
            <a:prstGeom prst="rect">
              <a:avLst/>
            </a:prstGeom>
            <a:solidFill>
              <a:srgbClr val="8E3A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39" name="Patch 0,1 mosaic cell">
              <a:extLst>
                <a:ext uri="{FF2B5EF4-FFF2-40B4-BE49-F238E27FC236}">
                  <a16:creationId xmlns:a16="http://schemas.microsoft.com/office/drawing/2014/main" id="{66826F0E-7D78-D463-BDFD-C80020746D85}"/>
                </a:ext>
              </a:extLst>
            </p:cNvPr>
            <p:cNvSpPr/>
            <p:nvPr/>
          </p:nvSpPr>
          <p:spPr>
            <a:xfrm>
              <a:off x="3589020" y="2235708"/>
              <a:ext cx="82296" cy="82296"/>
            </a:xfrm>
            <a:prstGeom prst="rect">
              <a:avLst/>
            </a:prstGeom>
            <a:solidFill>
              <a:srgbClr val="AE4F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0" name="Patch 0,1 mosaic cell">
              <a:extLst>
                <a:ext uri="{FF2B5EF4-FFF2-40B4-BE49-F238E27FC236}">
                  <a16:creationId xmlns:a16="http://schemas.microsoft.com/office/drawing/2014/main" id="{884D8165-0599-FBBD-968C-5BAEFCA76611}"/>
                </a:ext>
              </a:extLst>
            </p:cNvPr>
            <p:cNvSpPr/>
            <p:nvPr/>
          </p:nvSpPr>
          <p:spPr>
            <a:xfrm>
              <a:off x="3666744" y="2235708"/>
              <a:ext cx="82296" cy="82296"/>
            </a:xfrm>
            <a:prstGeom prst="rect">
              <a:avLst/>
            </a:prstGeom>
            <a:solidFill>
              <a:srgbClr val="7B312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1" name="Patch tile border">
              <a:extLst>
                <a:ext uri="{FF2B5EF4-FFF2-40B4-BE49-F238E27FC236}">
                  <a16:creationId xmlns:a16="http://schemas.microsoft.com/office/drawing/2014/main" id="{9725EEC6-C8C4-8156-7392-894F2F5DAEF7}"/>
                </a:ext>
              </a:extLst>
            </p:cNvPr>
            <p:cNvSpPr/>
            <p:nvPr/>
          </p:nvSpPr>
          <p:spPr>
            <a:xfrm>
              <a:off x="3433572" y="2002536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2" name="Patch 0,2 mosaic cell">
              <a:extLst>
                <a:ext uri="{FF2B5EF4-FFF2-40B4-BE49-F238E27FC236}">
                  <a16:creationId xmlns:a16="http://schemas.microsoft.com/office/drawing/2014/main" id="{77B59C5C-03E5-38DB-C1BC-DD6ED5ADDBE5}"/>
                </a:ext>
              </a:extLst>
            </p:cNvPr>
            <p:cNvSpPr/>
            <p:nvPr/>
          </p:nvSpPr>
          <p:spPr>
            <a:xfrm>
              <a:off x="3794760" y="2002536"/>
              <a:ext cx="82296" cy="82296"/>
            </a:xfrm>
            <a:prstGeom prst="rect">
              <a:avLst/>
            </a:prstGeom>
            <a:solidFill>
              <a:srgbClr val="2E10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3" name="Patch 0,2 mosaic cell">
              <a:extLst>
                <a:ext uri="{FF2B5EF4-FFF2-40B4-BE49-F238E27FC236}">
                  <a16:creationId xmlns:a16="http://schemas.microsoft.com/office/drawing/2014/main" id="{A257677C-F83C-5C46-D39D-BFAC8BE2229A}"/>
                </a:ext>
              </a:extLst>
            </p:cNvPr>
            <p:cNvSpPr/>
            <p:nvPr/>
          </p:nvSpPr>
          <p:spPr>
            <a:xfrm>
              <a:off x="3872484" y="2002536"/>
              <a:ext cx="82296" cy="82296"/>
            </a:xfrm>
            <a:prstGeom prst="rect">
              <a:avLst/>
            </a:prstGeom>
            <a:solidFill>
              <a:srgbClr val="1E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4" name="Patch 0,2 mosaic cell">
              <a:extLst>
                <a:ext uri="{FF2B5EF4-FFF2-40B4-BE49-F238E27FC236}">
                  <a16:creationId xmlns:a16="http://schemas.microsoft.com/office/drawing/2014/main" id="{DC56870F-FD40-98A3-C625-C5F9AF41C9C7}"/>
                </a:ext>
              </a:extLst>
            </p:cNvPr>
            <p:cNvSpPr/>
            <p:nvPr/>
          </p:nvSpPr>
          <p:spPr>
            <a:xfrm>
              <a:off x="3950208" y="2002536"/>
              <a:ext cx="82296" cy="82296"/>
            </a:xfrm>
            <a:prstGeom prst="rect">
              <a:avLst/>
            </a:prstGeom>
            <a:solidFill>
              <a:srgbClr val="1B0F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5" name="Patch 0,2 mosaic cell">
              <a:extLst>
                <a:ext uri="{FF2B5EF4-FFF2-40B4-BE49-F238E27FC236}">
                  <a16:creationId xmlns:a16="http://schemas.microsoft.com/office/drawing/2014/main" id="{CD5F00EC-86DE-6016-E86D-E8B20470615A}"/>
                </a:ext>
              </a:extLst>
            </p:cNvPr>
            <p:cNvSpPr/>
            <p:nvPr/>
          </p:nvSpPr>
          <p:spPr>
            <a:xfrm>
              <a:off x="4027932" y="2002536"/>
              <a:ext cx="82296" cy="82296"/>
            </a:xfrm>
            <a:prstGeom prst="rect">
              <a:avLst/>
            </a:prstGeom>
            <a:solidFill>
              <a:srgbClr val="190C0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6" name="Patch 0,2 mosaic cell">
              <a:extLst>
                <a:ext uri="{FF2B5EF4-FFF2-40B4-BE49-F238E27FC236}">
                  <a16:creationId xmlns:a16="http://schemas.microsoft.com/office/drawing/2014/main" id="{666EE98F-9AF3-F664-2BBA-09501A69CEF2}"/>
                </a:ext>
              </a:extLst>
            </p:cNvPr>
            <p:cNvSpPr/>
            <p:nvPr/>
          </p:nvSpPr>
          <p:spPr>
            <a:xfrm>
              <a:off x="3794760" y="2080260"/>
              <a:ext cx="82296" cy="82296"/>
            </a:xfrm>
            <a:prstGeom prst="rect">
              <a:avLst/>
            </a:prstGeom>
            <a:solidFill>
              <a:srgbClr val="3313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7" name="Patch 0,2 mosaic cell">
              <a:extLst>
                <a:ext uri="{FF2B5EF4-FFF2-40B4-BE49-F238E27FC236}">
                  <a16:creationId xmlns:a16="http://schemas.microsoft.com/office/drawing/2014/main" id="{4C3C1F99-296E-28BD-F9E7-A884660D3C96}"/>
                </a:ext>
              </a:extLst>
            </p:cNvPr>
            <p:cNvSpPr/>
            <p:nvPr/>
          </p:nvSpPr>
          <p:spPr>
            <a:xfrm>
              <a:off x="3872484" y="2080260"/>
              <a:ext cx="82296" cy="82296"/>
            </a:xfrm>
            <a:prstGeom prst="rect">
              <a:avLst/>
            </a:prstGeom>
            <a:solidFill>
              <a:srgbClr val="200D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8" name="Patch 0,2 mosaic cell">
              <a:extLst>
                <a:ext uri="{FF2B5EF4-FFF2-40B4-BE49-F238E27FC236}">
                  <a16:creationId xmlns:a16="http://schemas.microsoft.com/office/drawing/2014/main" id="{646F4EE5-B0D8-0A9D-DC73-2DA05EEB5CA6}"/>
                </a:ext>
              </a:extLst>
            </p:cNvPr>
            <p:cNvSpPr/>
            <p:nvPr/>
          </p:nvSpPr>
          <p:spPr>
            <a:xfrm>
              <a:off x="3950208" y="2080260"/>
              <a:ext cx="82296" cy="82296"/>
            </a:xfrm>
            <a:prstGeom prst="rect">
              <a:avLst/>
            </a:prstGeom>
            <a:solidFill>
              <a:srgbClr val="1D0F0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49" name="Patch 0,2 mosaic cell">
              <a:extLst>
                <a:ext uri="{FF2B5EF4-FFF2-40B4-BE49-F238E27FC236}">
                  <a16:creationId xmlns:a16="http://schemas.microsoft.com/office/drawing/2014/main" id="{BCB61544-83F6-CD8D-1709-18B020356F08}"/>
                </a:ext>
              </a:extLst>
            </p:cNvPr>
            <p:cNvSpPr/>
            <p:nvPr/>
          </p:nvSpPr>
          <p:spPr>
            <a:xfrm>
              <a:off x="4027932" y="2080260"/>
              <a:ext cx="82296" cy="82296"/>
            </a:xfrm>
            <a:prstGeom prst="rect">
              <a:avLst/>
            </a:prstGeom>
            <a:solidFill>
              <a:srgbClr val="1F12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0" name="Patch 0,2 mosaic cell">
              <a:extLst>
                <a:ext uri="{FF2B5EF4-FFF2-40B4-BE49-F238E27FC236}">
                  <a16:creationId xmlns:a16="http://schemas.microsoft.com/office/drawing/2014/main" id="{AF132891-442A-4498-7A56-629A9D283A92}"/>
                </a:ext>
              </a:extLst>
            </p:cNvPr>
            <p:cNvSpPr/>
            <p:nvPr/>
          </p:nvSpPr>
          <p:spPr>
            <a:xfrm>
              <a:off x="3794760" y="2157984"/>
              <a:ext cx="82296" cy="82296"/>
            </a:xfrm>
            <a:prstGeom prst="rect">
              <a:avLst/>
            </a:prstGeom>
            <a:solidFill>
              <a:srgbClr val="3715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1" name="Patch 0,2 mosaic cell">
              <a:extLst>
                <a:ext uri="{FF2B5EF4-FFF2-40B4-BE49-F238E27FC236}">
                  <a16:creationId xmlns:a16="http://schemas.microsoft.com/office/drawing/2014/main" id="{DB2F0987-148C-A34F-1853-1EB1641D1CC7}"/>
                </a:ext>
              </a:extLst>
            </p:cNvPr>
            <p:cNvSpPr/>
            <p:nvPr/>
          </p:nvSpPr>
          <p:spPr>
            <a:xfrm>
              <a:off x="3872484" y="2157984"/>
              <a:ext cx="82296" cy="82296"/>
            </a:xfrm>
            <a:prstGeom prst="rect">
              <a:avLst/>
            </a:prstGeom>
            <a:solidFill>
              <a:srgbClr val="230F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2" name="Patch 0,2 mosaic cell">
              <a:extLst>
                <a:ext uri="{FF2B5EF4-FFF2-40B4-BE49-F238E27FC236}">
                  <a16:creationId xmlns:a16="http://schemas.microsoft.com/office/drawing/2014/main" id="{3823F0BD-4AB7-519A-BAF5-07CDF1BC6D94}"/>
                </a:ext>
              </a:extLst>
            </p:cNvPr>
            <p:cNvSpPr/>
            <p:nvPr/>
          </p:nvSpPr>
          <p:spPr>
            <a:xfrm>
              <a:off x="3950208" y="2157984"/>
              <a:ext cx="82296" cy="82296"/>
            </a:xfrm>
            <a:prstGeom prst="rect">
              <a:avLst/>
            </a:prstGeom>
            <a:solidFill>
              <a:srgbClr val="2517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3" name="Patch 0,2 mosaic cell">
              <a:extLst>
                <a:ext uri="{FF2B5EF4-FFF2-40B4-BE49-F238E27FC236}">
                  <a16:creationId xmlns:a16="http://schemas.microsoft.com/office/drawing/2014/main" id="{44E571DE-6922-F7AB-F18A-D1869BE9F3EA}"/>
                </a:ext>
              </a:extLst>
            </p:cNvPr>
            <p:cNvSpPr/>
            <p:nvPr/>
          </p:nvSpPr>
          <p:spPr>
            <a:xfrm>
              <a:off x="4027932" y="2157984"/>
              <a:ext cx="82296" cy="82296"/>
            </a:xfrm>
            <a:prstGeom prst="rect">
              <a:avLst/>
            </a:prstGeom>
            <a:solidFill>
              <a:srgbClr val="2013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4" name="Patch 0,2 mosaic cell">
              <a:extLst>
                <a:ext uri="{FF2B5EF4-FFF2-40B4-BE49-F238E27FC236}">
                  <a16:creationId xmlns:a16="http://schemas.microsoft.com/office/drawing/2014/main" id="{FD210163-5D85-3841-4C98-DC489A65D6C6}"/>
                </a:ext>
              </a:extLst>
            </p:cNvPr>
            <p:cNvSpPr/>
            <p:nvPr/>
          </p:nvSpPr>
          <p:spPr>
            <a:xfrm>
              <a:off x="3794760" y="2235708"/>
              <a:ext cx="82296" cy="82296"/>
            </a:xfrm>
            <a:prstGeom prst="rect">
              <a:avLst/>
            </a:prstGeom>
            <a:solidFill>
              <a:srgbClr val="3814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5" name="Patch 0,2 mosaic cell">
              <a:extLst>
                <a:ext uri="{FF2B5EF4-FFF2-40B4-BE49-F238E27FC236}">
                  <a16:creationId xmlns:a16="http://schemas.microsoft.com/office/drawing/2014/main" id="{B27BC0C4-7753-ECD6-02D9-0D11CACF27EE}"/>
                </a:ext>
              </a:extLst>
            </p:cNvPr>
            <p:cNvSpPr/>
            <p:nvPr/>
          </p:nvSpPr>
          <p:spPr>
            <a:xfrm>
              <a:off x="3872484" y="2235708"/>
              <a:ext cx="82296" cy="82296"/>
            </a:xfrm>
            <a:prstGeom prst="rect">
              <a:avLst/>
            </a:prstGeom>
            <a:solidFill>
              <a:srgbClr val="2812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6" name="Patch 0,2 mosaic cell">
              <a:extLst>
                <a:ext uri="{FF2B5EF4-FFF2-40B4-BE49-F238E27FC236}">
                  <a16:creationId xmlns:a16="http://schemas.microsoft.com/office/drawing/2014/main" id="{10ED1B32-3B0D-11B1-FEFD-9A87DA49F692}"/>
                </a:ext>
              </a:extLst>
            </p:cNvPr>
            <p:cNvSpPr/>
            <p:nvPr/>
          </p:nvSpPr>
          <p:spPr>
            <a:xfrm>
              <a:off x="3950208" y="2235708"/>
              <a:ext cx="82296" cy="82296"/>
            </a:xfrm>
            <a:prstGeom prst="rect">
              <a:avLst/>
            </a:prstGeom>
            <a:solidFill>
              <a:srgbClr val="2C191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7" name="Patch 0,2 mosaic cell">
              <a:extLst>
                <a:ext uri="{FF2B5EF4-FFF2-40B4-BE49-F238E27FC236}">
                  <a16:creationId xmlns:a16="http://schemas.microsoft.com/office/drawing/2014/main" id="{83AE5602-2FCC-5E11-76C8-B373D3DFDD22}"/>
                </a:ext>
              </a:extLst>
            </p:cNvPr>
            <p:cNvSpPr/>
            <p:nvPr/>
          </p:nvSpPr>
          <p:spPr>
            <a:xfrm>
              <a:off x="4027932" y="2235708"/>
              <a:ext cx="82296" cy="82296"/>
            </a:xfrm>
            <a:prstGeom prst="rect">
              <a:avLst/>
            </a:prstGeom>
            <a:solidFill>
              <a:srgbClr val="2113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8" name="Patch tile border">
              <a:extLst>
                <a:ext uri="{FF2B5EF4-FFF2-40B4-BE49-F238E27FC236}">
                  <a16:creationId xmlns:a16="http://schemas.microsoft.com/office/drawing/2014/main" id="{DFF6EFE6-7D83-3CF4-09E7-54029D3C10FB}"/>
                </a:ext>
              </a:extLst>
            </p:cNvPr>
            <p:cNvSpPr/>
            <p:nvPr/>
          </p:nvSpPr>
          <p:spPr>
            <a:xfrm>
              <a:off x="3794760" y="2002536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59" name="Patch 0,3 mosaic cell">
              <a:extLst>
                <a:ext uri="{FF2B5EF4-FFF2-40B4-BE49-F238E27FC236}">
                  <a16:creationId xmlns:a16="http://schemas.microsoft.com/office/drawing/2014/main" id="{4FA452AE-3E93-4AB7-12A6-9C51922F2FE1}"/>
                </a:ext>
              </a:extLst>
            </p:cNvPr>
            <p:cNvSpPr/>
            <p:nvPr/>
          </p:nvSpPr>
          <p:spPr>
            <a:xfrm>
              <a:off x="4155948" y="2002536"/>
              <a:ext cx="82296" cy="82296"/>
            </a:xfrm>
            <a:prstGeom prst="rect">
              <a:avLst/>
            </a:prstGeom>
            <a:solidFill>
              <a:srgbClr val="1A0E0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0" name="Patch 0,3 mosaic cell">
              <a:extLst>
                <a:ext uri="{FF2B5EF4-FFF2-40B4-BE49-F238E27FC236}">
                  <a16:creationId xmlns:a16="http://schemas.microsoft.com/office/drawing/2014/main" id="{E8CF775F-89A1-0B7B-2C66-EFC02F6B097D}"/>
                </a:ext>
              </a:extLst>
            </p:cNvPr>
            <p:cNvSpPr/>
            <p:nvPr/>
          </p:nvSpPr>
          <p:spPr>
            <a:xfrm>
              <a:off x="4233672" y="2002536"/>
              <a:ext cx="82296" cy="82296"/>
            </a:xfrm>
            <a:prstGeom prst="rect">
              <a:avLst/>
            </a:prstGeom>
            <a:solidFill>
              <a:srgbClr val="170C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1" name="Patch 0,3 mosaic cell">
              <a:extLst>
                <a:ext uri="{FF2B5EF4-FFF2-40B4-BE49-F238E27FC236}">
                  <a16:creationId xmlns:a16="http://schemas.microsoft.com/office/drawing/2014/main" id="{2D68835D-7D65-026D-ADDA-969C8BE89B15}"/>
                </a:ext>
              </a:extLst>
            </p:cNvPr>
            <p:cNvSpPr/>
            <p:nvPr/>
          </p:nvSpPr>
          <p:spPr>
            <a:xfrm>
              <a:off x="4311396" y="2002536"/>
              <a:ext cx="82296" cy="82296"/>
            </a:xfrm>
            <a:prstGeom prst="rect">
              <a:avLst/>
            </a:prstGeom>
            <a:solidFill>
              <a:srgbClr val="170C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2" name="Patch 0,3 mosaic cell">
              <a:extLst>
                <a:ext uri="{FF2B5EF4-FFF2-40B4-BE49-F238E27FC236}">
                  <a16:creationId xmlns:a16="http://schemas.microsoft.com/office/drawing/2014/main" id="{FC21D3B3-3750-CD4E-BC96-4C86CDFEA2CC}"/>
                </a:ext>
              </a:extLst>
            </p:cNvPr>
            <p:cNvSpPr/>
            <p:nvPr/>
          </p:nvSpPr>
          <p:spPr>
            <a:xfrm>
              <a:off x="4389120" y="2002536"/>
              <a:ext cx="82296" cy="82296"/>
            </a:xfrm>
            <a:prstGeom prst="rect">
              <a:avLst/>
            </a:prstGeom>
            <a:solidFill>
              <a:srgbClr val="160B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3" name="Patch 0,3 mosaic cell">
              <a:extLst>
                <a:ext uri="{FF2B5EF4-FFF2-40B4-BE49-F238E27FC236}">
                  <a16:creationId xmlns:a16="http://schemas.microsoft.com/office/drawing/2014/main" id="{43B2D7EA-B72D-03D1-6DB0-4DBE5E1E2C95}"/>
                </a:ext>
              </a:extLst>
            </p:cNvPr>
            <p:cNvSpPr/>
            <p:nvPr/>
          </p:nvSpPr>
          <p:spPr>
            <a:xfrm>
              <a:off x="4155948" y="2080260"/>
              <a:ext cx="82296" cy="82296"/>
            </a:xfrm>
            <a:prstGeom prst="rect">
              <a:avLst/>
            </a:prstGeom>
            <a:solidFill>
              <a:srgbClr val="1E11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4" name="Patch 0,3 mosaic cell">
              <a:extLst>
                <a:ext uri="{FF2B5EF4-FFF2-40B4-BE49-F238E27FC236}">
                  <a16:creationId xmlns:a16="http://schemas.microsoft.com/office/drawing/2014/main" id="{82A029D6-1ECC-143B-4E1C-BB84633A4862}"/>
                </a:ext>
              </a:extLst>
            </p:cNvPr>
            <p:cNvSpPr/>
            <p:nvPr/>
          </p:nvSpPr>
          <p:spPr>
            <a:xfrm>
              <a:off x="4233672" y="2080260"/>
              <a:ext cx="82296" cy="82296"/>
            </a:xfrm>
            <a:prstGeom prst="rect">
              <a:avLst/>
            </a:prstGeom>
            <a:solidFill>
              <a:srgbClr val="190E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5" name="Patch 0,3 mosaic cell">
              <a:extLst>
                <a:ext uri="{FF2B5EF4-FFF2-40B4-BE49-F238E27FC236}">
                  <a16:creationId xmlns:a16="http://schemas.microsoft.com/office/drawing/2014/main" id="{AC09BFE3-D74A-B05B-1B7C-E8029F5FEB1D}"/>
                </a:ext>
              </a:extLst>
            </p:cNvPr>
            <p:cNvSpPr/>
            <p:nvPr/>
          </p:nvSpPr>
          <p:spPr>
            <a:xfrm>
              <a:off x="4311396" y="2080260"/>
              <a:ext cx="82296" cy="82296"/>
            </a:xfrm>
            <a:prstGeom prst="rect">
              <a:avLst/>
            </a:prstGeom>
            <a:solidFill>
              <a:srgbClr val="180D0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6" name="Patch 0,3 mosaic cell">
              <a:extLst>
                <a:ext uri="{FF2B5EF4-FFF2-40B4-BE49-F238E27FC236}">
                  <a16:creationId xmlns:a16="http://schemas.microsoft.com/office/drawing/2014/main" id="{84DEB658-FEA5-D888-6C99-33047052303A}"/>
                </a:ext>
              </a:extLst>
            </p:cNvPr>
            <p:cNvSpPr/>
            <p:nvPr/>
          </p:nvSpPr>
          <p:spPr>
            <a:xfrm>
              <a:off x="4389120" y="2080260"/>
              <a:ext cx="82296" cy="82296"/>
            </a:xfrm>
            <a:prstGeom prst="rect">
              <a:avLst/>
            </a:prstGeom>
            <a:solidFill>
              <a:srgbClr val="160C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7" name="Patch 0,3 mosaic cell">
              <a:extLst>
                <a:ext uri="{FF2B5EF4-FFF2-40B4-BE49-F238E27FC236}">
                  <a16:creationId xmlns:a16="http://schemas.microsoft.com/office/drawing/2014/main" id="{49BED4DC-330B-36F5-F2BD-6272827A92ED}"/>
                </a:ext>
              </a:extLst>
            </p:cNvPr>
            <p:cNvSpPr/>
            <p:nvPr/>
          </p:nvSpPr>
          <p:spPr>
            <a:xfrm>
              <a:off x="4155948" y="2157984"/>
              <a:ext cx="82296" cy="82296"/>
            </a:xfrm>
            <a:prstGeom prst="rect">
              <a:avLst/>
            </a:prstGeom>
            <a:solidFill>
              <a:srgbClr val="1E110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8" name="Patch 0,3 mosaic cell">
              <a:extLst>
                <a:ext uri="{FF2B5EF4-FFF2-40B4-BE49-F238E27FC236}">
                  <a16:creationId xmlns:a16="http://schemas.microsoft.com/office/drawing/2014/main" id="{E4EE9502-0228-4E3E-095D-ADFB3D20C36D}"/>
                </a:ext>
              </a:extLst>
            </p:cNvPr>
            <p:cNvSpPr/>
            <p:nvPr/>
          </p:nvSpPr>
          <p:spPr>
            <a:xfrm>
              <a:off x="4233672" y="2157984"/>
              <a:ext cx="82296" cy="82296"/>
            </a:xfrm>
            <a:prstGeom prst="rect">
              <a:avLst/>
            </a:prstGeom>
            <a:solidFill>
              <a:srgbClr val="1C11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9" name="Patch 0,3 mosaic cell">
              <a:extLst>
                <a:ext uri="{FF2B5EF4-FFF2-40B4-BE49-F238E27FC236}">
                  <a16:creationId xmlns:a16="http://schemas.microsoft.com/office/drawing/2014/main" id="{E1BA315C-88A7-D3CE-9827-18F41D223D58}"/>
                </a:ext>
              </a:extLst>
            </p:cNvPr>
            <p:cNvSpPr/>
            <p:nvPr/>
          </p:nvSpPr>
          <p:spPr>
            <a:xfrm>
              <a:off x="4311396" y="2157984"/>
              <a:ext cx="82296" cy="82296"/>
            </a:xfrm>
            <a:prstGeom prst="rect">
              <a:avLst/>
            </a:prstGeom>
            <a:solidFill>
              <a:srgbClr val="190E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0" name="Patch 0,3 mosaic cell">
              <a:extLst>
                <a:ext uri="{FF2B5EF4-FFF2-40B4-BE49-F238E27FC236}">
                  <a16:creationId xmlns:a16="http://schemas.microsoft.com/office/drawing/2014/main" id="{1BBD04BF-781D-83ED-F815-309DF9A31AEC}"/>
                </a:ext>
              </a:extLst>
            </p:cNvPr>
            <p:cNvSpPr/>
            <p:nvPr/>
          </p:nvSpPr>
          <p:spPr>
            <a:xfrm>
              <a:off x="4389120" y="2157984"/>
              <a:ext cx="82296" cy="82296"/>
            </a:xfrm>
            <a:prstGeom prst="rect">
              <a:avLst/>
            </a:prstGeom>
            <a:solidFill>
              <a:srgbClr val="1A0F0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1" name="Patch 0,3 mosaic cell">
              <a:extLst>
                <a:ext uri="{FF2B5EF4-FFF2-40B4-BE49-F238E27FC236}">
                  <a16:creationId xmlns:a16="http://schemas.microsoft.com/office/drawing/2014/main" id="{7A020754-8570-85E5-07F7-6A8AD28C789F}"/>
                </a:ext>
              </a:extLst>
            </p:cNvPr>
            <p:cNvSpPr/>
            <p:nvPr/>
          </p:nvSpPr>
          <p:spPr>
            <a:xfrm>
              <a:off x="4155948" y="2235708"/>
              <a:ext cx="82296" cy="82296"/>
            </a:xfrm>
            <a:prstGeom prst="rect">
              <a:avLst/>
            </a:prstGeom>
            <a:solidFill>
              <a:srgbClr val="1C110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2" name="Patch 0,3 mosaic cell">
              <a:extLst>
                <a:ext uri="{FF2B5EF4-FFF2-40B4-BE49-F238E27FC236}">
                  <a16:creationId xmlns:a16="http://schemas.microsoft.com/office/drawing/2014/main" id="{2C0A8F86-A493-6C7A-3E9E-CA5DB37D173B}"/>
                </a:ext>
              </a:extLst>
            </p:cNvPr>
            <p:cNvSpPr/>
            <p:nvPr/>
          </p:nvSpPr>
          <p:spPr>
            <a:xfrm>
              <a:off x="4233672" y="2235708"/>
              <a:ext cx="82296" cy="82296"/>
            </a:xfrm>
            <a:prstGeom prst="rect">
              <a:avLst/>
            </a:prstGeom>
            <a:solidFill>
              <a:srgbClr val="1D13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3" name="Patch 0,3 mosaic cell">
              <a:extLst>
                <a:ext uri="{FF2B5EF4-FFF2-40B4-BE49-F238E27FC236}">
                  <a16:creationId xmlns:a16="http://schemas.microsoft.com/office/drawing/2014/main" id="{5BC5614E-7A8C-BC2C-E84E-D84A37AEF8CA}"/>
                </a:ext>
              </a:extLst>
            </p:cNvPr>
            <p:cNvSpPr/>
            <p:nvPr/>
          </p:nvSpPr>
          <p:spPr>
            <a:xfrm>
              <a:off x="4311396" y="2235708"/>
              <a:ext cx="82296" cy="82296"/>
            </a:xfrm>
            <a:prstGeom prst="rect">
              <a:avLst/>
            </a:prstGeom>
            <a:solidFill>
              <a:srgbClr val="2A201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4" name="Patch 0,3 mosaic cell">
              <a:extLst>
                <a:ext uri="{FF2B5EF4-FFF2-40B4-BE49-F238E27FC236}">
                  <a16:creationId xmlns:a16="http://schemas.microsoft.com/office/drawing/2014/main" id="{3A3928D8-895A-EFC1-A310-701D4D18B258}"/>
                </a:ext>
              </a:extLst>
            </p:cNvPr>
            <p:cNvSpPr/>
            <p:nvPr/>
          </p:nvSpPr>
          <p:spPr>
            <a:xfrm>
              <a:off x="4389120" y="2235708"/>
              <a:ext cx="82296" cy="82296"/>
            </a:xfrm>
            <a:prstGeom prst="rect">
              <a:avLst/>
            </a:prstGeom>
            <a:solidFill>
              <a:srgbClr val="25191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5" name="Patch tile border">
              <a:extLst>
                <a:ext uri="{FF2B5EF4-FFF2-40B4-BE49-F238E27FC236}">
                  <a16:creationId xmlns:a16="http://schemas.microsoft.com/office/drawing/2014/main" id="{CF67A40F-E382-F1EF-2271-84500BB41C9C}"/>
                </a:ext>
              </a:extLst>
            </p:cNvPr>
            <p:cNvSpPr/>
            <p:nvPr/>
          </p:nvSpPr>
          <p:spPr>
            <a:xfrm>
              <a:off x="4155948" y="2002536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6" name="Patch 1,0 mosaic cell">
              <a:extLst>
                <a:ext uri="{FF2B5EF4-FFF2-40B4-BE49-F238E27FC236}">
                  <a16:creationId xmlns:a16="http://schemas.microsoft.com/office/drawing/2014/main" id="{80212E54-F6F1-FBE8-56C0-34331054543E}"/>
                </a:ext>
              </a:extLst>
            </p:cNvPr>
            <p:cNvSpPr/>
            <p:nvPr/>
          </p:nvSpPr>
          <p:spPr>
            <a:xfrm>
              <a:off x="3072384" y="2363724"/>
              <a:ext cx="82296" cy="82296"/>
            </a:xfrm>
            <a:prstGeom prst="rect">
              <a:avLst/>
            </a:prstGeom>
            <a:solidFill>
              <a:srgbClr val="2011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7" name="Patch 1,0 mosaic cell">
              <a:extLst>
                <a:ext uri="{FF2B5EF4-FFF2-40B4-BE49-F238E27FC236}">
                  <a16:creationId xmlns:a16="http://schemas.microsoft.com/office/drawing/2014/main" id="{4D5946F5-10EA-6867-61B1-1A6DAD6474C7}"/>
                </a:ext>
              </a:extLst>
            </p:cNvPr>
            <p:cNvSpPr/>
            <p:nvPr/>
          </p:nvSpPr>
          <p:spPr>
            <a:xfrm>
              <a:off x="3150108" y="2363724"/>
              <a:ext cx="82296" cy="82296"/>
            </a:xfrm>
            <a:prstGeom prst="rect">
              <a:avLst/>
            </a:prstGeom>
            <a:solidFill>
              <a:srgbClr val="1F11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8" name="Patch 1,0 mosaic cell">
              <a:extLst>
                <a:ext uri="{FF2B5EF4-FFF2-40B4-BE49-F238E27FC236}">
                  <a16:creationId xmlns:a16="http://schemas.microsoft.com/office/drawing/2014/main" id="{B21E4D9B-E3D0-8FD7-D59B-76A02B3CA999}"/>
                </a:ext>
              </a:extLst>
            </p:cNvPr>
            <p:cNvSpPr/>
            <p:nvPr/>
          </p:nvSpPr>
          <p:spPr>
            <a:xfrm>
              <a:off x="3227832" y="2363724"/>
              <a:ext cx="82296" cy="82296"/>
            </a:xfrm>
            <a:prstGeom prst="rect">
              <a:avLst/>
            </a:prstGeom>
            <a:solidFill>
              <a:srgbClr val="1F120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79" name="Patch 1,0 mosaic cell">
              <a:extLst>
                <a:ext uri="{FF2B5EF4-FFF2-40B4-BE49-F238E27FC236}">
                  <a16:creationId xmlns:a16="http://schemas.microsoft.com/office/drawing/2014/main" id="{99DA2D3D-BB64-E42F-71E9-2AE8C0B1F1E7}"/>
                </a:ext>
              </a:extLst>
            </p:cNvPr>
            <p:cNvSpPr/>
            <p:nvPr/>
          </p:nvSpPr>
          <p:spPr>
            <a:xfrm>
              <a:off x="3305556" y="2363724"/>
              <a:ext cx="82296" cy="82296"/>
            </a:xfrm>
            <a:prstGeom prst="rect">
              <a:avLst/>
            </a:prstGeom>
            <a:solidFill>
              <a:srgbClr val="331E1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0" name="Patch 1,0 mosaic cell">
              <a:extLst>
                <a:ext uri="{FF2B5EF4-FFF2-40B4-BE49-F238E27FC236}">
                  <a16:creationId xmlns:a16="http://schemas.microsoft.com/office/drawing/2014/main" id="{9B8D8288-A0C7-7282-BBB4-6FE2447B6784}"/>
                </a:ext>
              </a:extLst>
            </p:cNvPr>
            <p:cNvSpPr/>
            <p:nvPr/>
          </p:nvSpPr>
          <p:spPr>
            <a:xfrm>
              <a:off x="3072384" y="2441448"/>
              <a:ext cx="82296" cy="82296"/>
            </a:xfrm>
            <a:prstGeom prst="rect">
              <a:avLst/>
            </a:prstGeom>
            <a:solidFill>
              <a:srgbClr val="2C15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1" name="Patch 1,0 mosaic cell">
              <a:extLst>
                <a:ext uri="{FF2B5EF4-FFF2-40B4-BE49-F238E27FC236}">
                  <a16:creationId xmlns:a16="http://schemas.microsoft.com/office/drawing/2014/main" id="{CB1693DB-1D0B-0BDF-3AF8-086ABE176A16}"/>
                </a:ext>
              </a:extLst>
            </p:cNvPr>
            <p:cNvSpPr/>
            <p:nvPr/>
          </p:nvSpPr>
          <p:spPr>
            <a:xfrm>
              <a:off x="3150108" y="2441448"/>
              <a:ext cx="82296" cy="82296"/>
            </a:xfrm>
            <a:prstGeom prst="rect">
              <a:avLst/>
            </a:prstGeom>
            <a:solidFill>
              <a:srgbClr val="2915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2" name="Patch 1,0 mosaic cell">
              <a:extLst>
                <a:ext uri="{FF2B5EF4-FFF2-40B4-BE49-F238E27FC236}">
                  <a16:creationId xmlns:a16="http://schemas.microsoft.com/office/drawing/2014/main" id="{9B0B3EFA-5077-17B5-1ECC-26F97269062C}"/>
                </a:ext>
              </a:extLst>
            </p:cNvPr>
            <p:cNvSpPr/>
            <p:nvPr/>
          </p:nvSpPr>
          <p:spPr>
            <a:xfrm>
              <a:off x="3227832" y="2441448"/>
              <a:ext cx="82296" cy="82296"/>
            </a:xfrm>
            <a:prstGeom prst="rect">
              <a:avLst/>
            </a:prstGeom>
            <a:solidFill>
              <a:srgbClr val="311B1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3" name="Patch 1,0 mosaic cell">
              <a:extLst>
                <a:ext uri="{FF2B5EF4-FFF2-40B4-BE49-F238E27FC236}">
                  <a16:creationId xmlns:a16="http://schemas.microsoft.com/office/drawing/2014/main" id="{F245ACF4-0F8A-3877-0160-D3DA06C5DFCB}"/>
                </a:ext>
              </a:extLst>
            </p:cNvPr>
            <p:cNvSpPr/>
            <p:nvPr/>
          </p:nvSpPr>
          <p:spPr>
            <a:xfrm>
              <a:off x="3305556" y="2441448"/>
              <a:ext cx="82296" cy="82296"/>
            </a:xfrm>
            <a:prstGeom prst="rect">
              <a:avLst/>
            </a:prstGeom>
            <a:solidFill>
              <a:srgbClr val="4F2B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4" name="Patch 1,0 mosaic cell">
              <a:extLst>
                <a:ext uri="{FF2B5EF4-FFF2-40B4-BE49-F238E27FC236}">
                  <a16:creationId xmlns:a16="http://schemas.microsoft.com/office/drawing/2014/main" id="{04D6093F-A922-5A70-4643-9F14086BDA85}"/>
                </a:ext>
              </a:extLst>
            </p:cNvPr>
            <p:cNvSpPr/>
            <p:nvPr/>
          </p:nvSpPr>
          <p:spPr>
            <a:xfrm>
              <a:off x="3072384" y="2519172"/>
              <a:ext cx="82296" cy="82296"/>
            </a:xfrm>
            <a:prstGeom prst="rect">
              <a:avLst/>
            </a:prstGeom>
            <a:solidFill>
              <a:srgbClr val="6834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5" name="Patch 1,0 mosaic cell">
              <a:extLst>
                <a:ext uri="{FF2B5EF4-FFF2-40B4-BE49-F238E27FC236}">
                  <a16:creationId xmlns:a16="http://schemas.microsoft.com/office/drawing/2014/main" id="{F55890A5-5255-650C-285A-0A3CBC23D200}"/>
                </a:ext>
              </a:extLst>
            </p:cNvPr>
            <p:cNvSpPr/>
            <p:nvPr/>
          </p:nvSpPr>
          <p:spPr>
            <a:xfrm>
              <a:off x="3150108" y="2519172"/>
              <a:ext cx="82296" cy="82296"/>
            </a:xfrm>
            <a:prstGeom prst="rect">
              <a:avLst/>
            </a:prstGeom>
            <a:solidFill>
              <a:srgbClr val="773E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6" name="Patch 1,0 mosaic cell">
              <a:extLst>
                <a:ext uri="{FF2B5EF4-FFF2-40B4-BE49-F238E27FC236}">
                  <a16:creationId xmlns:a16="http://schemas.microsoft.com/office/drawing/2014/main" id="{0638BCCD-77E9-4F97-770D-649E10FB9957}"/>
                </a:ext>
              </a:extLst>
            </p:cNvPr>
            <p:cNvSpPr/>
            <p:nvPr/>
          </p:nvSpPr>
          <p:spPr>
            <a:xfrm>
              <a:off x="3227832" y="2519172"/>
              <a:ext cx="82296" cy="82296"/>
            </a:xfrm>
            <a:prstGeom prst="rect">
              <a:avLst/>
            </a:prstGeom>
            <a:solidFill>
              <a:srgbClr val="8F51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7" name="Patch 1,0 mosaic cell">
              <a:extLst>
                <a:ext uri="{FF2B5EF4-FFF2-40B4-BE49-F238E27FC236}">
                  <a16:creationId xmlns:a16="http://schemas.microsoft.com/office/drawing/2014/main" id="{A93E8612-ED43-CE1B-C230-0BBB4028535C}"/>
                </a:ext>
              </a:extLst>
            </p:cNvPr>
            <p:cNvSpPr/>
            <p:nvPr/>
          </p:nvSpPr>
          <p:spPr>
            <a:xfrm>
              <a:off x="3305556" y="2519172"/>
              <a:ext cx="82296" cy="82296"/>
            </a:xfrm>
            <a:prstGeom prst="rect">
              <a:avLst/>
            </a:prstGeom>
            <a:solidFill>
              <a:srgbClr val="A9625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8" name="Patch 1,0 mosaic cell">
              <a:extLst>
                <a:ext uri="{FF2B5EF4-FFF2-40B4-BE49-F238E27FC236}">
                  <a16:creationId xmlns:a16="http://schemas.microsoft.com/office/drawing/2014/main" id="{0B0DF031-99B8-C6B3-650F-39F94A82499A}"/>
                </a:ext>
              </a:extLst>
            </p:cNvPr>
            <p:cNvSpPr/>
            <p:nvPr/>
          </p:nvSpPr>
          <p:spPr>
            <a:xfrm>
              <a:off x="3072384" y="2596896"/>
              <a:ext cx="82296" cy="82296"/>
            </a:xfrm>
            <a:prstGeom prst="rect">
              <a:avLst/>
            </a:prstGeom>
            <a:solidFill>
              <a:srgbClr val="7E3D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89" name="Patch 1,0 mosaic cell">
              <a:extLst>
                <a:ext uri="{FF2B5EF4-FFF2-40B4-BE49-F238E27FC236}">
                  <a16:creationId xmlns:a16="http://schemas.microsoft.com/office/drawing/2014/main" id="{D1D2798A-74DF-176A-3E10-D60607F7BDA4}"/>
                </a:ext>
              </a:extLst>
            </p:cNvPr>
            <p:cNvSpPr/>
            <p:nvPr/>
          </p:nvSpPr>
          <p:spPr>
            <a:xfrm>
              <a:off x="3150108" y="2596896"/>
              <a:ext cx="82296" cy="82296"/>
            </a:xfrm>
            <a:prstGeom prst="rect">
              <a:avLst/>
            </a:prstGeom>
            <a:solidFill>
              <a:srgbClr val="9E57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0" name="Patch 1,0 mosaic cell">
              <a:extLst>
                <a:ext uri="{FF2B5EF4-FFF2-40B4-BE49-F238E27FC236}">
                  <a16:creationId xmlns:a16="http://schemas.microsoft.com/office/drawing/2014/main" id="{820F945B-6865-B6D8-BD7B-14893EF93995}"/>
                </a:ext>
              </a:extLst>
            </p:cNvPr>
            <p:cNvSpPr/>
            <p:nvPr/>
          </p:nvSpPr>
          <p:spPr>
            <a:xfrm>
              <a:off x="3227832" y="2596896"/>
              <a:ext cx="82296" cy="82296"/>
            </a:xfrm>
            <a:prstGeom prst="rect">
              <a:avLst/>
            </a:prstGeom>
            <a:solidFill>
              <a:srgbClr val="BA706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1" name="Patch 1,0 mosaic cell">
              <a:extLst>
                <a:ext uri="{FF2B5EF4-FFF2-40B4-BE49-F238E27FC236}">
                  <a16:creationId xmlns:a16="http://schemas.microsoft.com/office/drawing/2014/main" id="{BEB492F4-A21E-5EE6-8913-22183D6B3515}"/>
                </a:ext>
              </a:extLst>
            </p:cNvPr>
            <p:cNvSpPr/>
            <p:nvPr/>
          </p:nvSpPr>
          <p:spPr>
            <a:xfrm>
              <a:off x="3305556" y="2596896"/>
              <a:ext cx="82296" cy="82296"/>
            </a:xfrm>
            <a:prstGeom prst="rect">
              <a:avLst/>
            </a:prstGeom>
            <a:solidFill>
              <a:srgbClr val="D17F7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2" name="Patch tile border">
              <a:extLst>
                <a:ext uri="{FF2B5EF4-FFF2-40B4-BE49-F238E27FC236}">
                  <a16:creationId xmlns:a16="http://schemas.microsoft.com/office/drawing/2014/main" id="{0CEF0158-F878-CC97-51CD-FCA740734FF6}"/>
                </a:ext>
              </a:extLst>
            </p:cNvPr>
            <p:cNvSpPr/>
            <p:nvPr/>
          </p:nvSpPr>
          <p:spPr>
            <a:xfrm>
              <a:off x="3072384" y="2363724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3" name="Patch 1,1 mosaic cell">
              <a:extLst>
                <a:ext uri="{FF2B5EF4-FFF2-40B4-BE49-F238E27FC236}">
                  <a16:creationId xmlns:a16="http://schemas.microsoft.com/office/drawing/2014/main" id="{1BFB393A-F67C-B621-9BBF-F62F41C6FC78}"/>
                </a:ext>
              </a:extLst>
            </p:cNvPr>
            <p:cNvSpPr/>
            <p:nvPr/>
          </p:nvSpPr>
          <p:spPr>
            <a:xfrm>
              <a:off x="3433572" y="2363724"/>
              <a:ext cx="82296" cy="82296"/>
            </a:xfrm>
            <a:prstGeom prst="rect">
              <a:avLst/>
            </a:prstGeom>
            <a:solidFill>
              <a:srgbClr val="4A272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4" name="Patch 1,1 mosaic cell">
              <a:extLst>
                <a:ext uri="{FF2B5EF4-FFF2-40B4-BE49-F238E27FC236}">
                  <a16:creationId xmlns:a16="http://schemas.microsoft.com/office/drawing/2014/main" id="{C9028657-7ACB-ACE3-DE28-C78B708E48E1}"/>
                </a:ext>
              </a:extLst>
            </p:cNvPr>
            <p:cNvSpPr/>
            <p:nvPr/>
          </p:nvSpPr>
          <p:spPr>
            <a:xfrm>
              <a:off x="3511296" y="2363724"/>
              <a:ext cx="82296" cy="82296"/>
            </a:xfrm>
            <a:prstGeom prst="rect">
              <a:avLst/>
            </a:prstGeom>
            <a:solidFill>
              <a:srgbClr val="7B38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5" name="Patch 1,1 mosaic cell">
              <a:extLst>
                <a:ext uri="{FF2B5EF4-FFF2-40B4-BE49-F238E27FC236}">
                  <a16:creationId xmlns:a16="http://schemas.microsoft.com/office/drawing/2014/main" id="{9ED5D5BC-2371-6799-708E-3F4979B8A914}"/>
                </a:ext>
              </a:extLst>
            </p:cNvPr>
            <p:cNvSpPr/>
            <p:nvPr/>
          </p:nvSpPr>
          <p:spPr>
            <a:xfrm>
              <a:off x="3589020" y="2363724"/>
              <a:ext cx="82296" cy="82296"/>
            </a:xfrm>
            <a:prstGeom prst="rect">
              <a:avLst/>
            </a:prstGeom>
            <a:solidFill>
              <a:srgbClr val="9A43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6" name="Patch 1,1 mosaic cell">
              <a:extLst>
                <a:ext uri="{FF2B5EF4-FFF2-40B4-BE49-F238E27FC236}">
                  <a16:creationId xmlns:a16="http://schemas.microsoft.com/office/drawing/2014/main" id="{B9D6E284-772D-0712-16AF-CA32D1285C70}"/>
                </a:ext>
              </a:extLst>
            </p:cNvPr>
            <p:cNvSpPr/>
            <p:nvPr/>
          </p:nvSpPr>
          <p:spPr>
            <a:xfrm>
              <a:off x="3666744" y="2363724"/>
              <a:ext cx="82296" cy="82296"/>
            </a:xfrm>
            <a:prstGeom prst="rect">
              <a:avLst/>
            </a:prstGeom>
            <a:solidFill>
              <a:srgbClr val="77302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7" name="Patch 1,1 mosaic cell">
              <a:extLst>
                <a:ext uri="{FF2B5EF4-FFF2-40B4-BE49-F238E27FC236}">
                  <a16:creationId xmlns:a16="http://schemas.microsoft.com/office/drawing/2014/main" id="{4F63241E-6433-DA1D-4D40-E340CC29C55B}"/>
                </a:ext>
              </a:extLst>
            </p:cNvPr>
            <p:cNvSpPr/>
            <p:nvPr/>
          </p:nvSpPr>
          <p:spPr>
            <a:xfrm>
              <a:off x="3433572" y="2441448"/>
              <a:ext cx="82296" cy="82296"/>
            </a:xfrm>
            <a:prstGeom prst="rect">
              <a:avLst/>
            </a:prstGeom>
            <a:solidFill>
              <a:srgbClr val="522D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8" name="Patch 1,1 mosaic cell">
              <a:extLst>
                <a:ext uri="{FF2B5EF4-FFF2-40B4-BE49-F238E27FC236}">
                  <a16:creationId xmlns:a16="http://schemas.microsoft.com/office/drawing/2014/main" id="{5A84A7E9-E21F-B019-B08B-B998C241EA47}"/>
                </a:ext>
              </a:extLst>
            </p:cNvPr>
            <p:cNvSpPr/>
            <p:nvPr/>
          </p:nvSpPr>
          <p:spPr>
            <a:xfrm>
              <a:off x="3511296" y="2441448"/>
              <a:ext cx="82296" cy="82296"/>
            </a:xfrm>
            <a:prstGeom prst="rect">
              <a:avLst/>
            </a:prstGeom>
            <a:solidFill>
              <a:srgbClr val="5F2E2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99" name="Patch 1,1 mosaic cell">
              <a:extLst>
                <a:ext uri="{FF2B5EF4-FFF2-40B4-BE49-F238E27FC236}">
                  <a16:creationId xmlns:a16="http://schemas.microsoft.com/office/drawing/2014/main" id="{6D0BE85E-8130-00E2-C387-7252F3513276}"/>
                </a:ext>
              </a:extLst>
            </p:cNvPr>
            <p:cNvSpPr/>
            <p:nvPr/>
          </p:nvSpPr>
          <p:spPr>
            <a:xfrm>
              <a:off x="3589020" y="2441448"/>
              <a:ext cx="82296" cy="82296"/>
            </a:xfrm>
            <a:prstGeom prst="rect">
              <a:avLst/>
            </a:prstGeom>
            <a:solidFill>
              <a:srgbClr val="853D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0" name="Patch 1,1 mosaic cell">
              <a:extLst>
                <a:ext uri="{FF2B5EF4-FFF2-40B4-BE49-F238E27FC236}">
                  <a16:creationId xmlns:a16="http://schemas.microsoft.com/office/drawing/2014/main" id="{B15BE6E5-2F5F-0FB3-9DC5-0CCBE0E2967D}"/>
                </a:ext>
              </a:extLst>
            </p:cNvPr>
            <p:cNvSpPr/>
            <p:nvPr/>
          </p:nvSpPr>
          <p:spPr>
            <a:xfrm>
              <a:off x="3666744" y="2441448"/>
              <a:ext cx="82296" cy="82296"/>
            </a:xfrm>
            <a:prstGeom prst="rect">
              <a:avLst/>
            </a:prstGeom>
            <a:solidFill>
              <a:srgbClr val="632A1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1" name="Patch 1,1 mosaic cell">
              <a:extLst>
                <a:ext uri="{FF2B5EF4-FFF2-40B4-BE49-F238E27FC236}">
                  <a16:creationId xmlns:a16="http://schemas.microsoft.com/office/drawing/2014/main" id="{E0D2BA0C-6ACD-3BE6-28D8-2CEFF705DFC5}"/>
                </a:ext>
              </a:extLst>
            </p:cNvPr>
            <p:cNvSpPr/>
            <p:nvPr/>
          </p:nvSpPr>
          <p:spPr>
            <a:xfrm>
              <a:off x="3433572" y="2519172"/>
              <a:ext cx="82296" cy="82296"/>
            </a:xfrm>
            <a:prstGeom prst="rect">
              <a:avLst/>
            </a:prstGeom>
            <a:solidFill>
              <a:srgbClr val="BD756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2" name="Patch 1,1 mosaic cell">
              <a:extLst>
                <a:ext uri="{FF2B5EF4-FFF2-40B4-BE49-F238E27FC236}">
                  <a16:creationId xmlns:a16="http://schemas.microsoft.com/office/drawing/2014/main" id="{A2249181-D112-F3B0-0238-6D3754CE6CF2}"/>
                </a:ext>
              </a:extLst>
            </p:cNvPr>
            <p:cNvSpPr/>
            <p:nvPr/>
          </p:nvSpPr>
          <p:spPr>
            <a:xfrm>
              <a:off x="3511296" y="2519172"/>
              <a:ext cx="82296" cy="82296"/>
            </a:xfrm>
            <a:prstGeom prst="rect">
              <a:avLst/>
            </a:prstGeom>
            <a:solidFill>
              <a:srgbClr val="B4716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3" name="Patch 1,1 mosaic cell">
              <a:extLst>
                <a:ext uri="{FF2B5EF4-FFF2-40B4-BE49-F238E27FC236}">
                  <a16:creationId xmlns:a16="http://schemas.microsoft.com/office/drawing/2014/main" id="{8085FF1A-6939-206E-2156-67535013A60A}"/>
                </a:ext>
              </a:extLst>
            </p:cNvPr>
            <p:cNvSpPr/>
            <p:nvPr/>
          </p:nvSpPr>
          <p:spPr>
            <a:xfrm>
              <a:off x="3589020" y="2519172"/>
              <a:ext cx="82296" cy="82296"/>
            </a:xfrm>
            <a:prstGeom prst="rect">
              <a:avLst/>
            </a:prstGeom>
            <a:solidFill>
              <a:srgbClr val="A564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4" name="Patch 1,1 mosaic cell">
              <a:extLst>
                <a:ext uri="{FF2B5EF4-FFF2-40B4-BE49-F238E27FC236}">
                  <a16:creationId xmlns:a16="http://schemas.microsoft.com/office/drawing/2014/main" id="{DD11E47A-D1C2-D9F8-8A48-734E3B54227E}"/>
                </a:ext>
              </a:extLst>
            </p:cNvPr>
            <p:cNvSpPr/>
            <p:nvPr/>
          </p:nvSpPr>
          <p:spPr>
            <a:xfrm>
              <a:off x="3666744" y="2519172"/>
              <a:ext cx="82296" cy="82296"/>
            </a:xfrm>
            <a:prstGeom prst="rect">
              <a:avLst/>
            </a:prstGeom>
            <a:solidFill>
              <a:srgbClr val="975B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5" name="Patch 1,1 mosaic cell">
              <a:extLst>
                <a:ext uri="{FF2B5EF4-FFF2-40B4-BE49-F238E27FC236}">
                  <a16:creationId xmlns:a16="http://schemas.microsoft.com/office/drawing/2014/main" id="{47225BE8-3B5A-1D65-D0D7-30611C8B94B5}"/>
                </a:ext>
              </a:extLst>
            </p:cNvPr>
            <p:cNvSpPr/>
            <p:nvPr/>
          </p:nvSpPr>
          <p:spPr>
            <a:xfrm>
              <a:off x="3433572" y="2596896"/>
              <a:ext cx="82296" cy="82296"/>
            </a:xfrm>
            <a:prstGeom prst="rect">
              <a:avLst/>
            </a:prstGeom>
            <a:solidFill>
              <a:srgbClr val="C5847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6" name="Patch 1,1 mosaic cell">
              <a:extLst>
                <a:ext uri="{FF2B5EF4-FFF2-40B4-BE49-F238E27FC236}">
                  <a16:creationId xmlns:a16="http://schemas.microsoft.com/office/drawing/2014/main" id="{31BCC67F-EC08-33D3-D567-266F1A697BEB}"/>
                </a:ext>
              </a:extLst>
            </p:cNvPr>
            <p:cNvSpPr/>
            <p:nvPr/>
          </p:nvSpPr>
          <p:spPr>
            <a:xfrm>
              <a:off x="3511296" y="2596896"/>
              <a:ext cx="82296" cy="82296"/>
            </a:xfrm>
            <a:prstGeom prst="rect">
              <a:avLst/>
            </a:prstGeom>
            <a:solidFill>
              <a:srgbClr val="6F4B4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7" name="Patch 1,1 mosaic cell">
              <a:extLst>
                <a:ext uri="{FF2B5EF4-FFF2-40B4-BE49-F238E27FC236}">
                  <a16:creationId xmlns:a16="http://schemas.microsoft.com/office/drawing/2014/main" id="{B05447CB-CC4A-867C-0F6A-77F8372B267A}"/>
                </a:ext>
              </a:extLst>
            </p:cNvPr>
            <p:cNvSpPr/>
            <p:nvPr/>
          </p:nvSpPr>
          <p:spPr>
            <a:xfrm>
              <a:off x="3589020" y="2596896"/>
              <a:ext cx="82296" cy="82296"/>
            </a:xfrm>
            <a:prstGeom prst="rect">
              <a:avLst/>
            </a:prstGeom>
            <a:solidFill>
              <a:srgbClr val="4C2B2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8" name="Patch 1,1 mosaic cell">
              <a:extLst>
                <a:ext uri="{FF2B5EF4-FFF2-40B4-BE49-F238E27FC236}">
                  <a16:creationId xmlns:a16="http://schemas.microsoft.com/office/drawing/2014/main" id="{E05FBD6C-DFFE-8417-2E1D-5DA9626E8A94}"/>
                </a:ext>
              </a:extLst>
            </p:cNvPr>
            <p:cNvSpPr/>
            <p:nvPr/>
          </p:nvSpPr>
          <p:spPr>
            <a:xfrm>
              <a:off x="3666744" y="2596896"/>
              <a:ext cx="82296" cy="82296"/>
            </a:xfrm>
            <a:prstGeom prst="rect">
              <a:avLst/>
            </a:prstGeom>
            <a:solidFill>
              <a:srgbClr val="4D2D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09" name="Patch tile border">
              <a:extLst>
                <a:ext uri="{FF2B5EF4-FFF2-40B4-BE49-F238E27FC236}">
                  <a16:creationId xmlns:a16="http://schemas.microsoft.com/office/drawing/2014/main" id="{145A7E24-3439-F917-1205-6884CA710DE6}"/>
                </a:ext>
              </a:extLst>
            </p:cNvPr>
            <p:cNvSpPr/>
            <p:nvPr/>
          </p:nvSpPr>
          <p:spPr>
            <a:xfrm>
              <a:off x="3433572" y="2363724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0" name="Patch 1,2 mosaic cell">
              <a:extLst>
                <a:ext uri="{FF2B5EF4-FFF2-40B4-BE49-F238E27FC236}">
                  <a16:creationId xmlns:a16="http://schemas.microsoft.com/office/drawing/2014/main" id="{0B5C3387-5487-2B49-53BC-0A2A92674793}"/>
                </a:ext>
              </a:extLst>
            </p:cNvPr>
            <p:cNvSpPr/>
            <p:nvPr/>
          </p:nvSpPr>
          <p:spPr>
            <a:xfrm>
              <a:off x="3794760" y="2363724"/>
              <a:ext cx="82296" cy="82296"/>
            </a:xfrm>
            <a:prstGeom prst="rect">
              <a:avLst/>
            </a:prstGeom>
            <a:solidFill>
              <a:srgbClr val="3716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1" name="Patch 1,2 mosaic cell">
              <a:extLst>
                <a:ext uri="{FF2B5EF4-FFF2-40B4-BE49-F238E27FC236}">
                  <a16:creationId xmlns:a16="http://schemas.microsoft.com/office/drawing/2014/main" id="{97D28B3E-CFBB-5BBE-A8F1-AFF55CBC2556}"/>
                </a:ext>
              </a:extLst>
            </p:cNvPr>
            <p:cNvSpPr/>
            <p:nvPr/>
          </p:nvSpPr>
          <p:spPr>
            <a:xfrm>
              <a:off x="3872484" y="2363724"/>
              <a:ext cx="82296" cy="82296"/>
            </a:xfrm>
            <a:prstGeom prst="rect">
              <a:avLst/>
            </a:prstGeom>
            <a:solidFill>
              <a:srgbClr val="351C1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2" name="Patch 1,2 mosaic cell">
              <a:extLst>
                <a:ext uri="{FF2B5EF4-FFF2-40B4-BE49-F238E27FC236}">
                  <a16:creationId xmlns:a16="http://schemas.microsoft.com/office/drawing/2014/main" id="{35245A22-7BA2-626A-537D-C1B9F4EAF81C}"/>
                </a:ext>
              </a:extLst>
            </p:cNvPr>
            <p:cNvSpPr/>
            <p:nvPr/>
          </p:nvSpPr>
          <p:spPr>
            <a:xfrm>
              <a:off x="3950208" y="2363724"/>
              <a:ext cx="82296" cy="82296"/>
            </a:xfrm>
            <a:prstGeom prst="rect">
              <a:avLst/>
            </a:prstGeom>
            <a:solidFill>
              <a:srgbClr val="3E211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3" name="Patch 1,2 mosaic cell">
              <a:extLst>
                <a:ext uri="{FF2B5EF4-FFF2-40B4-BE49-F238E27FC236}">
                  <a16:creationId xmlns:a16="http://schemas.microsoft.com/office/drawing/2014/main" id="{642CB296-E905-0094-CEBB-7CB83794738D}"/>
                </a:ext>
              </a:extLst>
            </p:cNvPr>
            <p:cNvSpPr/>
            <p:nvPr/>
          </p:nvSpPr>
          <p:spPr>
            <a:xfrm>
              <a:off x="4027932" y="2363724"/>
              <a:ext cx="82296" cy="82296"/>
            </a:xfrm>
            <a:prstGeom prst="rect">
              <a:avLst/>
            </a:prstGeom>
            <a:solidFill>
              <a:srgbClr val="371C1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4" name="Patch 1,2 mosaic cell">
              <a:extLst>
                <a:ext uri="{FF2B5EF4-FFF2-40B4-BE49-F238E27FC236}">
                  <a16:creationId xmlns:a16="http://schemas.microsoft.com/office/drawing/2014/main" id="{CA55BCD4-DB4A-07E2-1139-D1120B78BA24}"/>
                </a:ext>
              </a:extLst>
            </p:cNvPr>
            <p:cNvSpPr/>
            <p:nvPr/>
          </p:nvSpPr>
          <p:spPr>
            <a:xfrm>
              <a:off x="3794760" y="2441448"/>
              <a:ext cx="82296" cy="82296"/>
            </a:xfrm>
            <a:prstGeom prst="rect">
              <a:avLst/>
            </a:prstGeom>
            <a:solidFill>
              <a:srgbClr val="46201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5" name="Patch 1,2 mosaic cell">
              <a:extLst>
                <a:ext uri="{FF2B5EF4-FFF2-40B4-BE49-F238E27FC236}">
                  <a16:creationId xmlns:a16="http://schemas.microsoft.com/office/drawing/2014/main" id="{ADEB5B82-5916-727B-A9E7-3A97A3A2468A}"/>
                </a:ext>
              </a:extLst>
            </p:cNvPr>
            <p:cNvSpPr/>
            <p:nvPr/>
          </p:nvSpPr>
          <p:spPr>
            <a:xfrm>
              <a:off x="3872484" y="2441448"/>
              <a:ext cx="82296" cy="82296"/>
            </a:xfrm>
            <a:prstGeom prst="rect">
              <a:avLst/>
            </a:prstGeom>
            <a:solidFill>
              <a:srgbClr val="6A42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6" name="Patch 1,2 mosaic cell">
              <a:extLst>
                <a:ext uri="{FF2B5EF4-FFF2-40B4-BE49-F238E27FC236}">
                  <a16:creationId xmlns:a16="http://schemas.microsoft.com/office/drawing/2014/main" id="{6F456089-FFA3-6661-4127-6BB0F0A054FB}"/>
                </a:ext>
              </a:extLst>
            </p:cNvPr>
            <p:cNvSpPr/>
            <p:nvPr/>
          </p:nvSpPr>
          <p:spPr>
            <a:xfrm>
              <a:off x="3950208" y="2441448"/>
              <a:ext cx="82296" cy="82296"/>
            </a:xfrm>
            <a:prstGeom prst="rect">
              <a:avLst/>
            </a:prstGeom>
            <a:solidFill>
              <a:srgbClr val="6342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7" name="Patch 1,2 mosaic cell">
              <a:extLst>
                <a:ext uri="{FF2B5EF4-FFF2-40B4-BE49-F238E27FC236}">
                  <a16:creationId xmlns:a16="http://schemas.microsoft.com/office/drawing/2014/main" id="{FA65AE4A-0DC3-9D7A-ADE4-4F1DAD4E9C47}"/>
                </a:ext>
              </a:extLst>
            </p:cNvPr>
            <p:cNvSpPr/>
            <p:nvPr/>
          </p:nvSpPr>
          <p:spPr>
            <a:xfrm>
              <a:off x="4027932" y="2441448"/>
              <a:ext cx="82296" cy="82296"/>
            </a:xfrm>
            <a:prstGeom prst="rect">
              <a:avLst/>
            </a:prstGeom>
            <a:solidFill>
              <a:srgbClr val="462D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8" name="Patch 1,2 mosaic cell">
              <a:extLst>
                <a:ext uri="{FF2B5EF4-FFF2-40B4-BE49-F238E27FC236}">
                  <a16:creationId xmlns:a16="http://schemas.microsoft.com/office/drawing/2014/main" id="{9D560D5E-0C65-4572-F744-B0D2F9EC9FAD}"/>
                </a:ext>
              </a:extLst>
            </p:cNvPr>
            <p:cNvSpPr/>
            <p:nvPr/>
          </p:nvSpPr>
          <p:spPr>
            <a:xfrm>
              <a:off x="3794760" y="2519172"/>
              <a:ext cx="82296" cy="82296"/>
            </a:xfrm>
            <a:prstGeom prst="rect">
              <a:avLst/>
            </a:prstGeom>
            <a:solidFill>
              <a:srgbClr val="864D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19" name="Patch 1,2 mosaic cell">
              <a:extLst>
                <a:ext uri="{FF2B5EF4-FFF2-40B4-BE49-F238E27FC236}">
                  <a16:creationId xmlns:a16="http://schemas.microsoft.com/office/drawing/2014/main" id="{E56B4689-8102-F18B-48E1-10CFFBDA8309}"/>
                </a:ext>
              </a:extLst>
            </p:cNvPr>
            <p:cNvSpPr/>
            <p:nvPr/>
          </p:nvSpPr>
          <p:spPr>
            <a:xfrm>
              <a:off x="3872484" y="2519172"/>
              <a:ext cx="82296" cy="82296"/>
            </a:xfrm>
            <a:prstGeom prst="rect">
              <a:avLst/>
            </a:prstGeom>
            <a:solidFill>
              <a:srgbClr val="9155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0" name="Patch 1,2 mosaic cell">
              <a:extLst>
                <a:ext uri="{FF2B5EF4-FFF2-40B4-BE49-F238E27FC236}">
                  <a16:creationId xmlns:a16="http://schemas.microsoft.com/office/drawing/2014/main" id="{B2370FFF-70CC-2AB6-1A63-49B40BD0EB1A}"/>
                </a:ext>
              </a:extLst>
            </p:cNvPr>
            <p:cNvSpPr/>
            <p:nvPr/>
          </p:nvSpPr>
          <p:spPr>
            <a:xfrm>
              <a:off x="3950208" y="2519172"/>
              <a:ext cx="82296" cy="82296"/>
            </a:xfrm>
            <a:prstGeom prst="rect">
              <a:avLst/>
            </a:prstGeom>
            <a:solidFill>
              <a:srgbClr val="7E4E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1" name="Patch 1,2 mosaic cell">
              <a:extLst>
                <a:ext uri="{FF2B5EF4-FFF2-40B4-BE49-F238E27FC236}">
                  <a16:creationId xmlns:a16="http://schemas.microsoft.com/office/drawing/2014/main" id="{CFB3535F-3961-DDE8-D30A-826DA5206B67}"/>
                </a:ext>
              </a:extLst>
            </p:cNvPr>
            <p:cNvSpPr/>
            <p:nvPr/>
          </p:nvSpPr>
          <p:spPr>
            <a:xfrm>
              <a:off x="4027932" y="2519172"/>
              <a:ext cx="82296" cy="82296"/>
            </a:xfrm>
            <a:prstGeom prst="rect">
              <a:avLst/>
            </a:prstGeom>
            <a:solidFill>
              <a:srgbClr val="6448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2" name="Patch 1,2 mosaic cell">
              <a:extLst>
                <a:ext uri="{FF2B5EF4-FFF2-40B4-BE49-F238E27FC236}">
                  <a16:creationId xmlns:a16="http://schemas.microsoft.com/office/drawing/2014/main" id="{C4CFAAF9-F023-A23F-7F6D-F6A0A24ED065}"/>
                </a:ext>
              </a:extLst>
            </p:cNvPr>
            <p:cNvSpPr/>
            <p:nvPr/>
          </p:nvSpPr>
          <p:spPr>
            <a:xfrm>
              <a:off x="3794760" y="2596896"/>
              <a:ext cx="82296" cy="82296"/>
            </a:xfrm>
            <a:prstGeom prst="rect">
              <a:avLst/>
            </a:prstGeom>
            <a:solidFill>
              <a:srgbClr val="5530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3" name="Patch 1,2 mosaic cell">
              <a:extLst>
                <a:ext uri="{FF2B5EF4-FFF2-40B4-BE49-F238E27FC236}">
                  <a16:creationId xmlns:a16="http://schemas.microsoft.com/office/drawing/2014/main" id="{0D08424A-6804-ACD5-63DB-C3B4FB4525ED}"/>
                </a:ext>
              </a:extLst>
            </p:cNvPr>
            <p:cNvSpPr/>
            <p:nvPr/>
          </p:nvSpPr>
          <p:spPr>
            <a:xfrm>
              <a:off x="3872484" y="2596896"/>
              <a:ext cx="82296" cy="82296"/>
            </a:xfrm>
            <a:prstGeom prst="rect">
              <a:avLst/>
            </a:prstGeom>
            <a:solidFill>
              <a:srgbClr val="502F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4" name="Patch 1,2 mosaic cell">
              <a:extLst>
                <a:ext uri="{FF2B5EF4-FFF2-40B4-BE49-F238E27FC236}">
                  <a16:creationId xmlns:a16="http://schemas.microsoft.com/office/drawing/2014/main" id="{EA834100-41DA-40E4-3167-5F5BF70A8B75}"/>
                </a:ext>
              </a:extLst>
            </p:cNvPr>
            <p:cNvSpPr/>
            <p:nvPr/>
          </p:nvSpPr>
          <p:spPr>
            <a:xfrm>
              <a:off x="3950208" y="2596896"/>
              <a:ext cx="82296" cy="82296"/>
            </a:xfrm>
            <a:prstGeom prst="rect">
              <a:avLst/>
            </a:prstGeom>
            <a:solidFill>
              <a:srgbClr val="633F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5" name="Patch 1,2 mosaic cell">
              <a:extLst>
                <a:ext uri="{FF2B5EF4-FFF2-40B4-BE49-F238E27FC236}">
                  <a16:creationId xmlns:a16="http://schemas.microsoft.com/office/drawing/2014/main" id="{93D045CB-5309-C92D-FB64-753B38A3D472}"/>
                </a:ext>
              </a:extLst>
            </p:cNvPr>
            <p:cNvSpPr/>
            <p:nvPr/>
          </p:nvSpPr>
          <p:spPr>
            <a:xfrm>
              <a:off x="4027932" y="2596896"/>
              <a:ext cx="82296" cy="82296"/>
            </a:xfrm>
            <a:prstGeom prst="rect">
              <a:avLst/>
            </a:prstGeom>
            <a:solidFill>
              <a:srgbClr val="724C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6" name="Patch tile border">
              <a:extLst>
                <a:ext uri="{FF2B5EF4-FFF2-40B4-BE49-F238E27FC236}">
                  <a16:creationId xmlns:a16="http://schemas.microsoft.com/office/drawing/2014/main" id="{A97659BA-18B0-2430-0205-F14100A51B36}"/>
                </a:ext>
              </a:extLst>
            </p:cNvPr>
            <p:cNvSpPr/>
            <p:nvPr/>
          </p:nvSpPr>
          <p:spPr>
            <a:xfrm>
              <a:off x="3794760" y="2363724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7" name="Patch 1,3 mosaic cell">
              <a:extLst>
                <a:ext uri="{FF2B5EF4-FFF2-40B4-BE49-F238E27FC236}">
                  <a16:creationId xmlns:a16="http://schemas.microsoft.com/office/drawing/2014/main" id="{BCF5DAF2-B5E8-BD1D-8F9A-335D111222A2}"/>
                </a:ext>
              </a:extLst>
            </p:cNvPr>
            <p:cNvSpPr/>
            <p:nvPr/>
          </p:nvSpPr>
          <p:spPr>
            <a:xfrm>
              <a:off x="4155948" y="2363724"/>
              <a:ext cx="82296" cy="82296"/>
            </a:xfrm>
            <a:prstGeom prst="rect">
              <a:avLst/>
            </a:prstGeom>
            <a:solidFill>
              <a:srgbClr val="27170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8" name="Patch 1,3 mosaic cell">
              <a:extLst>
                <a:ext uri="{FF2B5EF4-FFF2-40B4-BE49-F238E27FC236}">
                  <a16:creationId xmlns:a16="http://schemas.microsoft.com/office/drawing/2014/main" id="{F2B5538F-B606-91A3-26A8-06FFC0BEA3C7}"/>
                </a:ext>
              </a:extLst>
            </p:cNvPr>
            <p:cNvSpPr/>
            <p:nvPr/>
          </p:nvSpPr>
          <p:spPr>
            <a:xfrm>
              <a:off x="4233672" y="2363724"/>
              <a:ext cx="82296" cy="82296"/>
            </a:xfrm>
            <a:prstGeom prst="rect">
              <a:avLst/>
            </a:prstGeom>
            <a:solidFill>
              <a:srgbClr val="25170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29" name="Patch 1,3 mosaic cell">
              <a:extLst>
                <a:ext uri="{FF2B5EF4-FFF2-40B4-BE49-F238E27FC236}">
                  <a16:creationId xmlns:a16="http://schemas.microsoft.com/office/drawing/2014/main" id="{E1A02CCC-381E-6A11-0817-92FA2E904AD4}"/>
                </a:ext>
              </a:extLst>
            </p:cNvPr>
            <p:cNvSpPr/>
            <p:nvPr/>
          </p:nvSpPr>
          <p:spPr>
            <a:xfrm>
              <a:off x="4311396" y="2363724"/>
              <a:ext cx="82296" cy="82296"/>
            </a:xfrm>
            <a:prstGeom prst="rect">
              <a:avLst/>
            </a:prstGeom>
            <a:solidFill>
              <a:srgbClr val="26191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0" name="Patch 1,3 mosaic cell">
              <a:extLst>
                <a:ext uri="{FF2B5EF4-FFF2-40B4-BE49-F238E27FC236}">
                  <a16:creationId xmlns:a16="http://schemas.microsoft.com/office/drawing/2014/main" id="{A48906FB-7968-CF5E-3D14-022D500E40C6}"/>
                </a:ext>
              </a:extLst>
            </p:cNvPr>
            <p:cNvSpPr/>
            <p:nvPr/>
          </p:nvSpPr>
          <p:spPr>
            <a:xfrm>
              <a:off x="4389120" y="2363724"/>
              <a:ext cx="82296" cy="82296"/>
            </a:xfrm>
            <a:prstGeom prst="rect">
              <a:avLst/>
            </a:prstGeom>
            <a:solidFill>
              <a:srgbClr val="20140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1" name="Patch 1,3 mosaic cell">
              <a:extLst>
                <a:ext uri="{FF2B5EF4-FFF2-40B4-BE49-F238E27FC236}">
                  <a16:creationId xmlns:a16="http://schemas.microsoft.com/office/drawing/2014/main" id="{8CD1DD1F-E465-AF1A-A30D-01BC9C2915C4}"/>
                </a:ext>
              </a:extLst>
            </p:cNvPr>
            <p:cNvSpPr/>
            <p:nvPr/>
          </p:nvSpPr>
          <p:spPr>
            <a:xfrm>
              <a:off x="4155948" y="2441448"/>
              <a:ext cx="82296" cy="82296"/>
            </a:xfrm>
            <a:prstGeom prst="rect">
              <a:avLst/>
            </a:prstGeom>
            <a:solidFill>
              <a:srgbClr val="3E2C2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2" name="Patch 1,3 mosaic cell">
              <a:extLst>
                <a:ext uri="{FF2B5EF4-FFF2-40B4-BE49-F238E27FC236}">
                  <a16:creationId xmlns:a16="http://schemas.microsoft.com/office/drawing/2014/main" id="{6F3BD844-9082-F436-3521-B260C9C7DB72}"/>
                </a:ext>
              </a:extLst>
            </p:cNvPr>
            <p:cNvSpPr/>
            <p:nvPr/>
          </p:nvSpPr>
          <p:spPr>
            <a:xfrm>
              <a:off x="4233672" y="2441448"/>
              <a:ext cx="82296" cy="82296"/>
            </a:xfrm>
            <a:prstGeom prst="rect">
              <a:avLst/>
            </a:prstGeom>
            <a:solidFill>
              <a:srgbClr val="30201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3" name="Patch 1,3 mosaic cell">
              <a:extLst>
                <a:ext uri="{FF2B5EF4-FFF2-40B4-BE49-F238E27FC236}">
                  <a16:creationId xmlns:a16="http://schemas.microsoft.com/office/drawing/2014/main" id="{E4B33E1D-180C-AD4D-8D17-AFB9DEF13E14}"/>
                </a:ext>
              </a:extLst>
            </p:cNvPr>
            <p:cNvSpPr/>
            <p:nvPr/>
          </p:nvSpPr>
          <p:spPr>
            <a:xfrm>
              <a:off x="4311396" y="2441448"/>
              <a:ext cx="82296" cy="82296"/>
            </a:xfrm>
            <a:prstGeom prst="rect">
              <a:avLst/>
            </a:prstGeom>
            <a:solidFill>
              <a:srgbClr val="2819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4" name="Patch 1,3 mosaic cell">
              <a:extLst>
                <a:ext uri="{FF2B5EF4-FFF2-40B4-BE49-F238E27FC236}">
                  <a16:creationId xmlns:a16="http://schemas.microsoft.com/office/drawing/2014/main" id="{4D99F007-1D2D-F991-D3CB-6BF899249FDB}"/>
                </a:ext>
              </a:extLst>
            </p:cNvPr>
            <p:cNvSpPr/>
            <p:nvPr/>
          </p:nvSpPr>
          <p:spPr>
            <a:xfrm>
              <a:off x="4389120" y="2441448"/>
              <a:ext cx="82296" cy="82296"/>
            </a:xfrm>
            <a:prstGeom prst="rect">
              <a:avLst/>
            </a:prstGeom>
            <a:solidFill>
              <a:srgbClr val="261A1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5" name="Patch 1,3 mosaic cell">
              <a:extLst>
                <a:ext uri="{FF2B5EF4-FFF2-40B4-BE49-F238E27FC236}">
                  <a16:creationId xmlns:a16="http://schemas.microsoft.com/office/drawing/2014/main" id="{854EF214-D781-90AC-614E-8992493C8798}"/>
                </a:ext>
              </a:extLst>
            </p:cNvPr>
            <p:cNvSpPr/>
            <p:nvPr/>
          </p:nvSpPr>
          <p:spPr>
            <a:xfrm>
              <a:off x="4155948" y="2519172"/>
              <a:ext cx="82296" cy="82296"/>
            </a:xfrm>
            <a:prstGeom prst="rect">
              <a:avLst/>
            </a:prstGeom>
            <a:solidFill>
              <a:srgbClr val="80737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6" name="Patch 1,3 mosaic cell">
              <a:extLst>
                <a:ext uri="{FF2B5EF4-FFF2-40B4-BE49-F238E27FC236}">
                  <a16:creationId xmlns:a16="http://schemas.microsoft.com/office/drawing/2014/main" id="{C74E0C89-518B-BA1E-D6E0-DEBCCE4884BC}"/>
                </a:ext>
              </a:extLst>
            </p:cNvPr>
            <p:cNvSpPr/>
            <p:nvPr/>
          </p:nvSpPr>
          <p:spPr>
            <a:xfrm>
              <a:off x="4233672" y="2519172"/>
              <a:ext cx="82296" cy="82296"/>
            </a:xfrm>
            <a:prstGeom prst="rect">
              <a:avLst/>
            </a:prstGeom>
            <a:solidFill>
              <a:srgbClr val="73676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7" name="Patch 1,3 mosaic cell">
              <a:extLst>
                <a:ext uri="{FF2B5EF4-FFF2-40B4-BE49-F238E27FC236}">
                  <a16:creationId xmlns:a16="http://schemas.microsoft.com/office/drawing/2014/main" id="{35B751D3-D567-7032-FBFB-A0EAFE08062E}"/>
                </a:ext>
              </a:extLst>
            </p:cNvPr>
            <p:cNvSpPr/>
            <p:nvPr/>
          </p:nvSpPr>
          <p:spPr>
            <a:xfrm>
              <a:off x="4311396" y="2519172"/>
              <a:ext cx="82296" cy="82296"/>
            </a:xfrm>
            <a:prstGeom prst="rect">
              <a:avLst/>
            </a:prstGeom>
            <a:solidFill>
              <a:srgbClr val="5247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8" name="Patch 1,3 mosaic cell">
              <a:extLst>
                <a:ext uri="{FF2B5EF4-FFF2-40B4-BE49-F238E27FC236}">
                  <a16:creationId xmlns:a16="http://schemas.microsoft.com/office/drawing/2014/main" id="{B469657F-DE10-9917-7F7B-E5B55F3F2AFD}"/>
                </a:ext>
              </a:extLst>
            </p:cNvPr>
            <p:cNvSpPr/>
            <p:nvPr/>
          </p:nvSpPr>
          <p:spPr>
            <a:xfrm>
              <a:off x="4389120" y="2519172"/>
              <a:ext cx="82296" cy="82296"/>
            </a:xfrm>
            <a:prstGeom prst="rect">
              <a:avLst/>
            </a:prstGeom>
            <a:solidFill>
              <a:srgbClr val="382F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39" name="Patch 1,3 mosaic cell">
              <a:extLst>
                <a:ext uri="{FF2B5EF4-FFF2-40B4-BE49-F238E27FC236}">
                  <a16:creationId xmlns:a16="http://schemas.microsoft.com/office/drawing/2014/main" id="{7F413BF5-C076-6935-F741-6A101860D02E}"/>
                </a:ext>
              </a:extLst>
            </p:cNvPr>
            <p:cNvSpPr/>
            <p:nvPr/>
          </p:nvSpPr>
          <p:spPr>
            <a:xfrm>
              <a:off x="4155948" y="2596896"/>
              <a:ext cx="82296" cy="82296"/>
            </a:xfrm>
            <a:prstGeom prst="rect">
              <a:avLst/>
            </a:prstGeom>
            <a:solidFill>
              <a:srgbClr val="796A6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0" name="Patch 1,3 mosaic cell">
              <a:extLst>
                <a:ext uri="{FF2B5EF4-FFF2-40B4-BE49-F238E27FC236}">
                  <a16:creationId xmlns:a16="http://schemas.microsoft.com/office/drawing/2014/main" id="{894A7522-037A-F72C-AA7B-FDA11317EAC9}"/>
                </a:ext>
              </a:extLst>
            </p:cNvPr>
            <p:cNvSpPr/>
            <p:nvPr/>
          </p:nvSpPr>
          <p:spPr>
            <a:xfrm>
              <a:off x="4233672" y="2596896"/>
              <a:ext cx="82296" cy="82296"/>
            </a:xfrm>
            <a:prstGeom prst="rect">
              <a:avLst/>
            </a:prstGeom>
            <a:solidFill>
              <a:srgbClr val="94878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1" name="Patch 1,3 mosaic cell">
              <a:extLst>
                <a:ext uri="{FF2B5EF4-FFF2-40B4-BE49-F238E27FC236}">
                  <a16:creationId xmlns:a16="http://schemas.microsoft.com/office/drawing/2014/main" id="{71D07828-58BC-7DDC-463D-1AA177E83146}"/>
                </a:ext>
              </a:extLst>
            </p:cNvPr>
            <p:cNvSpPr/>
            <p:nvPr/>
          </p:nvSpPr>
          <p:spPr>
            <a:xfrm>
              <a:off x="4311396" y="2596896"/>
              <a:ext cx="82296" cy="82296"/>
            </a:xfrm>
            <a:prstGeom prst="rect">
              <a:avLst/>
            </a:prstGeom>
            <a:solidFill>
              <a:srgbClr val="9C939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2" name="Patch 1,3 mosaic cell">
              <a:extLst>
                <a:ext uri="{FF2B5EF4-FFF2-40B4-BE49-F238E27FC236}">
                  <a16:creationId xmlns:a16="http://schemas.microsoft.com/office/drawing/2014/main" id="{76144269-0270-4C89-426D-426F13FA9275}"/>
                </a:ext>
              </a:extLst>
            </p:cNvPr>
            <p:cNvSpPr/>
            <p:nvPr/>
          </p:nvSpPr>
          <p:spPr>
            <a:xfrm>
              <a:off x="4389120" y="2596896"/>
              <a:ext cx="82296" cy="82296"/>
            </a:xfrm>
            <a:prstGeom prst="rect">
              <a:avLst/>
            </a:prstGeom>
            <a:solidFill>
              <a:srgbClr val="807B7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3" name="Patch tile border">
              <a:extLst>
                <a:ext uri="{FF2B5EF4-FFF2-40B4-BE49-F238E27FC236}">
                  <a16:creationId xmlns:a16="http://schemas.microsoft.com/office/drawing/2014/main" id="{ECFA57D7-41F0-AFC6-F581-0225EDE3D29F}"/>
                </a:ext>
              </a:extLst>
            </p:cNvPr>
            <p:cNvSpPr/>
            <p:nvPr/>
          </p:nvSpPr>
          <p:spPr>
            <a:xfrm>
              <a:off x="4155948" y="2363724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4" name="Patch 2,0 mosaic cell">
              <a:extLst>
                <a:ext uri="{FF2B5EF4-FFF2-40B4-BE49-F238E27FC236}">
                  <a16:creationId xmlns:a16="http://schemas.microsoft.com/office/drawing/2014/main" id="{320850C1-4011-0B16-5E48-9C3C86B76FDC}"/>
                </a:ext>
              </a:extLst>
            </p:cNvPr>
            <p:cNvSpPr/>
            <p:nvPr/>
          </p:nvSpPr>
          <p:spPr>
            <a:xfrm>
              <a:off x="3072384" y="2724912"/>
              <a:ext cx="82296" cy="82296"/>
            </a:xfrm>
            <a:prstGeom prst="rect">
              <a:avLst/>
            </a:prstGeom>
            <a:solidFill>
              <a:srgbClr val="934F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5" name="Patch 2,0 mosaic cell">
              <a:extLst>
                <a:ext uri="{FF2B5EF4-FFF2-40B4-BE49-F238E27FC236}">
                  <a16:creationId xmlns:a16="http://schemas.microsoft.com/office/drawing/2014/main" id="{BD7D6D8F-5AB9-421A-4614-B9833C8A10D5}"/>
                </a:ext>
              </a:extLst>
            </p:cNvPr>
            <p:cNvSpPr/>
            <p:nvPr/>
          </p:nvSpPr>
          <p:spPr>
            <a:xfrm>
              <a:off x="3150108" y="2724912"/>
              <a:ext cx="82296" cy="82296"/>
            </a:xfrm>
            <a:prstGeom prst="rect">
              <a:avLst/>
            </a:prstGeom>
            <a:solidFill>
              <a:srgbClr val="A051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6" name="Patch 2,0 mosaic cell">
              <a:extLst>
                <a:ext uri="{FF2B5EF4-FFF2-40B4-BE49-F238E27FC236}">
                  <a16:creationId xmlns:a16="http://schemas.microsoft.com/office/drawing/2014/main" id="{DAE67C47-E0C6-D1F8-D411-395D007E0B45}"/>
                </a:ext>
              </a:extLst>
            </p:cNvPr>
            <p:cNvSpPr/>
            <p:nvPr/>
          </p:nvSpPr>
          <p:spPr>
            <a:xfrm>
              <a:off x="3227832" y="2724912"/>
              <a:ext cx="82296" cy="82296"/>
            </a:xfrm>
            <a:prstGeom prst="rect">
              <a:avLst/>
            </a:prstGeom>
            <a:solidFill>
              <a:srgbClr val="C8726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7" name="Patch 2,0 mosaic cell">
              <a:extLst>
                <a:ext uri="{FF2B5EF4-FFF2-40B4-BE49-F238E27FC236}">
                  <a16:creationId xmlns:a16="http://schemas.microsoft.com/office/drawing/2014/main" id="{4B765EFC-F6E4-5CD1-2FB4-B9530151620C}"/>
                </a:ext>
              </a:extLst>
            </p:cNvPr>
            <p:cNvSpPr/>
            <p:nvPr/>
          </p:nvSpPr>
          <p:spPr>
            <a:xfrm>
              <a:off x="3305556" y="2724912"/>
              <a:ext cx="82296" cy="82296"/>
            </a:xfrm>
            <a:prstGeom prst="rect">
              <a:avLst/>
            </a:prstGeom>
            <a:solidFill>
              <a:srgbClr val="E08A7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8" name="Patch 2,0 mosaic cell">
              <a:extLst>
                <a:ext uri="{FF2B5EF4-FFF2-40B4-BE49-F238E27FC236}">
                  <a16:creationId xmlns:a16="http://schemas.microsoft.com/office/drawing/2014/main" id="{02460E4F-A917-D75C-1E41-A3DE9DAFECD9}"/>
                </a:ext>
              </a:extLst>
            </p:cNvPr>
            <p:cNvSpPr/>
            <p:nvPr/>
          </p:nvSpPr>
          <p:spPr>
            <a:xfrm>
              <a:off x="3072384" y="2802636"/>
              <a:ext cx="82296" cy="82296"/>
            </a:xfrm>
            <a:prstGeom prst="rect">
              <a:avLst/>
            </a:prstGeom>
            <a:solidFill>
              <a:srgbClr val="CD9E9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49" name="Patch 2,0 mosaic cell">
              <a:extLst>
                <a:ext uri="{FF2B5EF4-FFF2-40B4-BE49-F238E27FC236}">
                  <a16:creationId xmlns:a16="http://schemas.microsoft.com/office/drawing/2014/main" id="{FFAFBAA4-05B5-AF48-2687-E816B1B0D16D}"/>
                </a:ext>
              </a:extLst>
            </p:cNvPr>
            <p:cNvSpPr/>
            <p:nvPr/>
          </p:nvSpPr>
          <p:spPr>
            <a:xfrm>
              <a:off x="3150108" y="2802636"/>
              <a:ext cx="82296" cy="82296"/>
            </a:xfrm>
            <a:prstGeom prst="rect">
              <a:avLst/>
            </a:prstGeom>
            <a:solidFill>
              <a:srgbClr val="BE6D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0" name="Patch 2,0 mosaic cell">
              <a:extLst>
                <a:ext uri="{FF2B5EF4-FFF2-40B4-BE49-F238E27FC236}">
                  <a16:creationId xmlns:a16="http://schemas.microsoft.com/office/drawing/2014/main" id="{58236936-5126-CB6B-A7CB-CC708BC36228}"/>
                </a:ext>
              </a:extLst>
            </p:cNvPr>
            <p:cNvSpPr/>
            <p:nvPr/>
          </p:nvSpPr>
          <p:spPr>
            <a:xfrm>
              <a:off x="3227832" y="2802636"/>
              <a:ext cx="82296" cy="82296"/>
            </a:xfrm>
            <a:prstGeom prst="rect">
              <a:avLst/>
            </a:prstGeom>
            <a:solidFill>
              <a:srgbClr val="DC826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1" name="Patch 2,0 mosaic cell">
              <a:extLst>
                <a:ext uri="{FF2B5EF4-FFF2-40B4-BE49-F238E27FC236}">
                  <a16:creationId xmlns:a16="http://schemas.microsoft.com/office/drawing/2014/main" id="{AE31F36C-D280-81C4-9BE4-925A62679FAB}"/>
                </a:ext>
              </a:extLst>
            </p:cNvPr>
            <p:cNvSpPr/>
            <p:nvPr/>
          </p:nvSpPr>
          <p:spPr>
            <a:xfrm>
              <a:off x="3305556" y="2802636"/>
              <a:ext cx="82296" cy="82296"/>
            </a:xfrm>
            <a:prstGeom prst="rect">
              <a:avLst/>
            </a:prstGeom>
            <a:solidFill>
              <a:srgbClr val="BD6B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2" name="Patch 2,0 mosaic cell">
              <a:extLst>
                <a:ext uri="{FF2B5EF4-FFF2-40B4-BE49-F238E27FC236}">
                  <a16:creationId xmlns:a16="http://schemas.microsoft.com/office/drawing/2014/main" id="{3AA6DC8F-9B3E-F8B6-A49F-25555A02AE30}"/>
                </a:ext>
              </a:extLst>
            </p:cNvPr>
            <p:cNvSpPr/>
            <p:nvPr/>
          </p:nvSpPr>
          <p:spPr>
            <a:xfrm>
              <a:off x="3072384" y="2880360"/>
              <a:ext cx="82296" cy="82296"/>
            </a:xfrm>
            <a:prstGeom prst="rect">
              <a:avLst/>
            </a:prstGeom>
            <a:solidFill>
              <a:srgbClr val="DDAEA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3" name="Patch 2,0 mosaic cell">
              <a:extLst>
                <a:ext uri="{FF2B5EF4-FFF2-40B4-BE49-F238E27FC236}">
                  <a16:creationId xmlns:a16="http://schemas.microsoft.com/office/drawing/2014/main" id="{AFCEAD37-EFB7-4119-4F29-110ADDE38E3C}"/>
                </a:ext>
              </a:extLst>
            </p:cNvPr>
            <p:cNvSpPr/>
            <p:nvPr/>
          </p:nvSpPr>
          <p:spPr>
            <a:xfrm>
              <a:off x="3150108" y="2880360"/>
              <a:ext cx="82296" cy="82296"/>
            </a:xfrm>
            <a:prstGeom prst="rect">
              <a:avLst/>
            </a:prstGeom>
            <a:solidFill>
              <a:srgbClr val="CE7B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4" name="Patch 2,0 mosaic cell">
              <a:extLst>
                <a:ext uri="{FF2B5EF4-FFF2-40B4-BE49-F238E27FC236}">
                  <a16:creationId xmlns:a16="http://schemas.microsoft.com/office/drawing/2014/main" id="{B2CAB6B9-2794-887A-68E6-CD7761111591}"/>
                </a:ext>
              </a:extLst>
            </p:cNvPr>
            <p:cNvSpPr/>
            <p:nvPr/>
          </p:nvSpPr>
          <p:spPr>
            <a:xfrm>
              <a:off x="3227832" y="2880360"/>
              <a:ext cx="82296" cy="82296"/>
            </a:xfrm>
            <a:prstGeom prst="rect">
              <a:avLst/>
            </a:prstGeom>
            <a:solidFill>
              <a:srgbClr val="DD8A7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5" name="Patch 2,0 mosaic cell">
              <a:extLst>
                <a:ext uri="{FF2B5EF4-FFF2-40B4-BE49-F238E27FC236}">
                  <a16:creationId xmlns:a16="http://schemas.microsoft.com/office/drawing/2014/main" id="{211E8DCA-EA77-9CEF-98DC-3E8369759E12}"/>
                </a:ext>
              </a:extLst>
            </p:cNvPr>
            <p:cNvSpPr/>
            <p:nvPr/>
          </p:nvSpPr>
          <p:spPr>
            <a:xfrm>
              <a:off x="3305556" y="2880360"/>
              <a:ext cx="82296" cy="82296"/>
            </a:xfrm>
            <a:prstGeom prst="rect">
              <a:avLst/>
            </a:prstGeom>
            <a:solidFill>
              <a:srgbClr val="B060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6" name="Patch 2,0 mosaic cell">
              <a:extLst>
                <a:ext uri="{FF2B5EF4-FFF2-40B4-BE49-F238E27FC236}">
                  <a16:creationId xmlns:a16="http://schemas.microsoft.com/office/drawing/2014/main" id="{6560B8FA-1D4A-5600-5064-EC1DAAB7DAE6}"/>
                </a:ext>
              </a:extLst>
            </p:cNvPr>
            <p:cNvSpPr/>
            <p:nvPr/>
          </p:nvSpPr>
          <p:spPr>
            <a:xfrm>
              <a:off x="3072384" y="2958084"/>
              <a:ext cx="82296" cy="82296"/>
            </a:xfrm>
            <a:prstGeom prst="rect">
              <a:avLst/>
            </a:prstGeom>
            <a:solidFill>
              <a:srgbClr val="C0756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7" name="Patch 2,0 mosaic cell">
              <a:extLst>
                <a:ext uri="{FF2B5EF4-FFF2-40B4-BE49-F238E27FC236}">
                  <a16:creationId xmlns:a16="http://schemas.microsoft.com/office/drawing/2014/main" id="{3BA91D72-CC47-7367-E8DE-EE268683A7AC}"/>
                </a:ext>
              </a:extLst>
            </p:cNvPr>
            <p:cNvSpPr/>
            <p:nvPr/>
          </p:nvSpPr>
          <p:spPr>
            <a:xfrm>
              <a:off x="3150108" y="2958084"/>
              <a:ext cx="82296" cy="82296"/>
            </a:xfrm>
            <a:prstGeom prst="rect">
              <a:avLst/>
            </a:prstGeom>
            <a:solidFill>
              <a:srgbClr val="C16C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8" name="Patch 2,0 mosaic cell">
              <a:extLst>
                <a:ext uri="{FF2B5EF4-FFF2-40B4-BE49-F238E27FC236}">
                  <a16:creationId xmlns:a16="http://schemas.microsoft.com/office/drawing/2014/main" id="{9B59C783-BB64-CCAC-75DB-59B7E3E39825}"/>
                </a:ext>
              </a:extLst>
            </p:cNvPr>
            <p:cNvSpPr/>
            <p:nvPr/>
          </p:nvSpPr>
          <p:spPr>
            <a:xfrm>
              <a:off x="3227832" y="2958084"/>
              <a:ext cx="82296" cy="82296"/>
            </a:xfrm>
            <a:prstGeom prst="rect">
              <a:avLst/>
            </a:prstGeom>
            <a:solidFill>
              <a:srgbClr val="D6857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59" name="Patch 2,0 mosaic cell">
              <a:extLst>
                <a:ext uri="{FF2B5EF4-FFF2-40B4-BE49-F238E27FC236}">
                  <a16:creationId xmlns:a16="http://schemas.microsoft.com/office/drawing/2014/main" id="{174CFA2F-D326-4A2F-82C6-42D0ECBA5024}"/>
                </a:ext>
              </a:extLst>
            </p:cNvPr>
            <p:cNvSpPr/>
            <p:nvPr/>
          </p:nvSpPr>
          <p:spPr>
            <a:xfrm>
              <a:off x="3305556" y="2958084"/>
              <a:ext cx="82296" cy="82296"/>
            </a:xfrm>
            <a:prstGeom prst="rect">
              <a:avLst/>
            </a:prstGeom>
            <a:solidFill>
              <a:srgbClr val="C36F6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0" name="Patch tile border">
              <a:extLst>
                <a:ext uri="{FF2B5EF4-FFF2-40B4-BE49-F238E27FC236}">
                  <a16:creationId xmlns:a16="http://schemas.microsoft.com/office/drawing/2014/main" id="{D54C7E86-94FA-752F-9E82-8A021A3DB2FA}"/>
                </a:ext>
              </a:extLst>
            </p:cNvPr>
            <p:cNvSpPr/>
            <p:nvPr/>
          </p:nvSpPr>
          <p:spPr>
            <a:xfrm>
              <a:off x="3072384" y="2724912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1" name="Patch 2,1 mosaic cell">
              <a:extLst>
                <a:ext uri="{FF2B5EF4-FFF2-40B4-BE49-F238E27FC236}">
                  <a16:creationId xmlns:a16="http://schemas.microsoft.com/office/drawing/2014/main" id="{1310E116-994D-3F3C-095E-677996AEA2BC}"/>
                </a:ext>
              </a:extLst>
            </p:cNvPr>
            <p:cNvSpPr/>
            <p:nvPr/>
          </p:nvSpPr>
          <p:spPr>
            <a:xfrm>
              <a:off x="3433572" y="2724912"/>
              <a:ext cx="82296" cy="82296"/>
            </a:xfrm>
            <a:prstGeom prst="rect">
              <a:avLst/>
            </a:prstGeom>
            <a:solidFill>
              <a:srgbClr val="5731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2" name="Patch 2,1 mosaic cell">
              <a:extLst>
                <a:ext uri="{FF2B5EF4-FFF2-40B4-BE49-F238E27FC236}">
                  <a16:creationId xmlns:a16="http://schemas.microsoft.com/office/drawing/2014/main" id="{F5738036-E158-01E0-06A6-60F22C13A9AE}"/>
                </a:ext>
              </a:extLst>
            </p:cNvPr>
            <p:cNvSpPr/>
            <p:nvPr/>
          </p:nvSpPr>
          <p:spPr>
            <a:xfrm>
              <a:off x="3511296" y="2724912"/>
              <a:ext cx="82296" cy="82296"/>
            </a:xfrm>
            <a:prstGeom prst="rect">
              <a:avLst/>
            </a:prstGeom>
            <a:solidFill>
              <a:srgbClr val="54362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3" name="Patch 2,1 mosaic cell">
              <a:extLst>
                <a:ext uri="{FF2B5EF4-FFF2-40B4-BE49-F238E27FC236}">
                  <a16:creationId xmlns:a16="http://schemas.microsoft.com/office/drawing/2014/main" id="{2A8DEFB0-7B95-1AEF-5DE8-4AF83D2920FE}"/>
                </a:ext>
              </a:extLst>
            </p:cNvPr>
            <p:cNvSpPr/>
            <p:nvPr/>
          </p:nvSpPr>
          <p:spPr>
            <a:xfrm>
              <a:off x="3589020" y="2724912"/>
              <a:ext cx="82296" cy="82296"/>
            </a:xfrm>
            <a:prstGeom prst="rect">
              <a:avLst/>
            </a:prstGeom>
            <a:solidFill>
              <a:srgbClr val="5E3C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4" name="Patch 2,1 mosaic cell">
              <a:extLst>
                <a:ext uri="{FF2B5EF4-FFF2-40B4-BE49-F238E27FC236}">
                  <a16:creationId xmlns:a16="http://schemas.microsoft.com/office/drawing/2014/main" id="{EB8C0CDD-2CF8-8BA6-AC16-32B662ADB195}"/>
                </a:ext>
              </a:extLst>
            </p:cNvPr>
            <p:cNvSpPr/>
            <p:nvPr/>
          </p:nvSpPr>
          <p:spPr>
            <a:xfrm>
              <a:off x="3666744" y="2724912"/>
              <a:ext cx="82296" cy="82296"/>
            </a:xfrm>
            <a:prstGeom prst="rect">
              <a:avLst/>
            </a:prstGeom>
            <a:solidFill>
              <a:srgbClr val="633E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5" name="Patch 2,1 mosaic cell">
              <a:extLst>
                <a:ext uri="{FF2B5EF4-FFF2-40B4-BE49-F238E27FC236}">
                  <a16:creationId xmlns:a16="http://schemas.microsoft.com/office/drawing/2014/main" id="{851985A0-DBE1-1569-E740-E56011A56722}"/>
                </a:ext>
              </a:extLst>
            </p:cNvPr>
            <p:cNvSpPr/>
            <p:nvPr/>
          </p:nvSpPr>
          <p:spPr>
            <a:xfrm>
              <a:off x="3433572" y="2802636"/>
              <a:ext cx="82296" cy="82296"/>
            </a:xfrm>
            <a:prstGeom prst="rect">
              <a:avLst/>
            </a:prstGeom>
            <a:solidFill>
              <a:srgbClr val="542F2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6" name="Patch 2,1 mosaic cell">
              <a:extLst>
                <a:ext uri="{FF2B5EF4-FFF2-40B4-BE49-F238E27FC236}">
                  <a16:creationId xmlns:a16="http://schemas.microsoft.com/office/drawing/2014/main" id="{32EA7BCB-A6DE-89DF-764E-C43E1B423D22}"/>
                </a:ext>
              </a:extLst>
            </p:cNvPr>
            <p:cNvSpPr/>
            <p:nvPr/>
          </p:nvSpPr>
          <p:spPr>
            <a:xfrm>
              <a:off x="3511296" y="2802636"/>
              <a:ext cx="82296" cy="82296"/>
            </a:xfrm>
            <a:prstGeom prst="rect">
              <a:avLst/>
            </a:prstGeom>
            <a:solidFill>
              <a:srgbClr val="603C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7" name="Patch 2,1 mosaic cell">
              <a:extLst>
                <a:ext uri="{FF2B5EF4-FFF2-40B4-BE49-F238E27FC236}">
                  <a16:creationId xmlns:a16="http://schemas.microsoft.com/office/drawing/2014/main" id="{94847B7A-5F7C-A2A3-E355-790C24854203}"/>
                </a:ext>
              </a:extLst>
            </p:cNvPr>
            <p:cNvSpPr/>
            <p:nvPr/>
          </p:nvSpPr>
          <p:spPr>
            <a:xfrm>
              <a:off x="3589020" y="2802636"/>
              <a:ext cx="82296" cy="82296"/>
            </a:xfrm>
            <a:prstGeom prst="rect">
              <a:avLst/>
            </a:prstGeom>
            <a:solidFill>
              <a:srgbClr val="70463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8" name="Patch 2,1 mosaic cell">
              <a:extLst>
                <a:ext uri="{FF2B5EF4-FFF2-40B4-BE49-F238E27FC236}">
                  <a16:creationId xmlns:a16="http://schemas.microsoft.com/office/drawing/2014/main" id="{E3AEE4A2-53BE-3007-D20E-ED8B02F069C0}"/>
                </a:ext>
              </a:extLst>
            </p:cNvPr>
            <p:cNvSpPr/>
            <p:nvPr/>
          </p:nvSpPr>
          <p:spPr>
            <a:xfrm>
              <a:off x="3666744" y="2802636"/>
              <a:ext cx="82296" cy="82296"/>
            </a:xfrm>
            <a:prstGeom prst="rect">
              <a:avLst/>
            </a:prstGeom>
            <a:solidFill>
              <a:srgbClr val="6C42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69" name="Patch 2,1 mosaic cell">
              <a:extLst>
                <a:ext uri="{FF2B5EF4-FFF2-40B4-BE49-F238E27FC236}">
                  <a16:creationId xmlns:a16="http://schemas.microsoft.com/office/drawing/2014/main" id="{9C8D8A02-293E-BFFB-2DEC-D38639536ACF}"/>
                </a:ext>
              </a:extLst>
            </p:cNvPr>
            <p:cNvSpPr/>
            <p:nvPr/>
          </p:nvSpPr>
          <p:spPr>
            <a:xfrm>
              <a:off x="3433572" y="2880360"/>
              <a:ext cx="82296" cy="82296"/>
            </a:xfrm>
            <a:prstGeom prst="rect">
              <a:avLst/>
            </a:prstGeom>
            <a:solidFill>
              <a:srgbClr val="793E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0" name="Patch 2,1 mosaic cell">
              <a:extLst>
                <a:ext uri="{FF2B5EF4-FFF2-40B4-BE49-F238E27FC236}">
                  <a16:creationId xmlns:a16="http://schemas.microsoft.com/office/drawing/2014/main" id="{21967DA1-B7C8-4D53-68DF-48BE825C720B}"/>
                </a:ext>
              </a:extLst>
            </p:cNvPr>
            <p:cNvSpPr/>
            <p:nvPr/>
          </p:nvSpPr>
          <p:spPr>
            <a:xfrm>
              <a:off x="3511296" y="2880360"/>
              <a:ext cx="82296" cy="82296"/>
            </a:xfrm>
            <a:prstGeom prst="rect">
              <a:avLst/>
            </a:prstGeom>
            <a:solidFill>
              <a:srgbClr val="58342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1" name="Patch 2,1 mosaic cell">
              <a:extLst>
                <a:ext uri="{FF2B5EF4-FFF2-40B4-BE49-F238E27FC236}">
                  <a16:creationId xmlns:a16="http://schemas.microsoft.com/office/drawing/2014/main" id="{2DA6EE18-3A93-8C52-410E-36B00D6572AC}"/>
                </a:ext>
              </a:extLst>
            </p:cNvPr>
            <p:cNvSpPr/>
            <p:nvPr/>
          </p:nvSpPr>
          <p:spPr>
            <a:xfrm>
              <a:off x="3589020" y="2880360"/>
              <a:ext cx="82296" cy="82296"/>
            </a:xfrm>
            <a:prstGeom prst="rect">
              <a:avLst/>
            </a:prstGeom>
            <a:solidFill>
              <a:srgbClr val="643D2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2" name="Patch 2,1 mosaic cell">
              <a:extLst>
                <a:ext uri="{FF2B5EF4-FFF2-40B4-BE49-F238E27FC236}">
                  <a16:creationId xmlns:a16="http://schemas.microsoft.com/office/drawing/2014/main" id="{499F98AE-FEF6-5939-BDB9-81ABA7EBD716}"/>
                </a:ext>
              </a:extLst>
            </p:cNvPr>
            <p:cNvSpPr/>
            <p:nvPr/>
          </p:nvSpPr>
          <p:spPr>
            <a:xfrm>
              <a:off x="3666744" y="2880360"/>
              <a:ext cx="82296" cy="82296"/>
            </a:xfrm>
            <a:prstGeom prst="rect">
              <a:avLst/>
            </a:prstGeom>
            <a:solidFill>
              <a:srgbClr val="71453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3" name="Patch 2,1 mosaic cell">
              <a:extLst>
                <a:ext uri="{FF2B5EF4-FFF2-40B4-BE49-F238E27FC236}">
                  <a16:creationId xmlns:a16="http://schemas.microsoft.com/office/drawing/2014/main" id="{762895B2-CA09-AF92-2BD8-56ED87BE8B9D}"/>
                </a:ext>
              </a:extLst>
            </p:cNvPr>
            <p:cNvSpPr/>
            <p:nvPr/>
          </p:nvSpPr>
          <p:spPr>
            <a:xfrm>
              <a:off x="3433572" y="2958084"/>
              <a:ext cx="82296" cy="82296"/>
            </a:xfrm>
            <a:prstGeom prst="rect">
              <a:avLst/>
            </a:prstGeom>
            <a:solidFill>
              <a:srgbClr val="8D3E3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4" name="Patch 2,1 mosaic cell">
              <a:extLst>
                <a:ext uri="{FF2B5EF4-FFF2-40B4-BE49-F238E27FC236}">
                  <a16:creationId xmlns:a16="http://schemas.microsoft.com/office/drawing/2014/main" id="{3DB4DE05-D48C-403E-A533-95E9589BB9F4}"/>
                </a:ext>
              </a:extLst>
            </p:cNvPr>
            <p:cNvSpPr/>
            <p:nvPr/>
          </p:nvSpPr>
          <p:spPr>
            <a:xfrm>
              <a:off x="3511296" y="2958084"/>
              <a:ext cx="82296" cy="82296"/>
            </a:xfrm>
            <a:prstGeom prst="rect">
              <a:avLst/>
            </a:prstGeom>
            <a:solidFill>
              <a:srgbClr val="4F2B2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5" name="Patch 2,1 mosaic cell">
              <a:extLst>
                <a:ext uri="{FF2B5EF4-FFF2-40B4-BE49-F238E27FC236}">
                  <a16:creationId xmlns:a16="http://schemas.microsoft.com/office/drawing/2014/main" id="{217E8896-2517-4566-EB58-E5FDACA55606}"/>
                </a:ext>
              </a:extLst>
            </p:cNvPr>
            <p:cNvSpPr/>
            <p:nvPr/>
          </p:nvSpPr>
          <p:spPr>
            <a:xfrm>
              <a:off x="3589020" y="2958084"/>
              <a:ext cx="82296" cy="82296"/>
            </a:xfrm>
            <a:prstGeom prst="rect">
              <a:avLst/>
            </a:prstGeom>
            <a:solidFill>
              <a:srgbClr val="57302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6" name="Patch 2,1 mosaic cell">
              <a:extLst>
                <a:ext uri="{FF2B5EF4-FFF2-40B4-BE49-F238E27FC236}">
                  <a16:creationId xmlns:a16="http://schemas.microsoft.com/office/drawing/2014/main" id="{164EA503-B8DC-8D39-89DE-9ACE4AC8D370}"/>
                </a:ext>
              </a:extLst>
            </p:cNvPr>
            <p:cNvSpPr/>
            <p:nvPr/>
          </p:nvSpPr>
          <p:spPr>
            <a:xfrm>
              <a:off x="3666744" y="2958084"/>
              <a:ext cx="82296" cy="82296"/>
            </a:xfrm>
            <a:prstGeom prst="rect">
              <a:avLst/>
            </a:prstGeom>
            <a:solidFill>
              <a:srgbClr val="6130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7" name="Patch tile border">
              <a:extLst>
                <a:ext uri="{FF2B5EF4-FFF2-40B4-BE49-F238E27FC236}">
                  <a16:creationId xmlns:a16="http://schemas.microsoft.com/office/drawing/2014/main" id="{484474C1-2A8D-16E2-F65B-4E218EC8FE09}"/>
                </a:ext>
              </a:extLst>
            </p:cNvPr>
            <p:cNvSpPr/>
            <p:nvPr/>
          </p:nvSpPr>
          <p:spPr>
            <a:xfrm>
              <a:off x="3433572" y="2724912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8" name="Patch 2,2 mosaic cell">
              <a:extLst>
                <a:ext uri="{FF2B5EF4-FFF2-40B4-BE49-F238E27FC236}">
                  <a16:creationId xmlns:a16="http://schemas.microsoft.com/office/drawing/2014/main" id="{5F4CDA61-6D29-C95E-38AF-5469552A54A9}"/>
                </a:ext>
              </a:extLst>
            </p:cNvPr>
            <p:cNvSpPr/>
            <p:nvPr/>
          </p:nvSpPr>
          <p:spPr>
            <a:xfrm>
              <a:off x="3794760" y="2724912"/>
              <a:ext cx="82296" cy="82296"/>
            </a:xfrm>
            <a:prstGeom prst="rect">
              <a:avLst/>
            </a:prstGeom>
            <a:solidFill>
              <a:srgbClr val="6A3D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79" name="Patch 2,2 mosaic cell">
              <a:extLst>
                <a:ext uri="{FF2B5EF4-FFF2-40B4-BE49-F238E27FC236}">
                  <a16:creationId xmlns:a16="http://schemas.microsoft.com/office/drawing/2014/main" id="{BB766DED-8458-AE13-34E9-C98C5907371D}"/>
                </a:ext>
              </a:extLst>
            </p:cNvPr>
            <p:cNvSpPr/>
            <p:nvPr/>
          </p:nvSpPr>
          <p:spPr>
            <a:xfrm>
              <a:off x="3872484" y="2724912"/>
              <a:ext cx="82296" cy="82296"/>
            </a:xfrm>
            <a:prstGeom prst="rect">
              <a:avLst/>
            </a:prstGeom>
            <a:solidFill>
              <a:srgbClr val="653E3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0" name="Patch 2,2 mosaic cell">
              <a:extLst>
                <a:ext uri="{FF2B5EF4-FFF2-40B4-BE49-F238E27FC236}">
                  <a16:creationId xmlns:a16="http://schemas.microsoft.com/office/drawing/2014/main" id="{D989AC0D-7724-72CD-45F4-E6322A573FBF}"/>
                </a:ext>
              </a:extLst>
            </p:cNvPr>
            <p:cNvSpPr/>
            <p:nvPr/>
          </p:nvSpPr>
          <p:spPr>
            <a:xfrm>
              <a:off x="3950208" y="2724912"/>
              <a:ext cx="82296" cy="82296"/>
            </a:xfrm>
            <a:prstGeom prst="rect">
              <a:avLst/>
            </a:prstGeom>
            <a:solidFill>
              <a:srgbClr val="5F3A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1" name="Patch 2,2 mosaic cell">
              <a:extLst>
                <a:ext uri="{FF2B5EF4-FFF2-40B4-BE49-F238E27FC236}">
                  <a16:creationId xmlns:a16="http://schemas.microsoft.com/office/drawing/2014/main" id="{C5F44583-B1A8-2F27-F47A-0D8D3165FD90}"/>
                </a:ext>
              </a:extLst>
            </p:cNvPr>
            <p:cNvSpPr/>
            <p:nvPr/>
          </p:nvSpPr>
          <p:spPr>
            <a:xfrm>
              <a:off x="4027932" y="2724912"/>
              <a:ext cx="82296" cy="82296"/>
            </a:xfrm>
            <a:prstGeom prst="rect">
              <a:avLst/>
            </a:prstGeom>
            <a:solidFill>
              <a:srgbClr val="5931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2" name="Patch 2,2 mosaic cell">
              <a:extLst>
                <a:ext uri="{FF2B5EF4-FFF2-40B4-BE49-F238E27FC236}">
                  <a16:creationId xmlns:a16="http://schemas.microsoft.com/office/drawing/2014/main" id="{CECFDE4C-0980-F7D5-FE1D-49A7A31C9607}"/>
                </a:ext>
              </a:extLst>
            </p:cNvPr>
            <p:cNvSpPr/>
            <p:nvPr/>
          </p:nvSpPr>
          <p:spPr>
            <a:xfrm>
              <a:off x="3794760" y="2802636"/>
              <a:ext cx="82296" cy="82296"/>
            </a:xfrm>
            <a:prstGeom prst="rect">
              <a:avLst/>
            </a:prstGeom>
            <a:solidFill>
              <a:srgbClr val="6D423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3" name="Patch 2,2 mosaic cell">
              <a:extLst>
                <a:ext uri="{FF2B5EF4-FFF2-40B4-BE49-F238E27FC236}">
                  <a16:creationId xmlns:a16="http://schemas.microsoft.com/office/drawing/2014/main" id="{70DFDB9E-1E52-53A1-6F95-F8062E16CC7B}"/>
                </a:ext>
              </a:extLst>
            </p:cNvPr>
            <p:cNvSpPr/>
            <p:nvPr/>
          </p:nvSpPr>
          <p:spPr>
            <a:xfrm>
              <a:off x="3872484" y="2802636"/>
              <a:ext cx="82296" cy="82296"/>
            </a:xfrm>
            <a:prstGeom prst="rect">
              <a:avLst/>
            </a:prstGeom>
            <a:solidFill>
              <a:srgbClr val="6E43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4" name="Patch 2,2 mosaic cell">
              <a:extLst>
                <a:ext uri="{FF2B5EF4-FFF2-40B4-BE49-F238E27FC236}">
                  <a16:creationId xmlns:a16="http://schemas.microsoft.com/office/drawing/2014/main" id="{C2AD2C1A-7ABA-1154-224B-6027C55D5599}"/>
                </a:ext>
              </a:extLst>
            </p:cNvPr>
            <p:cNvSpPr/>
            <p:nvPr/>
          </p:nvSpPr>
          <p:spPr>
            <a:xfrm>
              <a:off x="3950208" y="2802636"/>
              <a:ext cx="82296" cy="82296"/>
            </a:xfrm>
            <a:prstGeom prst="rect">
              <a:avLst/>
            </a:prstGeom>
            <a:solidFill>
              <a:srgbClr val="6A3A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5" name="Patch 2,2 mosaic cell">
              <a:extLst>
                <a:ext uri="{FF2B5EF4-FFF2-40B4-BE49-F238E27FC236}">
                  <a16:creationId xmlns:a16="http://schemas.microsoft.com/office/drawing/2014/main" id="{213D4E7D-E734-1734-ACF3-B4ED0EEE290E}"/>
                </a:ext>
              </a:extLst>
            </p:cNvPr>
            <p:cNvSpPr/>
            <p:nvPr/>
          </p:nvSpPr>
          <p:spPr>
            <a:xfrm>
              <a:off x="4027932" y="2802636"/>
              <a:ext cx="82296" cy="82296"/>
            </a:xfrm>
            <a:prstGeom prst="rect">
              <a:avLst/>
            </a:prstGeom>
            <a:solidFill>
              <a:srgbClr val="5D2D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6" name="Patch 2,2 mosaic cell">
              <a:extLst>
                <a:ext uri="{FF2B5EF4-FFF2-40B4-BE49-F238E27FC236}">
                  <a16:creationId xmlns:a16="http://schemas.microsoft.com/office/drawing/2014/main" id="{FC74304C-32E6-F97F-2C98-17B7CB959F19}"/>
                </a:ext>
              </a:extLst>
            </p:cNvPr>
            <p:cNvSpPr/>
            <p:nvPr/>
          </p:nvSpPr>
          <p:spPr>
            <a:xfrm>
              <a:off x="3794760" y="2880360"/>
              <a:ext cx="82296" cy="82296"/>
            </a:xfrm>
            <a:prstGeom prst="rect">
              <a:avLst/>
            </a:prstGeom>
            <a:solidFill>
              <a:srgbClr val="7442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7" name="Patch 2,2 mosaic cell">
              <a:extLst>
                <a:ext uri="{FF2B5EF4-FFF2-40B4-BE49-F238E27FC236}">
                  <a16:creationId xmlns:a16="http://schemas.microsoft.com/office/drawing/2014/main" id="{4AE727BE-8374-EC95-6447-91A159F9E986}"/>
                </a:ext>
              </a:extLst>
            </p:cNvPr>
            <p:cNvSpPr/>
            <p:nvPr/>
          </p:nvSpPr>
          <p:spPr>
            <a:xfrm>
              <a:off x="3872484" y="2880360"/>
              <a:ext cx="82296" cy="82296"/>
            </a:xfrm>
            <a:prstGeom prst="rect">
              <a:avLst/>
            </a:prstGeom>
            <a:solidFill>
              <a:srgbClr val="743C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8" name="Patch 2,2 mosaic cell">
              <a:extLst>
                <a:ext uri="{FF2B5EF4-FFF2-40B4-BE49-F238E27FC236}">
                  <a16:creationId xmlns:a16="http://schemas.microsoft.com/office/drawing/2014/main" id="{2D4D763F-82CD-8F53-9AD3-AAB2134521D7}"/>
                </a:ext>
              </a:extLst>
            </p:cNvPr>
            <p:cNvSpPr/>
            <p:nvPr/>
          </p:nvSpPr>
          <p:spPr>
            <a:xfrm>
              <a:off x="3950208" y="2880360"/>
              <a:ext cx="82296" cy="82296"/>
            </a:xfrm>
            <a:prstGeom prst="rect">
              <a:avLst/>
            </a:prstGeom>
            <a:solidFill>
              <a:srgbClr val="8540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9" name="Patch 2,2 mosaic cell">
              <a:extLst>
                <a:ext uri="{FF2B5EF4-FFF2-40B4-BE49-F238E27FC236}">
                  <a16:creationId xmlns:a16="http://schemas.microsoft.com/office/drawing/2014/main" id="{9E9719C2-A442-ABA2-EDBC-21E0332E4AAC}"/>
                </a:ext>
              </a:extLst>
            </p:cNvPr>
            <p:cNvSpPr/>
            <p:nvPr/>
          </p:nvSpPr>
          <p:spPr>
            <a:xfrm>
              <a:off x="4027932" y="2880360"/>
              <a:ext cx="82296" cy="82296"/>
            </a:xfrm>
            <a:prstGeom prst="rect">
              <a:avLst/>
            </a:prstGeom>
            <a:solidFill>
              <a:srgbClr val="85414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0" name="Patch 2,2 mosaic cell">
              <a:extLst>
                <a:ext uri="{FF2B5EF4-FFF2-40B4-BE49-F238E27FC236}">
                  <a16:creationId xmlns:a16="http://schemas.microsoft.com/office/drawing/2014/main" id="{37A83BFA-3FFD-71E7-5CD6-DE893B3E5E5D}"/>
                </a:ext>
              </a:extLst>
            </p:cNvPr>
            <p:cNvSpPr/>
            <p:nvPr/>
          </p:nvSpPr>
          <p:spPr>
            <a:xfrm>
              <a:off x="3794760" y="2958084"/>
              <a:ext cx="82296" cy="82296"/>
            </a:xfrm>
            <a:prstGeom prst="rect">
              <a:avLst/>
            </a:prstGeom>
            <a:solidFill>
              <a:srgbClr val="7D39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1" name="Patch 2,2 mosaic cell">
              <a:extLst>
                <a:ext uri="{FF2B5EF4-FFF2-40B4-BE49-F238E27FC236}">
                  <a16:creationId xmlns:a16="http://schemas.microsoft.com/office/drawing/2014/main" id="{697404BF-6232-3D51-2889-408539171D15}"/>
                </a:ext>
              </a:extLst>
            </p:cNvPr>
            <p:cNvSpPr/>
            <p:nvPr/>
          </p:nvSpPr>
          <p:spPr>
            <a:xfrm>
              <a:off x="3872484" y="2958084"/>
              <a:ext cx="82296" cy="82296"/>
            </a:xfrm>
            <a:prstGeom prst="rect">
              <a:avLst/>
            </a:prstGeom>
            <a:solidFill>
              <a:srgbClr val="9040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2" name="Patch 2,2 mosaic cell">
              <a:extLst>
                <a:ext uri="{FF2B5EF4-FFF2-40B4-BE49-F238E27FC236}">
                  <a16:creationId xmlns:a16="http://schemas.microsoft.com/office/drawing/2014/main" id="{8DE22728-EC89-A53E-20C7-896D6F92B5CC}"/>
                </a:ext>
              </a:extLst>
            </p:cNvPr>
            <p:cNvSpPr/>
            <p:nvPr/>
          </p:nvSpPr>
          <p:spPr>
            <a:xfrm>
              <a:off x="3950208" y="2958084"/>
              <a:ext cx="82296" cy="82296"/>
            </a:xfrm>
            <a:prstGeom prst="rect">
              <a:avLst/>
            </a:prstGeom>
            <a:solidFill>
              <a:srgbClr val="9746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3" name="Patch 2,2 mosaic cell">
              <a:extLst>
                <a:ext uri="{FF2B5EF4-FFF2-40B4-BE49-F238E27FC236}">
                  <a16:creationId xmlns:a16="http://schemas.microsoft.com/office/drawing/2014/main" id="{AAB5FBE5-9D46-56D9-E2EC-7C7393079A87}"/>
                </a:ext>
              </a:extLst>
            </p:cNvPr>
            <p:cNvSpPr/>
            <p:nvPr/>
          </p:nvSpPr>
          <p:spPr>
            <a:xfrm>
              <a:off x="4027932" y="2958084"/>
              <a:ext cx="82296" cy="82296"/>
            </a:xfrm>
            <a:prstGeom prst="rect">
              <a:avLst/>
            </a:prstGeom>
            <a:solidFill>
              <a:srgbClr val="974B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4" name="Patch tile border">
              <a:extLst>
                <a:ext uri="{FF2B5EF4-FFF2-40B4-BE49-F238E27FC236}">
                  <a16:creationId xmlns:a16="http://schemas.microsoft.com/office/drawing/2014/main" id="{EC3695CF-9531-8D13-CB56-726D4A194C2F}"/>
                </a:ext>
              </a:extLst>
            </p:cNvPr>
            <p:cNvSpPr/>
            <p:nvPr/>
          </p:nvSpPr>
          <p:spPr>
            <a:xfrm>
              <a:off x="3794760" y="2724912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5" name="Patch 2,3 mosaic cell">
              <a:extLst>
                <a:ext uri="{FF2B5EF4-FFF2-40B4-BE49-F238E27FC236}">
                  <a16:creationId xmlns:a16="http://schemas.microsoft.com/office/drawing/2014/main" id="{AD6A9945-91FF-91C1-E9D5-3969BBC16E57}"/>
                </a:ext>
              </a:extLst>
            </p:cNvPr>
            <p:cNvSpPr/>
            <p:nvPr/>
          </p:nvSpPr>
          <p:spPr>
            <a:xfrm>
              <a:off x="4155948" y="2724912"/>
              <a:ext cx="82296" cy="82296"/>
            </a:xfrm>
            <a:prstGeom prst="rect">
              <a:avLst/>
            </a:prstGeom>
            <a:solidFill>
              <a:srgbClr val="8949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6" name="Patch 2,3 mosaic cell">
              <a:extLst>
                <a:ext uri="{FF2B5EF4-FFF2-40B4-BE49-F238E27FC236}">
                  <a16:creationId xmlns:a16="http://schemas.microsoft.com/office/drawing/2014/main" id="{26A3CA20-3DC1-C9D9-9E94-B35BC5600088}"/>
                </a:ext>
              </a:extLst>
            </p:cNvPr>
            <p:cNvSpPr/>
            <p:nvPr/>
          </p:nvSpPr>
          <p:spPr>
            <a:xfrm>
              <a:off x="4233672" y="2724912"/>
              <a:ext cx="82296" cy="82296"/>
            </a:xfrm>
            <a:prstGeom prst="rect">
              <a:avLst/>
            </a:prstGeom>
            <a:solidFill>
              <a:srgbClr val="86636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7" name="Patch 2,3 mosaic cell">
              <a:extLst>
                <a:ext uri="{FF2B5EF4-FFF2-40B4-BE49-F238E27FC236}">
                  <a16:creationId xmlns:a16="http://schemas.microsoft.com/office/drawing/2014/main" id="{3C5AC846-3E0C-E907-3FB9-BE44D0D6AADB}"/>
                </a:ext>
              </a:extLst>
            </p:cNvPr>
            <p:cNvSpPr/>
            <p:nvPr/>
          </p:nvSpPr>
          <p:spPr>
            <a:xfrm>
              <a:off x="4311396" y="2724912"/>
              <a:ext cx="82296" cy="82296"/>
            </a:xfrm>
            <a:prstGeom prst="rect">
              <a:avLst/>
            </a:prstGeom>
            <a:solidFill>
              <a:srgbClr val="887D7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8" name="Patch 2,3 mosaic cell">
              <a:extLst>
                <a:ext uri="{FF2B5EF4-FFF2-40B4-BE49-F238E27FC236}">
                  <a16:creationId xmlns:a16="http://schemas.microsoft.com/office/drawing/2014/main" id="{A675F6EE-E795-E708-BC45-A436215AC378}"/>
                </a:ext>
              </a:extLst>
            </p:cNvPr>
            <p:cNvSpPr/>
            <p:nvPr/>
          </p:nvSpPr>
          <p:spPr>
            <a:xfrm>
              <a:off x="4389120" y="2724912"/>
              <a:ext cx="82296" cy="82296"/>
            </a:xfrm>
            <a:prstGeom prst="rect">
              <a:avLst/>
            </a:prstGeom>
            <a:solidFill>
              <a:srgbClr val="928E9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99" name="Patch 2,3 mosaic cell">
              <a:extLst>
                <a:ext uri="{FF2B5EF4-FFF2-40B4-BE49-F238E27FC236}">
                  <a16:creationId xmlns:a16="http://schemas.microsoft.com/office/drawing/2014/main" id="{DF14EBDE-A9B4-0151-0C95-DDDFE9E07F93}"/>
                </a:ext>
              </a:extLst>
            </p:cNvPr>
            <p:cNvSpPr/>
            <p:nvPr/>
          </p:nvSpPr>
          <p:spPr>
            <a:xfrm>
              <a:off x="4155948" y="2802636"/>
              <a:ext cx="82296" cy="82296"/>
            </a:xfrm>
            <a:prstGeom prst="rect">
              <a:avLst/>
            </a:prstGeom>
            <a:solidFill>
              <a:srgbClr val="BC68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0" name="Patch 2,3 mosaic cell">
              <a:extLst>
                <a:ext uri="{FF2B5EF4-FFF2-40B4-BE49-F238E27FC236}">
                  <a16:creationId xmlns:a16="http://schemas.microsoft.com/office/drawing/2014/main" id="{1C4BC67F-70F5-51F0-BC00-12E013902ECE}"/>
                </a:ext>
              </a:extLst>
            </p:cNvPr>
            <p:cNvSpPr/>
            <p:nvPr/>
          </p:nvSpPr>
          <p:spPr>
            <a:xfrm>
              <a:off x="4233672" y="2802636"/>
              <a:ext cx="82296" cy="82296"/>
            </a:xfrm>
            <a:prstGeom prst="rect">
              <a:avLst/>
            </a:prstGeom>
            <a:solidFill>
              <a:srgbClr val="AA625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1" name="Patch 2,3 mosaic cell">
              <a:extLst>
                <a:ext uri="{FF2B5EF4-FFF2-40B4-BE49-F238E27FC236}">
                  <a16:creationId xmlns:a16="http://schemas.microsoft.com/office/drawing/2014/main" id="{3FF20235-4FEE-F5E3-C461-1D86B247CAE5}"/>
                </a:ext>
              </a:extLst>
            </p:cNvPr>
            <p:cNvSpPr/>
            <p:nvPr/>
          </p:nvSpPr>
          <p:spPr>
            <a:xfrm>
              <a:off x="4311396" y="2802636"/>
              <a:ext cx="82296" cy="82296"/>
            </a:xfrm>
            <a:prstGeom prst="rect">
              <a:avLst/>
            </a:prstGeom>
            <a:solidFill>
              <a:srgbClr val="7955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2" name="Patch 2,3 mosaic cell">
              <a:extLst>
                <a:ext uri="{FF2B5EF4-FFF2-40B4-BE49-F238E27FC236}">
                  <a16:creationId xmlns:a16="http://schemas.microsoft.com/office/drawing/2014/main" id="{C91D7FA1-443E-27B4-A924-879D1CA4C4FF}"/>
                </a:ext>
              </a:extLst>
            </p:cNvPr>
            <p:cNvSpPr/>
            <p:nvPr/>
          </p:nvSpPr>
          <p:spPr>
            <a:xfrm>
              <a:off x="4389120" y="2802636"/>
              <a:ext cx="82296" cy="82296"/>
            </a:xfrm>
            <a:prstGeom prst="rect">
              <a:avLst/>
            </a:prstGeom>
            <a:solidFill>
              <a:srgbClr val="675B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3" name="Patch 2,3 mosaic cell">
              <a:extLst>
                <a:ext uri="{FF2B5EF4-FFF2-40B4-BE49-F238E27FC236}">
                  <a16:creationId xmlns:a16="http://schemas.microsoft.com/office/drawing/2014/main" id="{A95F01AF-AFEB-4896-074F-FAA5DF3A6FC0}"/>
                </a:ext>
              </a:extLst>
            </p:cNvPr>
            <p:cNvSpPr/>
            <p:nvPr/>
          </p:nvSpPr>
          <p:spPr>
            <a:xfrm>
              <a:off x="4155948" y="2880360"/>
              <a:ext cx="82296" cy="82296"/>
            </a:xfrm>
            <a:prstGeom prst="rect">
              <a:avLst/>
            </a:prstGeom>
            <a:solidFill>
              <a:srgbClr val="CF716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4" name="Patch 2,3 mosaic cell">
              <a:extLst>
                <a:ext uri="{FF2B5EF4-FFF2-40B4-BE49-F238E27FC236}">
                  <a16:creationId xmlns:a16="http://schemas.microsoft.com/office/drawing/2014/main" id="{472E048C-9223-ECCD-A8E4-D080E4721957}"/>
                </a:ext>
              </a:extLst>
            </p:cNvPr>
            <p:cNvSpPr/>
            <p:nvPr/>
          </p:nvSpPr>
          <p:spPr>
            <a:xfrm>
              <a:off x="4233672" y="2880360"/>
              <a:ext cx="82296" cy="82296"/>
            </a:xfrm>
            <a:prstGeom prst="rect">
              <a:avLst/>
            </a:prstGeom>
            <a:solidFill>
              <a:srgbClr val="C0676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5" name="Patch 2,3 mosaic cell">
              <a:extLst>
                <a:ext uri="{FF2B5EF4-FFF2-40B4-BE49-F238E27FC236}">
                  <a16:creationId xmlns:a16="http://schemas.microsoft.com/office/drawing/2014/main" id="{33FEFE58-8E6E-28DE-D9CD-F70F43A531FC}"/>
                </a:ext>
              </a:extLst>
            </p:cNvPr>
            <p:cNvSpPr/>
            <p:nvPr/>
          </p:nvSpPr>
          <p:spPr>
            <a:xfrm>
              <a:off x="4311396" y="2880360"/>
              <a:ext cx="82296" cy="82296"/>
            </a:xfrm>
            <a:prstGeom prst="rect">
              <a:avLst/>
            </a:prstGeom>
            <a:solidFill>
              <a:srgbClr val="995A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6" name="Patch 2,3 mosaic cell">
              <a:extLst>
                <a:ext uri="{FF2B5EF4-FFF2-40B4-BE49-F238E27FC236}">
                  <a16:creationId xmlns:a16="http://schemas.microsoft.com/office/drawing/2014/main" id="{08E44668-85A1-8AC7-3CF8-19BF91563BC4}"/>
                </a:ext>
              </a:extLst>
            </p:cNvPr>
            <p:cNvSpPr/>
            <p:nvPr/>
          </p:nvSpPr>
          <p:spPr>
            <a:xfrm>
              <a:off x="4389120" y="2880360"/>
              <a:ext cx="82296" cy="82296"/>
            </a:xfrm>
            <a:prstGeom prst="rect">
              <a:avLst/>
            </a:prstGeom>
            <a:solidFill>
              <a:srgbClr val="774C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7" name="Patch 2,3 mosaic cell">
              <a:extLst>
                <a:ext uri="{FF2B5EF4-FFF2-40B4-BE49-F238E27FC236}">
                  <a16:creationId xmlns:a16="http://schemas.microsoft.com/office/drawing/2014/main" id="{19888EC6-81D1-E77F-5C10-EE520F94516E}"/>
                </a:ext>
              </a:extLst>
            </p:cNvPr>
            <p:cNvSpPr/>
            <p:nvPr/>
          </p:nvSpPr>
          <p:spPr>
            <a:xfrm>
              <a:off x="4155948" y="2958084"/>
              <a:ext cx="82296" cy="82296"/>
            </a:xfrm>
            <a:prstGeom prst="rect">
              <a:avLst/>
            </a:prstGeom>
            <a:solidFill>
              <a:srgbClr val="D3736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8" name="Patch 2,3 mosaic cell">
              <a:extLst>
                <a:ext uri="{FF2B5EF4-FFF2-40B4-BE49-F238E27FC236}">
                  <a16:creationId xmlns:a16="http://schemas.microsoft.com/office/drawing/2014/main" id="{4AF11E00-5253-A44C-0478-6C76901E19CF}"/>
                </a:ext>
              </a:extLst>
            </p:cNvPr>
            <p:cNvSpPr/>
            <p:nvPr/>
          </p:nvSpPr>
          <p:spPr>
            <a:xfrm>
              <a:off x="4233672" y="2958084"/>
              <a:ext cx="82296" cy="82296"/>
            </a:xfrm>
            <a:prstGeom prst="rect">
              <a:avLst/>
            </a:prstGeom>
            <a:solidFill>
              <a:srgbClr val="C76C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09" name="Patch 2,3 mosaic cell">
              <a:extLst>
                <a:ext uri="{FF2B5EF4-FFF2-40B4-BE49-F238E27FC236}">
                  <a16:creationId xmlns:a16="http://schemas.microsoft.com/office/drawing/2014/main" id="{ECF3E376-FACE-3132-07C6-AB320C31817A}"/>
                </a:ext>
              </a:extLst>
            </p:cNvPr>
            <p:cNvSpPr/>
            <p:nvPr/>
          </p:nvSpPr>
          <p:spPr>
            <a:xfrm>
              <a:off x="4311396" y="2958084"/>
              <a:ext cx="82296" cy="82296"/>
            </a:xfrm>
            <a:prstGeom prst="rect">
              <a:avLst/>
            </a:prstGeom>
            <a:solidFill>
              <a:srgbClr val="AC67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0" name="Patch 2,3 mosaic cell">
              <a:extLst>
                <a:ext uri="{FF2B5EF4-FFF2-40B4-BE49-F238E27FC236}">
                  <a16:creationId xmlns:a16="http://schemas.microsoft.com/office/drawing/2014/main" id="{B3F5B257-2953-EDDE-7149-08C0E430C803}"/>
                </a:ext>
              </a:extLst>
            </p:cNvPr>
            <p:cNvSpPr/>
            <p:nvPr/>
          </p:nvSpPr>
          <p:spPr>
            <a:xfrm>
              <a:off x="4389120" y="2958084"/>
              <a:ext cx="82296" cy="82296"/>
            </a:xfrm>
            <a:prstGeom prst="rect">
              <a:avLst/>
            </a:prstGeom>
            <a:solidFill>
              <a:srgbClr val="82443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1" name="Patch tile border">
              <a:extLst>
                <a:ext uri="{FF2B5EF4-FFF2-40B4-BE49-F238E27FC236}">
                  <a16:creationId xmlns:a16="http://schemas.microsoft.com/office/drawing/2014/main" id="{33972180-820D-C5EC-1082-114B5A5D620A}"/>
                </a:ext>
              </a:extLst>
            </p:cNvPr>
            <p:cNvSpPr/>
            <p:nvPr/>
          </p:nvSpPr>
          <p:spPr>
            <a:xfrm>
              <a:off x="4155948" y="2724912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2" name="Patch 3,0 mosaic cell">
              <a:extLst>
                <a:ext uri="{FF2B5EF4-FFF2-40B4-BE49-F238E27FC236}">
                  <a16:creationId xmlns:a16="http://schemas.microsoft.com/office/drawing/2014/main" id="{54EE3696-AA9D-D487-93EC-3853CCCABC81}"/>
                </a:ext>
              </a:extLst>
            </p:cNvPr>
            <p:cNvSpPr/>
            <p:nvPr/>
          </p:nvSpPr>
          <p:spPr>
            <a:xfrm>
              <a:off x="3072384" y="3086100"/>
              <a:ext cx="82296" cy="82296"/>
            </a:xfrm>
            <a:prstGeom prst="rect">
              <a:avLst/>
            </a:prstGeom>
            <a:solidFill>
              <a:srgbClr val="C27B7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3" name="Patch 3,0 mosaic cell">
              <a:extLst>
                <a:ext uri="{FF2B5EF4-FFF2-40B4-BE49-F238E27FC236}">
                  <a16:creationId xmlns:a16="http://schemas.microsoft.com/office/drawing/2014/main" id="{7E41A843-0553-F30E-68B3-9256118B32BD}"/>
                </a:ext>
              </a:extLst>
            </p:cNvPr>
            <p:cNvSpPr/>
            <p:nvPr/>
          </p:nvSpPr>
          <p:spPr>
            <a:xfrm>
              <a:off x="3150108" y="3086100"/>
              <a:ext cx="82296" cy="82296"/>
            </a:xfrm>
            <a:prstGeom prst="rect">
              <a:avLst/>
            </a:prstGeom>
            <a:solidFill>
              <a:srgbClr val="B2625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4" name="Patch 3,0 mosaic cell">
              <a:extLst>
                <a:ext uri="{FF2B5EF4-FFF2-40B4-BE49-F238E27FC236}">
                  <a16:creationId xmlns:a16="http://schemas.microsoft.com/office/drawing/2014/main" id="{3D1D3296-2C52-A6BF-BEE7-DD1D9AA1DBC6}"/>
                </a:ext>
              </a:extLst>
            </p:cNvPr>
            <p:cNvSpPr/>
            <p:nvPr/>
          </p:nvSpPr>
          <p:spPr>
            <a:xfrm>
              <a:off x="3227832" y="3086100"/>
              <a:ext cx="82296" cy="82296"/>
            </a:xfrm>
            <a:prstGeom prst="rect">
              <a:avLst/>
            </a:prstGeom>
            <a:solidFill>
              <a:srgbClr val="A64E4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5" name="Patch 3,0 mosaic cell">
              <a:extLst>
                <a:ext uri="{FF2B5EF4-FFF2-40B4-BE49-F238E27FC236}">
                  <a16:creationId xmlns:a16="http://schemas.microsoft.com/office/drawing/2014/main" id="{4913D48D-CAFA-4BE4-CB8B-16D760DFCF07}"/>
                </a:ext>
              </a:extLst>
            </p:cNvPr>
            <p:cNvSpPr/>
            <p:nvPr/>
          </p:nvSpPr>
          <p:spPr>
            <a:xfrm>
              <a:off x="3305556" y="3086100"/>
              <a:ext cx="82296" cy="82296"/>
            </a:xfrm>
            <a:prstGeom prst="rect">
              <a:avLst/>
            </a:prstGeom>
            <a:solidFill>
              <a:srgbClr val="B856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6" name="Patch 3,0 mosaic cell">
              <a:extLst>
                <a:ext uri="{FF2B5EF4-FFF2-40B4-BE49-F238E27FC236}">
                  <a16:creationId xmlns:a16="http://schemas.microsoft.com/office/drawing/2014/main" id="{2AC20590-10D6-8F3C-0824-4996EAB8D33A}"/>
                </a:ext>
              </a:extLst>
            </p:cNvPr>
            <p:cNvSpPr/>
            <p:nvPr/>
          </p:nvSpPr>
          <p:spPr>
            <a:xfrm>
              <a:off x="3072384" y="3163824"/>
              <a:ext cx="82296" cy="82296"/>
            </a:xfrm>
            <a:prstGeom prst="rect">
              <a:avLst/>
            </a:prstGeom>
            <a:solidFill>
              <a:srgbClr val="A653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7" name="Patch 3,0 mosaic cell">
              <a:extLst>
                <a:ext uri="{FF2B5EF4-FFF2-40B4-BE49-F238E27FC236}">
                  <a16:creationId xmlns:a16="http://schemas.microsoft.com/office/drawing/2014/main" id="{B2E4C78D-17C5-142E-DF6F-462F9FD2BACB}"/>
                </a:ext>
              </a:extLst>
            </p:cNvPr>
            <p:cNvSpPr/>
            <p:nvPr/>
          </p:nvSpPr>
          <p:spPr>
            <a:xfrm>
              <a:off x="3150108" y="3163824"/>
              <a:ext cx="82296" cy="82296"/>
            </a:xfrm>
            <a:prstGeom prst="rect">
              <a:avLst/>
            </a:prstGeom>
            <a:solidFill>
              <a:srgbClr val="A754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8" name="Patch 3,0 mosaic cell">
              <a:extLst>
                <a:ext uri="{FF2B5EF4-FFF2-40B4-BE49-F238E27FC236}">
                  <a16:creationId xmlns:a16="http://schemas.microsoft.com/office/drawing/2014/main" id="{66DBE093-D38A-945B-F7F0-BE6A866ED0FE}"/>
                </a:ext>
              </a:extLst>
            </p:cNvPr>
            <p:cNvSpPr/>
            <p:nvPr/>
          </p:nvSpPr>
          <p:spPr>
            <a:xfrm>
              <a:off x="3227832" y="3163824"/>
              <a:ext cx="82296" cy="82296"/>
            </a:xfrm>
            <a:prstGeom prst="rect">
              <a:avLst/>
            </a:prstGeom>
            <a:solidFill>
              <a:srgbClr val="A453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19" name="Patch 3,0 mosaic cell">
              <a:extLst>
                <a:ext uri="{FF2B5EF4-FFF2-40B4-BE49-F238E27FC236}">
                  <a16:creationId xmlns:a16="http://schemas.microsoft.com/office/drawing/2014/main" id="{E1195108-FCB6-3928-7D0A-21AC36FDDF43}"/>
                </a:ext>
              </a:extLst>
            </p:cNvPr>
            <p:cNvSpPr/>
            <p:nvPr/>
          </p:nvSpPr>
          <p:spPr>
            <a:xfrm>
              <a:off x="3305556" y="3163824"/>
              <a:ext cx="82296" cy="82296"/>
            </a:xfrm>
            <a:prstGeom prst="rect">
              <a:avLst/>
            </a:prstGeom>
            <a:solidFill>
              <a:srgbClr val="B65A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0" name="Patch 3,0 mosaic cell">
              <a:extLst>
                <a:ext uri="{FF2B5EF4-FFF2-40B4-BE49-F238E27FC236}">
                  <a16:creationId xmlns:a16="http://schemas.microsoft.com/office/drawing/2014/main" id="{920FA1E0-CC15-0594-66C9-BEC719FCAFF7}"/>
                </a:ext>
              </a:extLst>
            </p:cNvPr>
            <p:cNvSpPr/>
            <p:nvPr/>
          </p:nvSpPr>
          <p:spPr>
            <a:xfrm>
              <a:off x="3072384" y="3241548"/>
              <a:ext cx="82296" cy="82296"/>
            </a:xfrm>
            <a:prstGeom prst="rect">
              <a:avLst/>
            </a:prstGeom>
            <a:solidFill>
              <a:srgbClr val="8F3A3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1" name="Patch 3,0 mosaic cell">
              <a:extLst>
                <a:ext uri="{FF2B5EF4-FFF2-40B4-BE49-F238E27FC236}">
                  <a16:creationId xmlns:a16="http://schemas.microsoft.com/office/drawing/2014/main" id="{406247B3-CDDD-AAFF-FAF1-A9CEAA1BCE3F}"/>
                </a:ext>
              </a:extLst>
            </p:cNvPr>
            <p:cNvSpPr/>
            <p:nvPr/>
          </p:nvSpPr>
          <p:spPr>
            <a:xfrm>
              <a:off x="3150108" y="3241548"/>
              <a:ext cx="82296" cy="82296"/>
            </a:xfrm>
            <a:prstGeom prst="rect">
              <a:avLst/>
            </a:prstGeom>
            <a:solidFill>
              <a:srgbClr val="A34E4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2" name="Patch 3,0 mosaic cell">
              <a:extLst>
                <a:ext uri="{FF2B5EF4-FFF2-40B4-BE49-F238E27FC236}">
                  <a16:creationId xmlns:a16="http://schemas.microsoft.com/office/drawing/2014/main" id="{940079F5-F6BC-7693-7085-ACD3E71A24A0}"/>
                </a:ext>
              </a:extLst>
            </p:cNvPr>
            <p:cNvSpPr/>
            <p:nvPr/>
          </p:nvSpPr>
          <p:spPr>
            <a:xfrm>
              <a:off x="3227832" y="3241548"/>
              <a:ext cx="82296" cy="82296"/>
            </a:xfrm>
            <a:prstGeom prst="rect">
              <a:avLst/>
            </a:prstGeom>
            <a:solidFill>
              <a:srgbClr val="A85B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3" name="Patch 3,0 mosaic cell">
              <a:extLst>
                <a:ext uri="{FF2B5EF4-FFF2-40B4-BE49-F238E27FC236}">
                  <a16:creationId xmlns:a16="http://schemas.microsoft.com/office/drawing/2014/main" id="{74BAADA6-8217-BB62-20A2-9E207491D158}"/>
                </a:ext>
              </a:extLst>
            </p:cNvPr>
            <p:cNvSpPr/>
            <p:nvPr/>
          </p:nvSpPr>
          <p:spPr>
            <a:xfrm>
              <a:off x="3305556" y="3241548"/>
              <a:ext cx="82296" cy="82296"/>
            </a:xfrm>
            <a:prstGeom prst="rect">
              <a:avLst/>
            </a:prstGeom>
            <a:solidFill>
              <a:srgbClr val="BD757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4" name="Patch 3,0 mosaic cell">
              <a:extLst>
                <a:ext uri="{FF2B5EF4-FFF2-40B4-BE49-F238E27FC236}">
                  <a16:creationId xmlns:a16="http://schemas.microsoft.com/office/drawing/2014/main" id="{A9324E0C-38F2-4092-80FB-0A755BE46DDF}"/>
                </a:ext>
              </a:extLst>
            </p:cNvPr>
            <p:cNvSpPr/>
            <p:nvPr/>
          </p:nvSpPr>
          <p:spPr>
            <a:xfrm>
              <a:off x="3072384" y="3319272"/>
              <a:ext cx="82296" cy="82296"/>
            </a:xfrm>
            <a:prstGeom prst="rect">
              <a:avLst/>
            </a:prstGeom>
            <a:solidFill>
              <a:srgbClr val="894B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5" name="Patch 3,0 mosaic cell">
              <a:extLst>
                <a:ext uri="{FF2B5EF4-FFF2-40B4-BE49-F238E27FC236}">
                  <a16:creationId xmlns:a16="http://schemas.microsoft.com/office/drawing/2014/main" id="{14761C90-4492-848B-48C0-F95CBD154D25}"/>
                </a:ext>
              </a:extLst>
            </p:cNvPr>
            <p:cNvSpPr/>
            <p:nvPr/>
          </p:nvSpPr>
          <p:spPr>
            <a:xfrm>
              <a:off x="3150108" y="3319272"/>
              <a:ext cx="82296" cy="82296"/>
            </a:xfrm>
            <a:prstGeom prst="rect">
              <a:avLst/>
            </a:prstGeom>
            <a:solidFill>
              <a:srgbClr val="9649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6" name="Patch 3,0 mosaic cell">
              <a:extLst>
                <a:ext uri="{FF2B5EF4-FFF2-40B4-BE49-F238E27FC236}">
                  <a16:creationId xmlns:a16="http://schemas.microsoft.com/office/drawing/2014/main" id="{4F009A4E-4600-05C5-4E4D-01698B352338}"/>
                </a:ext>
              </a:extLst>
            </p:cNvPr>
            <p:cNvSpPr/>
            <p:nvPr/>
          </p:nvSpPr>
          <p:spPr>
            <a:xfrm>
              <a:off x="3227832" y="3319272"/>
              <a:ext cx="82296" cy="82296"/>
            </a:xfrm>
            <a:prstGeom prst="rect">
              <a:avLst/>
            </a:prstGeom>
            <a:solidFill>
              <a:srgbClr val="A4595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7" name="Patch 3,0 mosaic cell">
              <a:extLst>
                <a:ext uri="{FF2B5EF4-FFF2-40B4-BE49-F238E27FC236}">
                  <a16:creationId xmlns:a16="http://schemas.microsoft.com/office/drawing/2014/main" id="{7E642A1C-BDAA-9914-DA31-4C64CF24FC2E}"/>
                </a:ext>
              </a:extLst>
            </p:cNvPr>
            <p:cNvSpPr/>
            <p:nvPr/>
          </p:nvSpPr>
          <p:spPr>
            <a:xfrm>
              <a:off x="3305556" y="3319272"/>
              <a:ext cx="82296" cy="82296"/>
            </a:xfrm>
            <a:prstGeom prst="rect">
              <a:avLst/>
            </a:prstGeom>
            <a:solidFill>
              <a:srgbClr val="AD5B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8" name="Patch tile border">
              <a:extLst>
                <a:ext uri="{FF2B5EF4-FFF2-40B4-BE49-F238E27FC236}">
                  <a16:creationId xmlns:a16="http://schemas.microsoft.com/office/drawing/2014/main" id="{A47B624A-D4BC-C24B-D7FB-DD59F9EB830E}"/>
                </a:ext>
              </a:extLst>
            </p:cNvPr>
            <p:cNvSpPr/>
            <p:nvPr/>
          </p:nvSpPr>
          <p:spPr>
            <a:xfrm>
              <a:off x="3072384" y="3086100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29" name="Patch 3,1 mosaic cell">
              <a:extLst>
                <a:ext uri="{FF2B5EF4-FFF2-40B4-BE49-F238E27FC236}">
                  <a16:creationId xmlns:a16="http://schemas.microsoft.com/office/drawing/2014/main" id="{08EB1AF4-E828-B283-2179-8D67090966A0}"/>
                </a:ext>
              </a:extLst>
            </p:cNvPr>
            <p:cNvSpPr/>
            <p:nvPr/>
          </p:nvSpPr>
          <p:spPr>
            <a:xfrm>
              <a:off x="3433572" y="3086100"/>
              <a:ext cx="82296" cy="82296"/>
            </a:xfrm>
            <a:prstGeom prst="rect">
              <a:avLst/>
            </a:prstGeom>
            <a:solidFill>
              <a:srgbClr val="AB48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0" name="Patch 3,1 mosaic cell">
              <a:extLst>
                <a:ext uri="{FF2B5EF4-FFF2-40B4-BE49-F238E27FC236}">
                  <a16:creationId xmlns:a16="http://schemas.microsoft.com/office/drawing/2014/main" id="{D25FB0E1-644E-EB75-DC3F-58F5533B2561}"/>
                </a:ext>
              </a:extLst>
            </p:cNvPr>
            <p:cNvSpPr/>
            <p:nvPr/>
          </p:nvSpPr>
          <p:spPr>
            <a:xfrm>
              <a:off x="3511296" y="3086100"/>
              <a:ext cx="82296" cy="82296"/>
            </a:xfrm>
            <a:prstGeom prst="rect">
              <a:avLst/>
            </a:prstGeom>
            <a:solidFill>
              <a:srgbClr val="602C2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1" name="Patch 3,1 mosaic cell">
              <a:extLst>
                <a:ext uri="{FF2B5EF4-FFF2-40B4-BE49-F238E27FC236}">
                  <a16:creationId xmlns:a16="http://schemas.microsoft.com/office/drawing/2014/main" id="{AA0FFE23-B130-E4F2-CE17-F1FC02350C32}"/>
                </a:ext>
              </a:extLst>
            </p:cNvPr>
            <p:cNvSpPr/>
            <p:nvPr/>
          </p:nvSpPr>
          <p:spPr>
            <a:xfrm>
              <a:off x="3589020" y="3086100"/>
              <a:ext cx="82296" cy="82296"/>
            </a:xfrm>
            <a:prstGeom prst="rect">
              <a:avLst/>
            </a:prstGeom>
            <a:solidFill>
              <a:srgbClr val="6D33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2" name="Patch 3,1 mosaic cell">
              <a:extLst>
                <a:ext uri="{FF2B5EF4-FFF2-40B4-BE49-F238E27FC236}">
                  <a16:creationId xmlns:a16="http://schemas.microsoft.com/office/drawing/2014/main" id="{162073FE-5D2B-1F9A-3E36-D196431A638F}"/>
                </a:ext>
              </a:extLst>
            </p:cNvPr>
            <p:cNvSpPr/>
            <p:nvPr/>
          </p:nvSpPr>
          <p:spPr>
            <a:xfrm>
              <a:off x="3666744" y="3086100"/>
              <a:ext cx="82296" cy="82296"/>
            </a:xfrm>
            <a:prstGeom prst="rect">
              <a:avLst/>
            </a:prstGeom>
            <a:solidFill>
              <a:srgbClr val="873D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3" name="Patch 3,1 mosaic cell">
              <a:extLst>
                <a:ext uri="{FF2B5EF4-FFF2-40B4-BE49-F238E27FC236}">
                  <a16:creationId xmlns:a16="http://schemas.microsoft.com/office/drawing/2014/main" id="{70CBD86D-D691-DA95-846F-29BFDFD15537}"/>
                </a:ext>
              </a:extLst>
            </p:cNvPr>
            <p:cNvSpPr/>
            <p:nvPr/>
          </p:nvSpPr>
          <p:spPr>
            <a:xfrm>
              <a:off x="3433572" y="3163824"/>
              <a:ext cx="82296" cy="82296"/>
            </a:xfrm>
            <a:prstGeom prst="rect">
              <a:avLst/>
            </a:prstGeom>
            <a:solidFill>
              <a:srgbClr val="B54C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4" name="Patch 3,1 mosaic cell">
              <a:extLst>
                <a:ext uri="{FF2B5EF4-FFF2-40B4-BE49-F238E27FC236}">
                  <a16:creationId xmlns:a16="http://schemas.microsoft.com/office/drawing/2014/main" id="{B14A1C5E-4C2B-94C0-9BFB-3467CAF87247}"/>
                </a:ext>
              </a:extLst>
            </p:cNvPr>
            <p:cNvSpPr/>
            <p:nvPr/>
          </p:nvSpPr>
          <p:spPr>
            <a:xfrm>
              <a:off x="3511296" y="3163824"/>
              <a:ext cx="82296" cy="82296"/>
            </a:xfrm>
            <a:prstGeom prst="rect">
              <a:avLst/>
            </a:prstGeom>
            <a:solidFill>
              <a:srgbClr val="813B3B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5" name="Patch 3,1 mosaic cell">
              <a:extLst>
                <a:ext uri="{FF2B5EF4-FFF2-40B4-BE49-F238E27FC236}">
                  <a16:creationId xmlns:a16="http://schemas.microsoft.com/office/drawing/2014/main" id="{83D8E564-3EC2-CAF6-F8D9-FCB4C5232894}"/>
                </a:ext>
              </a:extLst>
            </p:cNvPr>
            <p:cNvSpPr/>
            <p:nvPr/>
          </p:nvSpPr>
          <p:spPr>
            <a:xfrm>
              <a:off x="3589020" y="3163824"/>
              <a:ext cx="82296" cy="82296"/>
            </a:xfrm>
            <a:prstGeom prst="rect">
              <a:avLst/>
            </a:prstGeom>
            <a:solidFill>
              <a:srgbClr val="8A464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6" name="Patch 3,1 mosaic cell">
              <a:extLst>
                <a:ext uri="{FF2B5EF4-FFF2-40B4-BE49-F238E27FC236}">
                  <a16:creationId xmlns:a16="http://schemas.microsoft.com/office/drawing/2014/main" id="{47D1F547-7566-A4C4-B582-8CBCAC398421}"/>
                </a:ext>
              </a:extLst>
            </p:cNvPr>
            <p:cNvSpPr/>
            <p:nvPr/>
          </p:nvSpPr>
          <p:spPr>
            <a:xfrm>
              <a:off x="3666744" y="3163824"/>
              <a:ext cx="82296" cy="82296"/>
            </a:xfrm>
            <a:prstGeom prst="rect">
              <a:avLst/>
            </a:prstGeom>
            <a:solidFill>
              <a:srgbClr val="9C4C5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7" name="Patch 3,1 mosaic cell">
              <a:extLst>
                <a:ext uri="{FF2B5EF4-FFF2-40B4-BE49-F238E27FC236}">
                  <a16:creationId xmlns:a16="http://schemas.microsoft.com/office/drawing/2014/main" id="{B644C95E-94CD-D849-EE14-F4E9629EEA47}"/>
                </a:ext>
              </a:extLst>
            </p:cNvPr>
            <p:cNvSpPr/>
            <p:nvPr/>
          </p:nvSpPr>
          <p:spPr>
            <a:xfrm>
              <a:off x="3433572" y="3241548"/>
              <a:ext cx="82296" cy="82296"/>
            </a:xfrm>
            <a:prstGeom prst="rect">
              <a:avLst/>
            </a:prstGeom>
            <a:solidFill>
              <a:srgbClr val="B152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8" name="Patch 3,1 mosaic cell">
              <a:extLst>
                <a:ext uri="{FF2B5EF4-FFF2-40B4-BE49-F238E27FC236}">
                  <a16:creationId xmlns:a16="http://schemas.microsoft.com/office/drawing/2014/main" id="{DDFD5538-98F0-2099-2979-945463232087}"/>
                </a:ext>
              </a:extLst>
            </p:cNvPr>
            <p:cNvSpPr/>
            <p:nvPr/>
          </p:nvSpPr>
          <p:spPr>
            <a:xfrm>
              <a:off x="3511296" y="3241548"/>
              <a:ext cx="82296" cy="82296"/>
            </a:xfrm>
            <a:prstGeom prst="rect">
              <a:avLst/>
            </a:prstGeom>
            <a:solidFill>
              <a:srgbClr val="8E44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39" name="Patch 3,1 mosaic cell">
              <a:extLst>
                <a:ext uri="{FF2B5EF4-FFF2-40B4-BE49-F238E27FC236}">
                  <a16:creationId xmlns:a16="http://schemas.microsoft.com/office/drawing/2014/main" id="{82094419-8164-3E71-2311-F315483E3944}"/>
                </a:ext>
              </a:extLst>
            </p:cNvPr>
            <p:cNvSpPr/>
            <p:nvPr/>
          </p:nvSpPr>
          <p:spPr>
            <a:xfrm>
              <a:off x="3589020" y="3241548"/>
              <a:ext cx="82296" cy="82296"/>
            </a:xfrm>
            <a:prstGeom prst="rect">
              <a:avLst/>
            </a:prstGeom>
            <a:solidFill>
              <a:srgbClr val="9A535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0" name="Patch 3,1 mosaic cell">
              <a:extLst>
                <a:ext uri="{FF2B5EF4-FFF2-40B4-BE49-F238E27FC236}">
                  <a16:creationId xmlns:a16="http://schemas.microsoft.com/office/drawing/2014/main" id="{211D51E2-0DBF-9E6D-543B-25132E6896E2}"/>
                </a:ext>
              </a:extLst>
            </p:cNvPr>
            <p:cNvSpPr/>
            <p:nvPr/>
          </p:nvSpPr>
          <p:spPr>
            <a:xfrm>
              <a:off x="3666744" y="3241548"/>
              <a:ext cx="82296" cy="82296"/>
            </a:xfrm>
            <a:prstGeom prst="rect">
              <a:avLst/>
            </a:prstGeom>
            <a:solidFill>
              <a:srgbClr val="A6595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1" name="Patch 3,1 mosaic cell">
              <a:extLst>
                <a:ext uri="{FF2B5EF4-FFF2-40B4-BE49-F238E27FC236}">
                  <a16:creationId xmlns:a16="http://schemas.microsoft.com/office/drawing/2014/main" id="{97BD76F5-3555-6FE1-773C-CB858CCDC511}"/>
                </a:ext>
              </a:extLst>
            </p:cNvPr>
            <p:cNvSpPr/>
            <p:nvPr/>
          </p:nvSpPr>
          <p:spPr>
            <a:xfrm>
              <a:off x="3433572" y="3319272"/>
              <a:ext cx="82296" cy="82296"/>
            </a:xfrm>
            <a:prstGeom prst="rect">
              <a:avLst/>
            </a:prstGeom>
            <a:solidFill>
              <a:srgbClr val="9F4D4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2" name="Patch 3,1 mosaic cell">
              <a:extLst>
                <a:ext uri="{FF2B5EF4-FFF2-40B4-BE49-F238E27FC236}">
                  <a16:creationId xmlns:a16="http://schemas.microsoft.com/office/drawing/2014/main" id="{969263FA-2CC8-19C8-D407-9F25F89577E0}"/>
                </a:ext>
              </a:extLst>
            </p:cNvPr>
            <p:cNvSpPr/>
            <p:nvPr/>
          </p:nvSpPr>
          <p:spPr>
            <a:xfrm>
              <a:off x="3511296" y="3319272"/>
              <a:ext cx="82296" cy="82296"/>
            </a:xfrm>
            <a:prstGeom prst="rect">
              <a:avLst/>
            </a:prstGeom>
            <a:solidFill>
              <a:srgbClr val="7F3C3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3" name="Patch 3,1 mosaic cell">
              <a:extLst>
                <a:ext uri="{FF2B5EF4-FFF2-40B4-BE49-F238E27FC236}">
                  <a16:creationId xmlns:a16="http://schemas.microsoft.com/office/drawing/2014/main" id="{4617A286-7300-A443-DE87-0BDBCA15810C}"/>
                </a:ext>
              </a:extLst>
            </p:cNvPr>
            <p:cNvSpPr/>
            <p:nvPr/>
          </p:nvSpPr>
          <p:spPr>
            <a:xfrm>
              <a:off x="3589020" y="3319272"/>
              <a:ext cx="82296" cy="82296"/>
            </a:xfrm>
            <a:prstGeom prst="rect">
              <a:avLst/>
            </a:prstGeom>
            <a:solidFill>
              <a:srgbClr val="9250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4" name="Patch 3,1 mosaic cell">
              <a:extLst>
                <a:ext uri="{FF2B5EF4-FFF2-40B4-BE49-F238E27FC236}">
                  <a16:creationId xmlns:a16="http://schemas.microsoft.com/office/drawing/2014/main" id="{B302912A-DF55-C930-D763-5EF094222A4F}"/>
                </a:ext>
              </a:extLst>
            </p:cNvPr>
            <p:cNvSpPr/>
            <p:nvPr/>
          </p:nvSpPr>
          <p:spPr>
            <a:xfrm>
              <a:off x="3666744" y="3319272"/>
              <a:ext cx="82296" cy="82296"/>
            </a:xfrm>
            <a:prstGeom prst="rect">
              <a:avLst/>
            </a:prstGeom>
            <a:solidFill>
              <a:srgbClr val="9652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5" name="Patch tile border">
              <a:extLst>
                <a:ext uri="{FF2B5EF4-FFF2-40B4-BE49-F238E27FC236}">
                  <a16:creationId xmlns:a16="http://schemas.microsoft.com/office/drawing/2014/main" id="{20AC37C1-9C69-835A-7BAC-4D7AACD3B6C8}"/>
                </a:ext>
              </a:extLst>
            </p:cNvPr>
            <p:cNvSpPr/>
            <p:nvPr/>
          </p:nvSpPr>
          <p:spPr>
            <a:xfrm>
              <a:off x="3433572" y="3086100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6" name="Patch 3,2 mosaic cell">
              <a:extLst>
                <a:ext uri="{FF2B5EF4-FFF2-40B4-BE49-F238E27FC236}">
                  <a16:creationId xmlns:a16="http://schemas.microsoft.com/office/drawing/2014/main" id="{754889AF-44C7-80E3-E5A5-596BF773C5E7}"/>
                </a:ext>
              </a:extLst>
            </p:cNvPr>
            <p:cNvSpPr/>
            <p:nvPr/>
          </p:nvSpPr>
          <p:spPr>
            <a:xfrm>
              <a:off x="3794760" y="3086100"/>
              <a:ext cx="82296" cy="82296"/>
            </a:xfrm>
            <a:prstGeom prst="rect">
              <a:avLst/>
            </a:prstGeom>
            <a:solidFill>
              <a:srgbClr val="A04D5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7" name="Patch 3,2 mosaic cell">
              <a:extLst>
                <a:ext uri="{FF2B5EF4-FFF2-40B4-BE49-F238E27FC236}">
                  <a16:creationId xmlns:a16="http://schemas.microsoft.com/office/drawing/2014/main" id="{606CD1B9-9D5B-8618-048C-DC8665209EE2}"/>
                </a:ext>
              </a:extLst>
            </p:cNvPr>
            <p:cNvSpPr/>
            <p:nvPr/>
          </p:nvSpPr>
          <p:spPr>
            <a:xfrm>
              <a:off x="3872484" y="3086100"/>
              <a:ext cx="82296" cy="82296"/>
            </a:xfrm>
            <a:prstGeom prst="rect">
              <a:avLst/>
            </a:prstGeom>
            <a:solidFill>
              <a:srgbClr val="A7525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8" name="Patch 3,2 mosaic cell">
              <a:extLst>
                <a:ext uri="{FF2B5EF4-FFF2-40B4-BE49-F238E27FC236}">
                  <a16:creationId xmlns:a16="http://schemas.microsoft.com/office/drawing/2014/main" id="{BB23087A-258C-D48D-B8A5-DF6E9B379E47}"/>
                </a:ext>
              </a:extLst>
            </p:cNvPr>
            <p:cNvSpPr/>
            <p:nvPr/>
          </p:nvSpPr>
          <p:spPr>
            <a:xfrm>
              <a:off x="3950208" y="3086100"/>
              <a:ext cx="82296" cy="82296"/>
            </a:xfrm>
            <a:prstGeom prst="rect">
              <a:avLst/>
            </a:prstGeom>
            <a:solidFill>
              <a:srgbClr val="9E5055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49" name="Patch 3,2 mosaic cell">
              <a:extLst>
                <a:ext uri="{FF2B5EF4-FFF2-40B4-BE49-F238E27FC236}">
                  <a16:creationId xmlns:a16="http://schemas.microsoft.com/office/drawing/2014/main" id="{3471C354-9ECD-BFB3-C0BD-7D6BDCD5078E}"/>
                </a:ext>
              </a:extLst>
            </p:cNvPr>
            <p:cNvSpPr/>
            <p:nvPr/>
          </p:nvSpPr>
          <p:spPr>
            <a:xfrm>
              <a:off x="4027932" y="3086100"/>
              <a:ext cx="82296" cy="82296"/>
            </a:xfrm>
            <a:prstGeom prst="rect">
              <a:avLst/>
            </a:prstGeom>
            <a:solidFill>
              <a:srgbClr val="8E49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0" name="Patch 3,2 mosaic cell">
              <a:extLst>
                <a:ext uri="{FF2B5EF4-FFF2-40B4-BE49-F238E27FC236}">
                  <a16:creationId xmlns:a16="http://schemas.microsoft.com/office/drawing/2014/main" id="{A47D322C-3FDD-D300-E4DC-9EFAE05B9CCB}"/>
                </a:ext>
              </a:extLst>
            </p:cNvPr>
            <p:cNvSpPr/>
            <p:nvPr/>
          </p:nvSpPr>
          <p:spPr>
            <a:xfrm>
              <a:off x="3794760" y="3163824"/>
              <a:ext cx="82296" cy="82296"/>
            </a:xfrm>
            <a:prstGeom prst="rect">
              <a:avLst/>
            </a:prstGeom>
            <a:solidFill>
              <a:srgbClr val="9F4C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1" name="Patch 3,2 mosaic cell">
              <a:extLst>
                <a:ext uri="{FF2B5EF4-FFF2-40B4-BE49-F238E27FC236}">
                  <a16:creationId xmlns:a16="http://schemas.microsoft.com/office/drawing/2014/main" id="{54FE56DB-A3B0-D1F8-B77F-18EEB8C44213}"/>
                </a:ext>
              </a:extLst>
            </p:cNvPr>
            <p:cNvSpPr/>
            <p:nvPr/>
          </p:nvSpPr>
          <p:spPr>
            <a:xfrm>
              <a:off x="3872484" y="3163824"/>
              <a:ext cx="82296" cy="82296"/>
            </a:xfrm>
            <a:prstGeom prst="rect">
              <a:avLst/>
            </a:prstGeom>
            <a:solidFill>
              <a:srgbClr val="A0505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2" name="Patch 3,2 mosaic cell">
              <a:extLst>
                <a:ext uri="{FF2B5EF4-FFF2-40B4-BE49-F238E27FC236}">
                  <a16:creationId xmlns:a16="http://schemas.microsoft.com/office/drawing/2014/main" id="{C9FA03AC-CD6B-A4A6-CE21-B9D37CD868F3}"/>
                </a:ext>
              </a:extLst>
            </p:cNvPr>
            <p:cNvSpPr/>
            <p:nvPr/>
          </p:nvSpPr>
          <p:spPr>
            <a:xfrm>
              <a:off x="3950208" y="3163824"/>
              <a:ext cx="82296" cy="82296"/>
            </a:xfrm>
            <a:prstGeom prst="rect">
              <a:avLst/>
            </a:prstGeom>
            <a:solidFill>
              <a:srgbClr val="964D52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3" name="Patch 3,2 mosaic cell">
              <a:extLst>
                <a:ext uri="{FF2B5EF4-FFF2-40B4-BE49-F238E27FC236}">
                  <a16:creationId xmlns:a16="http://schemas.microsoft.com/office/drawing/2014/main" id="{A3702EEF-AFDE-969B-1836-A69FEEE183B9}"/>
                </a:ext>
              </a:extLst>
            </p:cNvPr>
            <p:cNvSpPr/>
            <p:nvPr/>
          </p:nvSpPr>
          <p:spPr>
            <a:xfrm>
              <a:off x="4027932" y="3163824"/>
              <a:ext cx="82296" cy="82296"/>
            </a:xfrm>
            <a:prstGeom prst="rect">
              <a:avLst/>
            </a:prstGeom>
            <a:solidFill>
              <a:srgbClr val="8944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4" name="Patch 3,2 mosaic cell">
              <a:extLst>
                <a:ext uri="{FF2B5EF4-FFF2-40B4-BE49-F238E27FC236}">
                  <a16:creationId xmlns:a16="http://schemas.microsoft.com/office/drawing/2014/main" id="{1A7059A1-C685-C75F-2352-F021AD5A35CF}"/>
                </a:ext>
              </a:extLst>
            </p:cNvPr>
            <p:cNvSpPr/>
            <p:nvPr/>
          </p:nvSpPr>
          <p:spPr>
            <a:xfrm>
              <a:off x="3794760" y="3241548"/>
              <a:ext cx="82296" cy="82296"/>
            </a:xfrm>
            <a:prstGeom prst="rect">
              <a:avLst/>
            </a:prstGeom>
            <a:solidFill>
              <a:srgbClr val="9D5358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5" name="Patch 3,2 mosaic cell">
              <a:extLst>
                <a:ext uri="{FF2B5EF4-FFF2-40B4-BE49-F238E27FC236}">
                  <a16:creationId xmlns:a16="http://schemas.microsoft.com/office/drawing/2014/main" id="{E8D2AA2A-FBB2-39DF-8ABF-33DBCB0B9882}"/>
                </a:ext>
              </a:extLst>
            </p:cNvPr>
            <p:cNvSpPr/>
            <p:nvPr/>
          </p:nvSpPr>
          <p:spPr>
            <a:xfrm>
              <a:off x="3872484" y="3241548"/>
              <a:ext cx="82296" cy="82296"/>
            </a:xfrm>
            <a:prstGeom prst="rect">
              <a:avLst/>
            </a:prstGeom>
            <a:solidFill>
              <a:srgbClr val="8841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6" name="Patch 3,2 mosaic cell">
              <a:extLst>
                <a:ext uri="{FF2B5EF4-FFF2-40B4-BE49-F238E27FC236}">
                  <a16:creationId xmlns:a16="http://schemas.microsoft.com/office/drawing/2014/main" id="{9F70295B-8F0E-8D0C-CC18-511D80C7FBE0}"/>
                </a:ext>
              </a:extLst>
            </p:cNvPr>
            <p:cNvSpPr/>
            <p:nvPr/>
          </p:nvSpPr>
          <p:spPr>
            <a:xfrm>
              <a:off x="3950208" y="3241548"/>
              <a:ext cx="82296" cy="82296"/>
            </a:xfrm>
            <a:prstGeom prst="rect">
              <a:avLst/>
            </a:prstGeom>
            <a:solidFill>
              <a:srgbClr val="7C40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7" name="Patch 3,2 mosaic cell">
              <a:extLst>
                <a:ext uri="{FF2B5EF4-FFF2-40B4-BE49-F238E27FC236}">
                  <a16:creationId xmlns:a16="http://schemas.microsoft.com/office/drawing/2014/main" id="{D7749FFD-323D-3271-3596-E8A25389196F}"/>
                </a:ext>
              </a:extLst>
            </p:cNvPr>
            <p:cNvSpPr/>
            <p:nvPr/>
          </p:nvSpPr>
          <p:spPr>
            <a:xfrm>
              <a:off x="4027932" y="3241548"/>
              <a:ext cx="82296" cy="82296"/>
            </a:xfrm>
            <a:prstGeom prst="rect">
              <a:avLst/>
            </a:prstGeom>
            <a:solidFill>
              <a:srgbClr val="884E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8" name="Patch 3,2 mosaic cell">
              <a:extLst>
                <a:ext uri="{FF2B5EF4-FFF2-40B4-BE49-F238E27FC236}">
                  <a16:creationId xmlns:a16="http://schemas.microsoft.com/office/drawing/2014/main" id="{3B6CE01C-1139-5878-37EF-95612F789414}"/>
                </a:ext>
              </a:extLst>
            </p:cNvPr>
            <p:cNvSpPr/>
            <p:nvPr/>
          </p:nvSpPr>
          <p:spPr>
            <a:xfrm>
              <a:off x="3794760" y="3319272"/>
              <a:ext cx="82296" cy="82296"/>
            </a:xfrm>
            <a:prstGeom prst="rect">
              <a:avLst/>
            </a:prstGeom>
            <a:solidFill>
              <a:srgbClr val="884B4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59" name="Patch 3,2 mosaic cell">
              <a:extLst>
                <a:ext uri="{FF2B5EF4-FFF2-40B4-BE49-F238E27FC236}">
                  <a16:creationId xmlns:a16="http://schemas.microsoft.com/office/drawing/2014/main" id="{6FB9A834-F77B-46AB-DF38-7B07FAE7A2A3}"/>
                </a:ext>
              </a:extLst>
            </p:cNvPr>
            <p:cNvSpPr/>
            <p:nvPr/>
          </p:nvSpPr>
          <p:spPr>
            <a:xfrm>
              <a:off x="3872484" y="3319272"/>
              <a:ext cx="82296" cy="82296"/>
            </a:xfrm>
            <a:prstGeom prst="rect">
              <a:avLst/>
            </a:prstGeom>
            <a:solidFill>
              <a:srgbClr val="612D2D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0" name="Patch 3,2 mosaic cell">
              <a:extLst>
                <a:ext uri="{FF2B5EF4-FFF2-40B4-BE49-F238E27FC236}">
                  <a16:creationId xmlns:a16="http://schemas.microsoft.com/office/drawing/2014/main" id="{F470BDF6-77C9-C5EE-EF0D-4FE293F17B5B}"/>
                </a:ext>
              </a:extLst>
            </p:cNvPr>
            <p:cNvSpPr/>
            <p:nvPr/>
          </p:nvSpPr>
          <p:spPr>
            <a:xfrm>
              <a:off x="3950208" y="3319272"/>
              <a:ext cx="82296" cy="82296"/>
            </a:xfrm>
            <a:prstGeom prst="rect">
              <a:avLst/>
            </a:prstGeom>
            <a:solidFill>
              <a:srgbClr val="5F313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1" name="Patch 3,2 mosaic cell">
              <a:extLst>
                <a:ext uri="{FF2B5EF4-FFF2-40B4-BE49-F238E27FC236}">
                  <a16:creationId xmlns:a16="http://schemas.microsoft.com/office/drawing/2014/main" id="{7E72113A-CEE9-EA3B-5518-33BE3576CB8D}"/>
                </a:ext>
              </a:extLst>
            </p:cNvPr>
            <p:cNvSpPr/>
            <p:nvPr/>
          </p:nvSpPr>
          <p:spPr>
            <a:xfrm>
              <a:off x="4027932" y="3319272"/>
              <a:ext cx="82296" cy="82296"/>
            </a:xfrm>
            <a:prstGeom prst="rect">
              <a:avLst/>
            </a:prstGeom>
            <a:solidFill>
              <a:srgbClr val="8551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2" name="Patch tile border">
              <a:extLst>
                <a:ext uri="{FF2B5EF4-FFF2-40B4-BE49-F238E27FC236}">
                  <a16:creationId xmlns:a16="http://schemas.microsoft.com/office/drawing/2014/main" id="{6B6CCEF1-228A-FE9C-58C3-433DDD9D3C32}"/>
                </a:ext>
              </a:extLst>
            </p:cNvPr>
            <p:cNvSpPr/>
            <p:nvPr/>
          </p:nvSpPr>
          <p:spPr>
            <a:xfrm>
              <a:off x="3794760" y="3086100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3" name="Patch 3,3 mosaic cell">
              <a:extLst>
                <a:ext uri="{FF2B5EF4-FFF2-40B4-BE49-F238E27FC236}">
                  <a16:creationId xmlns:a16="http://schemas.microsoft.com/office/drawing/2014/main" id="{EF0C1058-FC35-A059-170E-E032F47D737D}"/>
                </a:ext>
              </a:extLst>
            </p:cNvPr>
            <p:cNvSpPr/>
            <p:nvPr/>
          </p:nvSpPr>
          <p:spPr>
            <a:xfrm>
              <a:off x="4155948" y="3086100"/>
              <a:ext cx="82296" cy="82296"/>
            </a:xfrm>
            <a:prstGeom prst="rect">
              <a:avLst/>
            </a:prstGeom>
            <a:solidFill>
              <a:srgbClr val="BA5B4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4" name="Patch 3,3 mosaic cell">
              <a:extLst>
                <a:ext uri="{FF2B5EF4-FFF2-40B4-BE49-F238E27FC236}">
                  <a16:creationId xmlns:a16="http://schemas.microsoft.com/office/drawing/2014/main" id="{86FB4C0F-2883-BB9D-4960-AE1EFF03A262}"/>
                </a:ext>
              </a:extLst>
            </p:cNvPr>
            <p:cNvSpPr/>
            <p:nvPr/>
          </p:nvSpPr>
          <p:spPr>
            <a:xfrm>
              <a:off x="4233672" y="3086100"/>
              <a:ext cx="82296" cy="82296"/>
            </a:xfrm>
            <a:prstGeom prst="rect">
              <a:avLst/>
            </a:prstGeom>
            <a:solidFill>
              <a:srgbClr val="AF544A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5" name="Patch 3,3 mosaic cell">
              <a:extLst>
                <a:ext uri="{FF2B5EF4-FFF2-40B4-BE49-F238E27FC236}">
                  <a16:creationId xmlns:a16="http://schemas.microsoft.com/office/drawing/2014/main" id="{CCD7EE6D-BF91-8E77-499D-569535E8AE7E}"/>
                </a:ext>
              </a:extLst>
            </p:cNvPr>
            <p:cNvSpPr/>
            <p:nvPr/>
          </p:nvSpPr>
          <p:spPr>
            <a:xfrm>
              <a:off x="4311396" y="3086100"/>
              <a:ext cx="82296" cy="82296"/>
            </a:xfrm>
            <a:prstGeom prst="rect">
              <a:avLst/>
            </a:prstGeom>
            <a:solidFill>
              <a:srgbClr val="9C5349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6" name="Patch 3,3 mosaic cell">
              <a:extLst>
                <a:ext uri="{FF2B5EF4-FFF2-40B4-BE49-F238E27FC236}">
                  <a16:creationId xmlns:a16="http://schemas.microsoft.com/office/drawing/2014/main" id="{8C273D43-C762-7E30-FEC0-E201D2A3FC7B}"/>
                </a:ext>
              </a:extLst>
            </p:cNvPr>
            <p:cNvSpPr/>
            <p:nvPr/>
          </p:nvSpPr>
          <p:spPr>
            <a:xfrm>
              <a:off x="4389120" y="3086100"/>
              <a:ext cx="82296" cy="82296"/>
            </a:xfrm>
            <a:prstGeom prst="rect">
              <a:avLst/>
            </a:prstGeom>
            <a:solidFill>
              <a:srgbClr val="7A383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7" name="Patch 3,3 mosaic cell">
              <a:extLst>
                <a:ext uri="{FF2B5EF4-FFF2-40B4-BE49-F238E27FC236}">
                  <a16:creationId xmlns:a16="http://schemas.microsoft.com/office/drawing/2014/main" id="{AF79FCEB-C0BF-01C7-853E-58650494CAD1}"/>
                </a:ext>
              </a:extLst>
            </p:cNvPr>
            <p:cNvSpPr/>
            <p:nvPr/>
          </p:nvSpPr>
          <p:spPr>
            <a:xfrm>
              <a:off x="4155948" y="3163824"/>
              <a:ext cx="82296" cy="82296"/>
            </a:xfrm>
            <a:prstGeom prst="rect">
              <a:avLst/>
            </a:prstGeom>
            <a:solidFill>
              <a:srgbClr val="A347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8" name="Patch 3,3 mosaic cell">
              <a:extLst>
                <a:ext uri="{FF2B5EF4-FFF2-40B4-BE49-F238E27FC236}">
                  <a16:creationId xmlns:a16="http://schemas.microsoft.com/office/drawing/2014/main" id="{12DC40EC-4CD5-5DC7-5DC4-07FBFD8C1B48}"/>
                </a:ext>
              </a:extLst>
            </p:cNvPr>
            <p:cNvSpPr/>
            <p:nvPr/>
          </p:nvSpPr>
          <p:spPr>
            <a:xfrm>
              <a:off x="4233672" y="3163824"/>
              <a:ext cx="82296" cy="82296"/>
            </a:xfrm>
            <a:prstGeom prst="rect">
              <a:avLst/>
            </a:prstGeom>
            <a:solidFill>
              <a:srgbClr val="9A3E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69" name="Patch 3,3 mosaic cell">
              <a:extLst>
                <a:ext uri="{FF2B5EF4-FFF2-40B4-BE49-F238E27FC236}">
                  <a16:creationId xmlns:a16="http://schemas.microsoft.com/office/drawing/2014/main" id="{18C81189-BD8D-0DB7-5AB8-F643218D102B}"/>
                </a:ext>
              </a:extLst>
            </p:cNvPr>
            <p:cNvSpPr/>
            <p:nvPr/>
          </p:nvSpPr>
          <p:spPr>
            <a:xfrm>
              <a:off x="4311396" y="3163824"/>
              <a:ext cx="82296" cy="82296"/>
            </a:xfrm>
            <a:prstGeom prst="rect">
              <a:avLst/>
            </a:prstGeom>
            <a:solidFill>
              <a:srgbClr val="944C4C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0" name="Patch 3,3 mosaic cell">
              <a:extLst>
                <a:ext uri="{FF2B5EF4-FFF2-40B4-BE49-F238E27FC236}">
                  <a16:creationId xmlns:a16="http://schemas.microsoft.com/office/drawing/2014/main" id="{0CC15818-C6AB-2840-2811-570D389B2BE9}"/>
                </a:ext>
              </a:extLst>
            </p:cNvPr>
            <p:cNvSpPr/>
            <p:nvPr/>
          </p:nvSpPr>
          <p:spPr>
            <a:xfrm>
              <a:off x="4389120" y="3163824"/>
              <a:ext cx="82296" cy="82296"/>
            </a:xfrm>
            <a:prstGeom prst="rect">
              <a:avLst/>
            </a:prstGeom>
            <a:solidFill>
              <a:srgbClr val="712F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1" name="Patch 3,3 mosaic cell">
              <a:extLst>
                <a:ext uri="{FF2B5EF4-FFF2-40B4-BE49-F238E27FC236}">
                  <a16:creationId xmlns:a16="http://schemas.microsoft.com/office/drawing/2014/main" id="{23A9FF2B-470C-C977-1F93-0B3E74230DFE}"/>
                </a:ext>
              </a:extLst>
            </p:cNvPr>
            <p:cNvSpPr/>
            <p:nvPr/>
          </p:nvSpPr>
          <p:spPr>
            <a:xfrm>
              <a:off x="4155948" y="3241548"/>
              <a:ext cx="82296" cy="82296"/>
            </a:xfrm>
            <a:prstGeom prst="rect">
              <a:avLst/>
            </a:prstGeom>
            <a:solidFill>
              <a:srgbClr val="96423F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2" name="Patch 3,3 mosaic cell">
              <a:extLst>
                <a:ext uri="{FF2B5EF4-FFF2-40B4-BE49-F238E27FC236}">
                  <a16:creationId xmlns:a16="http://schemas.microsoft.com/office/drawing/2014/main" id="{28EA2AC1-DFE1-ED9C-FE64-EFFF21B9DE87}"/>
                </a:ext>
              </a:extLst>
            </p:cNvPr>
            <p:cNvSpPr/>
            <p:nvPr/>
          </p:nvSpPr>
          <p:spPr>
            <a:xfrm>
              <a:off x="4233672" y="3241548"/>
              <a:ext cx="82296" cy="82296"/>
            </a:xfrm>
            <a:prstGeom prst="rect">
              <a:avLst/>
            </a:prstGeom>
            <a:solidFill>
              <a:srgbClr val="923D3E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3" name="Patch 3,3 mosaic cell">
              <a:extLst>
                <a:ext uri="{FF2B5EF4-FFF2-40B4-BE49-F238E27FC236}">
                  <a16:creationId xmlns:a16="http://schemas.microsoft.com/office/drawing/2014/main" id="{9F8C2669-881E-3208-6ABC-9DA5B26B0702}"/>
                </a:ext>
              </a:extLst>
            </p:cNvPr>
            <p:cNvSpPr/>
            <p:nvPr/>
          </p:nvSpPr>
          <p:spPr>
            <a:xfrm>
              <a:off x="4311396" y="3241548"/>
              <a:ext cx="82296" cy="82296"/>
            </a:xfrm>
            <a:prstGeom prst="rect">
              <a:avLst/>
            </a:prstGeom>
            <a:solidFill>
              <a:srgbClr val="884246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4" name="Patch 3,3 mosaic cell">
              <a:extLst>
                <a:ext uri="{FF2B5EF4-FFF2-40B4-BE49-F238E27FC236}">
                  <a16:creationId xmlns:a16="http://schemas.microsoft.com/office/drawing/2014/main" id="{DE6D3410-7125-B164-149B-B8E66815D779}"/>
                </a:ext>
              </a:extLst>
            </p:cNvPr>
            <p:cNvSpPr/>
            <p:nvPr/>
          </p:nvSpPr>
          <p:spPr>
            <a:xfrm>
              <a:off x="4389120" y="3241548"/>
              <a:ext cx="82296" cy="82296"/>
            </a:xfrm>
            <a:prstGeom prst="rect">
              <a:avLst/>
            </a:prstGeom>
            <a:solidFill>
              <a:srgbClr val="6F3737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5" name="Patch 3,3 mosaic cell">
              <a:extLst>
                <a:ext uri="{FF2B5EF4-FFF2-40B4-BE49-F238E27FC236}">
                  <a16:creationId xmlns:a16="http://schemas.microsoft.com/office/drawing/2014/main" id="{DB422862-502C-D2A8-FE5A-CF470BD809CC}"/>
                </a:ext>
              </a:extLst>
            </p:cNvPr>
            <p:cNvSpPr/>
            <p:nvPr/>
          </p:nvSpPr>
          <p:spPr>
            <a:xfrm>
              <a:off x="4155948" y="3319272"/>
              <a:ext cx="82296" cy="82296"/>
            </a:xfrm>
            <a:prstGeom prst="rect">
              <a:avLst/>
            </a:prstGeom>
            <a:solidFill>
              <a:srgbClr val="8D4443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6" name="Patch 3,3 mosaic cell">
              <a:extLst>
                <a:ext uri="{FF2B5EF4-FFF2-40B4-BE49-F238E27FC236}">
                  <a16:creationId xmlns:a16="http://schemas.microsoft.com/office/drawing/2014/main" id="{62A029D3-3EDB-2A0F-10BA-51C1047DF2B2}"/>
                </a:ext>
              </a:extLst>
            </p:cNvPr>
            <p:cNvSpPr/>
            <p:nvPr/>
          </p:nvSpPr>
          <p:spPr>
            <a:xfrm>
              <a:off x="4233672" y="3319272"/>
              <a:ext cx="82296" cy="82296"/>
            </a:xfrm>
            <a:prstGeom prst="rect">
              <a:avLst/>
            </a:prstGeom>
            <a:solidFill>
              <a:srgbClr val="8B4541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7" name="Patch 3,3 mosaic cell">
              <a:extLst>
                <a:ext uri="{FF2B5EF4-FFF2-40B4-BE49-F238E27FC236}">
                  <a16:creationId xmlns:a16="http://schemas.microsoft.com/office/drawing/2014/main" id="{9E6C72A9-B9A4-CF80-25D6-E2F8305D1E52}"/>
                </a:ext>
              </a:extLst>
            </p:cNvPr>
            <p:cNvSpPr/>
            <p:nvPr/>
          </p:nvSpPr>
          <p:spPr>
            <a:xfrm>
              <a:off x="4311396" y="3319272"/>
              <a:ext cx="82296" cy="82296"/>
            </a:xfrm>
            <a:prstGeom prst="rect">
              <a:avLst/>
            </a:prstGeom>
            <a:solidFill>
              <a:srgbClr val="7C4444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8" name="Patch 3,3 mosaic cell">
              <a:extLst>
                <a:ext uri="{FF2B5EF4-FFF2-40B4-BE49-F238E27FC236}">
                  <a16:creationId xmlns:a16="http://schemas.microsoft.com/office/drawing/2014/main" id="{1D20C2EE-24A0-9EFE-05BA-C2A49BE60104}"/>
                </a:ext>
              </a:extLst>
            </p:cNvPr>
            <p:cNvSpPr/>
            <p:nvPr/>
          </p:nvSpPr>
          <p:spPr>
            <a:xfrm>
              <a:off x="4389120" y="3319272"/>
              <a:ext cx="82296" cy="82296"/>
            </a:xfrm>
            <a:prstGeom prst="rect">
              <a:avLst/>
            </a:prstGeom>
            <a:solidFill>
              <a:srgbClr val="5D3030"/>
            </a:solidFill>
            <a:ln>
              <a:noFill/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79" name="Patch tile border">
              <a:extLst>
                <a:ext uri="{FF2B5EF4-FFF2-40B4-BE49-F238E27FC236}">
                  <a16:creationId xmlns:a16="http://schemas.microsoft.com/office/drawing/2014/main" id="{D1EE9F03-A4DB-EA97-2CB2-800E52F68193}"/>
                </a:ext>
              </a:extLst>
            </p:cNvPr>
            <p:cNvSpPr/>
            <p:nvPr/>
          </p:nvSpPr>
          <p:spPr>
            <a:xfrm>
              <a:off x="4155948" y="3086100"/>
              <a:ext cx="310896" cy="310896"/>
            </a:xfrm>
            <a:prstGeom prst="rect">
              <a:avLst/>
            </a:prstGeom>
            <a:noFill/>
            <a:ln w="10160">
              <a:solidFill>
                <a:srgbClr val="FFFFF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580" name="Patch grid border">
              <a:extLst>
                <a:ext uri="{FF2B5EF4-FFF2-40B4-BE49-F238E27FC236}">
                  <a16:creationId xmlns:a16="http://schemas.microsoft.com/office/drawing/2014/main" id="{3B84C276-A2B5-0BBC-DEF2-4D8F4316B235}"/>
                </a:ext>
              </a:extLst>
            </p:cNvPr>
            <p:cNvSpPr/>
            <p:nvPr/>
          </p:nvSpPr>
          <p:spPr>
            <a:xfrm>
              <a:off x="3044952" y="1975104"/>
              <a:ext cx="1449324" cy="1449324"/>
            </a:xfrm>
            <a:prstGeom prst="rect">
              <a:avLst/>
            </a:prstGeom>
            <a:noFill/>
            <a:ln w="10160">
              <a:solidFill>
                <a:srgbClr val="D1D5DB"/>
              </a:solidFill>
            </a:ln>
          </p:spPr>
          <p:txBody>
            <a:bodyPr rtlCol="0" anchor="ctr"/>
            <a:lstStyle/>
            <a:p>
              <a:endParaRPr/>
            </a:p>
          </p:txBody>
        </p:sp>
      </p:grpSp>
      <p:cxnSp>
        <p:nvCxnSpPr>
          <p:cNvPr id="1642" name="Arrow">
            <a:extLst>
              <a:ext uri="{FF2B5EF4-FFF2-40B4-BE49-F238E27FC236}">
                <a16:creationId xmlns:a16="http://schemas.microsoft.com/office/drawing/2014/main" id="{7E6CB511-32B7-6E39-C656-D73DCFD17F65}"/>
              </a:ext>
            </a:extLst>
          </p:cNvPr>
          <p:cNvCxnSpPr>
            <a:cxnSpLocks/>
          </p:cNvCxnSpPr>
          <p:nvPr/>
        </p:nvCxnSpPr>
        <p:spPr>
          <a:xfrm>
            <a:off x="2914396" y="1097637"/>
            <a:ext cx="135014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0C26A47E-185E-D71A-2B01-C1D9B29372F1}"/>
              </a:ext>
            </a:extLst>
          </p:cNvPr>
          <p:cNvGrpSpPr/>
          <p:nvPr/>
        </p:nvGrpSpPr>
        <p:grpSpPr>
          <a:xfrm>
            <a:off x="2000596" y="1310532"/>
            <a:ext cx="578753" cy="1232012"/>
            <a:chOff x="1991071" y="1451752"/>
            <a:chExt cx="578753" cy="1232012"/>
          </a:xfrm>
        </p:grpSpPr>
        <p:grpSp>
          <p:nvGrpSpPr>
            <p:cNvPr id="1668" name="Group 1667">
              <a:extLst>
                <a:ext uri="{FF2B5EF4-FFF2-40B4-BE49-F238E27FC236}">
                  <a16:creationId xmlns:a16="http://schemas.microsoft.com/office/drawing/2014/main" id="{AAF119D2-30F9-D0A3-A2EA-2E4CF592B5C4}"/>
                </a:ext>
              </a:extLst>
            </p:cNvPr>
            <p:cNvGrpSpPr/>
            <p:nvPr/>
          </p:nvGrpSpPr>
          <p:grpSpPr>
            <a:xfrm>
              <a:off x="1991071" y="1451752"/>
              <a:ext cx="578753" cy="1232012"/>
              <a:chOff x="1991027" y="1464324"/>
              <a:chExt cx="578753" cy="1232012"/>
            </a:xfrm>
          </p:grpSpPr>
          <p:grpSp>
            <p:nvGrpSpPr>
              <p:cNvPr id="1643" name="Group 1642">
                <a:extLst>
                  <a:ext uri="{FF2B5EF4-FFF2-40B4-BE49-F238E27FC236}">
                    <a16:creationId xmlns:a16="http://schemas.microsoft.com/office/drawing/2014/main" id="{A552723C-0211-F175-1AFA-1459BCE8B245}"/>
                  </a:ext>
                </a:extLst>
              </p:cNvPr>
              <p:cNvGrpSpPr/>
              <p:nvPr/>
            </p:nvGrpSpPr>
            <p:grpSpPr>
              <a:xfrm>
                <a:off x="2008286" y="1464324"/>
                <a:ext cx="561494" cy="1232012"/>
                <a:chOff x="2018796" y="1413571"/>
                <a:chExt cx="561494" cy="1232012"/>
              </a:xfrm>
            </p:grpSpPr>
            <p:sp>
              <p:nvSpPr>
                <p:cNvPr id="179" name="Rounded Rectangle 178">
                  <a:extLst>
                    <a:ext uri="{FF2B5EF4-FFF2-40B4-BE49-F238E27FC236}">
                      <a16:creationId xmlns:a16="http://schemas.microsoft.com/office/drawing/2014/main" id="{2F543E9F-DC95-24D6-48FA-E6BFB38AA291}"/>
                    </a:ext>
                  </a:extLst>
                </p:cNvPr>
                <p:cNvSpPr/>
                <p:nvPr/>
              </p:nvSpPr>
              <p:spPr>
                <a:xfrm>
                  <a:off x="2023240" y="1413571"/>
                  <a:ext cx="520263" cy="1232012"/>
                </a:xfrm>
                <a:prstGeom prst="roundRect">
                  <a:avLst>
                    <a:gd name="adj" fmla="val 4567"/>
                  </a:avLst>
                </a:prstGeom>
                <a:noFill/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39" name="Group 1638">
                  <a:extLst>
                    <a:ext uri="{FF2B5EF4-FFF2-40B4-BE49-F238E27FC236}">
                      <a16:creationId xmlns:a16="http://schemas.microsoft.com/office/drawing/2014/main" id="{EEF2FDAA-612D-3E3E-8D71-929972885A20}"/>
                    </a:ext>
                  </a:extLst>
                </p:cNvPr>
                <p:cNvGrpSpPr/>
                <p:nvPr/>
              </p:nvGrpSpPr>
              <p:grpSpPr>
                <a:xfrm>
                  <a:off x="2070623" y="1582319"/>
                  <a:ext cx="430839" cy="1035151"/>
                  <a:chOff x="2617161" y="1380675"/>
                  <a:chExt cx="430839" cy="1035151"/>
                </a:xfrm>
              </p:grpSpPr>
              <p:sp>
                <p:nvSpPr>
                  <p:cNvPr id="1584" name="ViT trainable block">
                    <a:extLst>
                      <a:ext uri="{FF2B5EF4-FFF2-40B4-BE49-F238E27FC236}">
                        <a16:creationId xmlns:a16="http://schemas.microsoft.com/office/drawing/2014/main" id="{F24BBD62-1D13-BBB3-34DE-5EE19D70D6F5}"/>
                      </a:ext>
                    </a:extLst>
                  </p:cNvPr>
                  <p:cNvSpPr/>
                  <p:nvPr/>
                </p:nvSpPr>
                <p:spPr>
                  <a:xfrm>
                    <a:off x="2617161" y="1380675"/>
                    <a:ext cx="430839" cy="68104"/>
                  </a:xfrm>
                  <a:prstGeom prst="roundRect">
                    <a:avLst/>
                  </a:prstGeom>
                  <a:solidFill>
                    <a:srgbClr val="1D4ED8"/>
                  </a:solidFill>
                  <a:ln w="8255">
                    <a:solidFill>
                      <a:srgbClr val="143880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1">
                        <a:solidFill>
                          <a:srgbClr val="FFFFFF"/>
                        </a:solidFill>
                        <a:latin typeface="Arial"/>
                      </a:rPr>
                      <a:t>Block 12</a:t>
                    </a:r>
                  </a:p>
                </p:txBody>
              </p:sp>
              <p:sp>
                <p:nvSpPr>
                  <p:cNvPr id="1586" name="ViT trainable block">
                    <a:extLst>
                      <a:ext uri="{FF2B5EF4-FFF2-40B4-BE49-F238E27FC236}">
                        <a16:creationId xmlns:a16="http://schemas.microsoft.com/office/drawing/2014/main" id="{7F2C9EB3-9792-1B89-E4BA-76BD0744D652}"/>
                      </a:ext>
                    </a:extLst>
                  </p:cNvPr>
                  <p:cNvSpPr/>
                  <p:nvPr/>
                </p:nvSpPr>
                <p:spPr>
                  <a:xfrm>
                    <a:off x="2617161" y="1468588"/>
                    <a:ext cx="430839" cy="68104"/>
                  </a:xfrm>
                  <a:prstGeom prst="roundRect">
                    <a:avLst/>
                  </a:prstGeom>
                  <a:solidFill>
                    <a:srgbClr val="1D4ED8"/>
                  </a:solidFill>
                  <a:ln w="8255">
                    <a:solidFill>
                      <a:srgbClr val="143880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1">
                        <a:solidFill>
                          <a:srgbClr val="FFFFFF"/>
                        </a:solidFill>
                        <a:latin typeface="Arial"/>
                      </a:rPr>
                      <a:t>Block 11</a:t>
                    </a:r>
                  </a:p>
                </p:txBody>
              </p:sp>
              <p:sp>
                <p:nvSpPr>
                  <p:cNvPr id="1588" name="ViT trainable block">
                    <a:extLst>
                      <a:ext uri="{FF2B5EF4-FFF2-40B4-BE49-F238E27FC236}">
                        <a16:creationId xmlns:a16="http://schemas.microsoft.com/office/drawing/2014/main" id="{5087717B-9436-6943-7392-0F294ACE2184}"/>
                      </a:ext>
                    </a:extLst>
                  </p:cNvPr>
                  <p:cNvSpPr/>
                  <p:nvPr/>
                </p:nvSpPr>
                <p:spPr>
                  <a:xfrm>
                    <a:off x="2617161" y="1556501"/>
                    <a:ext cx="430839" cy="68104"/>
                  </a:xfrm>
                  <a:prstGeom prst="roundRect">
                    <a:avLst/>
                  </a:prstGeom>
                  <a:solidFill>
                    <a:srgbClr val="1D4ED8"/>
                  </a:solidFill>
                  <a:ln w="8255">
                    <a:solidFill>
                      <a:srgbClr val="143880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1" dirty="0">
                        <a:solidFill>
                          <a:srgbClr val="FFFFFF"/>
                        </a:solidFill>
                        <a:latin typeface="Arial"/>
                      </a:rPr>
                      <a:t>Block 10</a:t>
                    </a:r>
                  </a:p>
                </p:txBody>
              </p:sp>
              <p:sp>
                <p:nvSpPr>
                  <p:cNvPr id="1590" name="ViT trainable block">
                    <a:extLst>
                      <a:ext uri="{FF2B5EF4-FFF2-40B4-BE49-F238E27FC236}">
                        <a16:creationId xmlns:a16="http://schemas.microsoft.com/office/drawing/2014/main" id="{4E8B165F-EF4A-2805-2D39-22583AC15DA4}"/>
                      </a:ext>
                    </a:extLst>
                  </p:cNvPr>
                  <p:cNvSpPr/>
                  <p:nvPr/>
                </p:nvSpPr>
                <p:spPr>
                  <a:xfrm>
                    <a:off x="2617161" y="1644414"/>
                    <a:ext cx="430839" cy="68104"/>
                  </a:xfrm>
                  <a:prstGeom prst="roundRect">
                    <a:avLst/>
                  </a:prstGeom>
                  <a:solidFill>
                    <a:srgbClr val="1D4ED8"/>
                  </a:solidFill>
                  <a:ln w="8255">
                    <a:solidFill>
                      <a:srgbClr val="143880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1">
                        <a:solidFill>
                          <a:srgbClr val="FFFFFF"/>
                        </a:solidFill>
                        <a:latin typeface="Arial"/>
                      </a:rPr>
                      <a:t>Block 9</a:t>
                    </a:r>
                  </a:p>
                </p:txBody>
              </p:sp>
              <p:sp>
                <p:nvSpPr>
                  <p:cNvPr id="1592" name="ViT trainable block">
                    <a:extLst>
                      <a:ext uri="{FF2B5EF4-FFF2-40B4-BE49-F238E27FC236}">
                        <a16:creationId xmlns:a16="http://schemas.microsoft.com/office/drawing/2014/main" id="{2F6B4A16-BA77-4DEE-008E-CA58B5527653}"/>
                      </a:ext>
                    </a:extLst>
                  </p:cNvPr>
                  <p:cNvSpPr/>
                  <p:nvPr/>
                </p:nvSpPr>
                <p:spPr>
                  <a:xfrm>
                    <a:off x="2617161" y="1732327"/>
                    <a:ext cx="430839" cy="68104"/>
                  </a:xfrm>
                  <a:prstGeom prst="roundRect">
                    <a:avLst/>
                  </a:prstGeom>
                  <a:solidFill>
                    <a:srgbClr val="1D4ED8"/>
                  </a:solidFill>
                  <a:ln w="8255">
                    <a:solidFill>
                      <a:srgbClr val="143880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1" dirty="0">
                        <a:solidFill>
                          <a:srgbClr val="FFFFFF"/>
                        </a:solidFill>
                        <a:latin typeface="Arial"/>
                      </a:rPr>
                      <a:t>Block 8</a:t>
                    </a:r>
                  </a:p>
                </p:txBody>
              </p:sp>
              <p:sp>
                <p:nvSpPr>
                  <p:cNvPr id="1594" name="ViT trainable block">
                    <a:extLst>
                      <a:ext uri="{FF2B5EF4-FFF2-40B4-BE49-F238E27FC236}">
                        <a16:creationId xmlns:a16="http://schemas.microsoft.com/office/drawing/2014/main" id="{98BB0A9F-F8D0-7AF8-4062-6CDFB4458B6F}"/>
                      </a:ext>
                    </a:extLst>
                  </p:cNvPr>
                  <p:cNvSpPr/>
                  <p:nvPr/>
                </p:nvSpPr>
                <p:spPr>
                  <a:xfrm>
                    <a:off x="2617161" y="1820240"/>
                    <a:ext cx="430839" cy="68104"/>
                  </a:xfrm>
                  <a:prstGeom prst="roundRect">
                    <a:avLst/>
                  </a:prstGeom>
                  <a:solidFill>
                    <a:srgbClr val="1D4ED8"/>
                  </a:solidFill>
                  <a:ln w="8255">
                    <a:solidFill>
                      <a:srgbClr val="143880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1">
                        <a:solidFill>
                          <a:srgbClr val="FFFFFF"/>
                        </a:solidFill>
                        <a:latin typeface="Arial"/>
                      </a:rPr>
                      <a:t>Block 7</a:t>
                    </a:r>
                  </a:p>
                </p:txBody>
              </p:sp>
              <p:sp>
                <p:nvSpPr>
                  <p:cNvPr id="1596" name="ViT frozen block">
                    <a:extLst>
                      <a:ext uri="{FF2B5EF4-FFF2-40B4-BE49-F238E27FC236}">
                        <a16:creationId xmlns:a16="http://schemas.microsoft.com/office/drawing/2014/main" id="{8F718092-4D96-158F-09DC-A91E4D1B9AD9}"/>
                      </a:ext>
                    </a:extLst>
                  </p:cNvPr>
                  <p:cNvSpPr/>
                  <p:nvPr/>
                </p:nvSpPr>
                <p:spPr>
                  <a:xfrm>
                    <a:off x="2617161" y="1908153"/>
                    <a:ext cx="430839" cy="68104"/>
                  </a:xfrm>
                  <a:prstGeom prst="roundRect">
                    <a:avLst/>
                  </a:prstGeom>
                  <a:solidFill>
                    <a:srgbClr val="DCE6F2"/>
                  </a:solidFill>
                  <a:ln w="8255">
                    <a:solidFill>
                      <a:srgbClr val="9FB6CF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0">
                        <a:solidFill>
                          <a:srgbClr val="111827"/>
                        </a:solidFill>
                        <a:latin typeface="Arial"/>
                      </a:rPr>
                      <a:t>Block 6</a:t>
                    </a:r>
                  </a:p>
                </p:txBody>
              </p:sp>
              <p:sp>
                <p:nvSpPr>
                  <p:cNvPr id="1598" name="ViT frozen block">
                    <a:extLst>
                      <a:ext uri="{FF2B5EF4-FFF2-40B4-BE49-F238E27FC236}">
                        <a16:creationId xmlns:a16="http://schemas.microsoft.com/office/drawing/2014/main" id="{F15E6115-2F2C-8421-1DC3-54A5544D3248}"/>
                      </a:ext>
                    </a:extLst>
                  </p:cNvPr>
                  <p:cNvSpPr/>
                  <p:nvPr/>
                </p:nvSpPr>
                <p:spPr>
                  <a:xfrm>
                    <a:off x="2617161" y="1996066"/>
                    <a:ext cx="430839" cy="68104"/>
                  </a:xfrm>
                  <a:prstGeom prst="roundRect">
                    <a:avLst/>
                  </a:prstGeom>
                  <a:solidFill>
                    <a:srgbClr val="DCE6F2"/>
                  </a:solidFill>
                  <a:ln w="8255">
                    <a:solidFill>
                      <a:srgbClr val="9FB6CF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0">
                        <a:solidFill>
                          <a:srgbClr val="111827"/>
                        </a:solidFill>
                        <a:latin typeface="Arial"/>
                      </a:rPr>
                      <a:t>Block 5</a:t>
                    </a:r>
                  </a:p>
                </p:txBody>
              </p:sp>
              <p:sp>
                <p:nvSpPr>
                  <p:cNvPr id="1600" name="ViT frozen block">
                    <a:extLst>
                      <a:ext uri="{FF2B5EF4-FFF2-40B4-BE49-F238E27FC236}">
                        <a16:creationId xmlns:a16="http://schemas.microsoft.com/office/drawing/2014/main" id="{14BC0573-0BB3-FE1D-E3BA-695A67F125B1}"/>
                      </a:ext>
                    </a:extLst>
                  </p:cNvPr>
                  <p:cNvSpPr/>
                  <p:nvPr/>
                </p:nvSpPr>
                <p:spPr>
                  <a:xfrm>
                    <a:off x="2617161" y="2083979"/>
                    <a:ext cx="430839" cy="68104"/>
                  </a:xfrm>
                  <a:prstGeom prst="roundRect">
                    <a:avLst/>
                  </a:prstGeom>
                  <a:solidFill>
                    <a:srgbClr val="DCE6F2"/>
                  </a:solidFill>
                  <a:ln w="8255">
                    <a:solidFill>
                      <a:srgbClr val="9FB6CF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0">
                        <a:solidFill>
                          <a:srgbClr val="111827"/>
                        </a:solidFill>
                        <a:latin typeface="Arial"/>
                      </a:rPr>
                      <a:t>Block 4</a:t>
                    </a:r>
                  </a:p>
                </p:txBody>
              </p:sp>
              <p:sp>
                <p:nvSpPr>
                  <p:cNvPr id="1602" name="ViT frozen block">
                    <a:extLst>
                      <a:ext uri="{FF2B5EF4-FFF2-40B4-BE49-F238E27FC236}">
                        <a16:creationId xmlns:a16="http://schemas.microsoft.com/office/drawing/2014/main" id="{170B0903-227C-D021-CE69-44F524C0EA04}"/>
                      </a:ext>
                    </a:extLst>
                  </p:cNvPr>
                  <p:cNvSpPr/>
                  <p:nvPr/>
                </p:nvSpPr>
                <p:spPr>
                  <a:xfrm>
                    <a:off x="2617161" y="2171892"/>
                    <a:ext cx="430839" cy="68104"/>
                  </a:xfrm>
                  <a:prstGeom prst="roundRect">
                    <a:avLst/>
                  </a:prstGeom>
                  <a:solidFill>
                    <a:srgbClr val="DCE6F2"/>
                  </a:solidFill>
                  <a:ln w="8255">
                    <a:solidFill>
                      <a:srgbClr val="9FB6CF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0">
                        <a:solidFill>
                          <a:srgbClr val="111827"/>
                        </a:solidFill>
                        <a:latin typeface="Arial"/>
                      </a:rPr>
                      <a:t>Block 3</a:t>
                    </a:r>
                  </a:p>
                </p:txBody>
              </p:sp>
              <p:sp>
                <p:nvSpPr>
                  <p:cNvPr id="1604" name="ViT frozen block">
                    <a:extLst>
                      <a:ext uri="{FF2B5EF4-FFF2-40B4-BE49-F238E27FC236}">
                        <a16:creationId xmlns:a16="http://schemas.microsoft.com/office/drawing/2014/main" id="{E92C2EBB-2A7B-C2F4-9400-3F8963DD5FA5}"/>
                      </a:ext>
                    </a:extLst>
                  </p:cNvPr>
                  <p:cNvSpPr/>
                  <p:nvPr/>
                </p:nvSpPr>
                <p:spPr>
                  <a:xfrm>
                    <a:off x="2617161" y="2259805"/>
                    <a:ext cx="430839" cy="68104"/>
                  </a:xfrm>
                  <a:prstGeom prst="roundRect">
                    <a:avLst/>
                  </a:prstGeom>
                  <a:solidFill>
                    <a:srgbClr val="DCE6F2"/>
                  </a:solidFill>
                  <a:ln w="8255">
                    <a:solidFill>
                      <a:srgbClr val="9FB6CF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0">
                        <a:solidFill>
                          <a:srgbClr val="111827"/>
                        </a:solidFill>
                        <a:latin typeface="Arial"/>
                      </a:rPr>
                      <a:t>Block 2</a:t>
                    </a:r>
                  </a:p>
                </p:txBody>
              </p:sp>
              <p:sp>
                <p:nvSpPr>
                  <p:cNvPr id="1606" name="ViT frozen block">
                    <a:extLst>
                      <a:ext uri="{FF2B5EF4-FFF2-40B4-BE49-F238E27FC236}">
                        <a16:creationId xmlns:a16="http://schemas.microsoft.com/office/drawing/2014/main" id="{9F82C3E5-957A-24FE-EED6-F41D71C8A69D}"/>
                      </a:ext>
                    </a:extLst>
                  </p:cNvPr>
                  <p:cNvSpPr/>
                  <p:nvPr/>
                </p:nvSpPr>
                <p:spPr>
                  <a:xfrm>
                    <a:off x="2617161" y="2347722"/>
                    <a:ext cx="430839" cy="68104"/>
                  </a:xfrm>
                  <a:prstGeom prst="roundRect">
                    <a:avLst/>
                  </a:prstGeom>
                  <a:solidFill>
                    <a:srgbClr val="DCE6F2"/>
                  </a:solidFill>
                  <a:ln w="8255">
                    <a:solidFill>
                      <a:srgbClr val="9FB6CF"/>
                    </a:solidFill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400" b="0">
                        <a:solidFill>
                          <a:srgbClr val="111827"/>
                        </a:solidFill>
                        <a:latin typeface="Arial"/>
                      </a:rPr>
                      <a:t>Block 1</a:t>
                    </a:r>
                  </a:p>
                </p:txBody>
              </p:sp>
            </p:grpSp>
            <p:cxnSp>
              <p:nvCxnSpPr>
                <p:cNvPr id="1607" name="Frozen separator">
                  <a:extLst>
                    <a:ext uri="{FF2B5EF4-FFF2-40B4-BE49-F238E27FC236}">
                      <a16:creationId xmlns:a16="http://schemas.microsoft.com/office/drawing/2014/main" id="{78E60E72-6EAC-737D-4E1B-95D3E0887C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8796" y="2099387"/>
                  <a:ext cx="561494" cy="0"/>
                </a:xfrm>
                <a:prstGeom prst="line">
                  <a:avLst/>
                </a:prstGeom>
                <a:ln w="11430">
                  <a:solidFill>
                    <a:srgbClr val="334155"/>
                  </a:solidFill>
                  <a:prstDash val="dash"/>
                </a:ln>
              </p:spPr>
            </p:cxnSp>
          </p:grpSp>
          <p:sp>
            <p:nvSpPr>
              <p:cNvPr id="1667" name="TextBox 1666">
                <a:extLst>
                  <a:ext uri="{FF2B5EF4-FFF2-40B4-BE49-F238E27FC236}">
                    <a16:creationId xmlns:a16="http://schemas.microsoft.com/office/drawing/2014/main" id="{70AF2797-F584-7F89-9EAB-1129590C1E1F}"/>
                  </a:ext>
                </a:extLst>
              </p:cNvPr>
              <p:cNvSpPr txBox="1"/>
              <p:nvPr/>
            </p:nvSpPr>
            <p:spPr>
              <a:xfrm flipH="1">
                <a:off x="1991027" y="1490173"/>
                <a:ext cx="560342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400" b="1" dirty="0">
                    <a:solidFill>
                      <a:srgbClr val="111827"/>
                    </a:solidFill>
                    <a:latin typeface="Arial"/>
                  </a:rPr>
                  <a:t>ViT transformer </a:t>
                </a:r>
              </a:p>
              <a:p>
                <a:pPr algn="ctr"/>
                <a:r>
                  <a:rPr lang="en-US" sz="400" b="1" dirty="0">
                    <a:solidFill>
                      <a:srgbClr val="111827"/>
                    </a:solidFill>
                    <a:latin typeface="Arial"/>
                  </a:rPr>
                  <a:t>blocks</a:t>
                </a:r>
                <a:endParaRPr lang="en-US" sz="400" dirty="0"/>
              </a:p>
            </p:txBody>
          </p:sp>
        </p:grpSp>
        <p:pic>
          <p:nvPicPr>
            <p:cNvPr id="1645" name="Graphic 1644" descr="Snowflake with solid fill">
              <a:extLst>
                <a:ext uri="{FF2B5EF4-FFF2-40B4-BE49-F238E27FC236}">
                  <a16:creationId xmlns:a16="http://schemas.microsoft.com/office/drawing/2014/main" id="{FDD6CDE2-8555-3326-1A0A-3AFB498A1B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728" y="2147501"/>
              <a:ext cx="91437" cy="91437"/>
            </a:xfrm>
            <a:prstGeom prst="rect">
              <a:avLst/>
            </a:prstGeom>
          </p:spPr>
        </p:pic>
        <p:pic>
          <p:nvPicPr>
            <p:cNvPr id="1646" name="Graphic 1645" descr="Snowflake with solid fill">
              <a:extLst>
                <a:ext uri="{FF2B5EF4-FFF2-40B4-BE49-F238E27FC236}">
                  <a16:creationId xmlns:a16="http://schemas.microsoft.com/office/drawing/2014/main" id="{43F65686-12F2-55BE-BB7B-D8CDD29310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728" y="2234826"/>
              <a:ext cx="91437" cy="91437"/>
            </a:xfrm>
            <a:prstGeom prst="rect">
              <a:avLst/>
            </a:prstGeom>
          </p:spPr>
        </p:pic>
        <p:pic>
          <p:nvPicPr>
            <p:cNvPr id="1647" name="Graphic 1646" descr="Snowflake with solid fill">
              <a:extLst>
                <a:ext uri="{FF2B5EF4-FFF2-40B4-BE49-F238E27FC236}">
                  <a16:creationId xmlns:a16="http://schemas.microsoft.com/office/drawing/2014/main" id="{2DA1EA52-001B-3A58-3BFD-BB7C7F4C8A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728" y="2322151"/>
              <a:ext cx="91437" cy="91437"/>
            </a:xfrm>
            <a:prstGeom prst="rect">
              <a:avLst/>
            </a:prstGeom>
          </p:spPr>
        </p:pic>
        <p:pic>
          <p:nvPicPr>
            <p:cNvPr id="1648" name="Graphic 1647" descr="Snowflake with solid fill">
              <a:extLst>
                <a:ext uri="{FF2B5EF4-FFF2-40B4-BE49-F238E27FC236}">
                  <a16:creationId xmlns:a16="http://schemas.microsoft.com/office/drawing/2014/main" id="{10A5F0E8-1446-0870-7BC4-BBD8B4FE78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728" y="2409476"/>
              <a:ext cx="91437" cy="91437"/>
            </a:xfrm>
            <a:prstGeom prst="rect">
              <a:avLst/>
            </a:prstGeom>
          </p:spPr>
        </p:pic>
        <p:pic>
          <p:nvPicPr>
            <p:cNvPr id="1649" name="Graphic 1648" descr="Snowflake with solid fill">
              <a:extLst>
                <a:ext uri="{FF2B5EF4-FFF2-40B4-BE49-F238E27FC236}">
                  <a16:creationId xmlns:a16="http://schemas.microsoft.com/office/drawing/2014/main" id="{F27E3ABA-A33E-9B49-05AB-700446F43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728" y="2496801"/>
              <a:ext cx="91437" cy="91437"/>
            </a:xfrm>
            <a:prstGeom prst="rect">
              <a:avLst/>
            </a:prstGeom>
          </p:spPr>
        </p:pic>
        <p:pic>
          <p:nvPicPr>
            <p:cNvPr id="1650" name="Graphic 1649" descr="Snowflake with solid fill">
              <a:extLst>
                <a:ext uri="{FF2B5EF4-FFF2-40B4-BE49-F238E27FC236}">
                  <a16:creationId xmlns:a16="http://schemas.microsoft.com/office/drawing/2014/main" id="{5E35018B-7CE9-3705-6141-275C9010DF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95728" y="2584126"/>
              <a:ext cx="91437" cy="91437"/>
            </a:xfrm>
            <a:prstGeom prst="rect">
              <a:avLst/>
            </a:prstGeom>
          </p:spPr>
        </p:pic>
        <p:pic>
          <p:nvPicPr>
            <p:cNvPr id="1652" name="Graphic 1651" descr="Fire with solid fill">
              <a:extLst>
                <a:ext uri="{FF2B5EF4-FFF2-40B4-BE49-F238E27FC236}">
                  <a16:creationId xmlns:a16="http://schemas.microsoft.com/office/drawing/2014/main" id="{9C30F737-0774-7293-3581-6AB36D5F49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11713" y="1628107"/>
              <a:ext cx="61551" cy="61551"/>
            </a:xfrm>
            <a:prstGeom prst="rect">
              <a:avLst/>
            </a:prstGeom>
          </p:spPr>
        </p:pic>
        <p:pic>
          <p:nvPicPr>
            <p:cNvPr id="1653" name="Graphic 1652" descr="Fire with solid fill">
              <a:extLst>
                <a:ext uri="{FF2B5EF4-FFF2-40B4-BE49-F238E27FC236}">
                  <a16:creationId xmlns:a16="http://schemas.microsoft.com/office/drawing/2014/main" id="{D314D8E7-33F2-5E73-1C84-7752681970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11713" y="1804157"/>
              <a:ext cx="61551" cy="61551"/>
            </a:xfrm>
            <a:prstGeom prst="rect">
              <a:avLst/>
            </a:prstGeom>
          </p:spPr>
        </p:pic>
        <p:pic>
          <p:nvPicPr>
            <p:cNvPr id="1654" name="Graphic 1653" descr="Fire with solid fill">
              <a:extLst>
                <a:ext uri="{FF2B5EF4-FFF2-40B4-BE49-F238E27FC236}">
                  <a16:creationId xmlns:a16="http://schemas.microsoft.com/office/drawing/2014/main" id="{B97AE5BF-F79F-9349-7AC3-1BC2E39437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11713" y="1716132"/>
              <a:ext cx="61551" cy="61551"/>
            </a:xfrm>
            <a:prstGeom prst="rect">
              <a:avLst/>
            </a:prstGeom>
          </p:spPr>
        </p:pic>
        <p:pic>
          <p:nvPicPr>
            <p:cNvPr id="1655" name="Graphic 1654" descr="Fire with solid fill">
              <a:extLst>
                <a:ext uri="{FF2B5EF4-FFF2-40B4-BE49-F238E27FC236}">
                  <a16:creationId xmlns:a16="http://schemas.microsoft.com/office/drawing/2014/main" id="{63E699CC-0CD3-D987-AA7C-257DB18B9D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11713" y="1892182"/>
              <a:ext cx="61551" cy="61551"/>
            </a:xfrm>
            <a:prstGeom prst="rect">
              <a:avLst/>
            </a:prstGeom>
          </p:spPr>
        </p:pic>
        <p:pic>
          <p:nvPicPr>
            <p:cNvPr id="1656" name="Graphic 1655" descr="Fire with solid fill">
              <a:extLst>
                <a:ext uri="{FF2B5EF4-FFF2-40B4-BE49-F238E27FC236}">
                  <a16:creationId xmlns:a16="http://schemas.microsoft.com/office/drawing/2014/main" id="{536744C0-C958-5BD8-6E85-34EC08D9F4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11713" y="1980207"/>
              <a:ext cx="61551" cy="61551"/>
            </a:xfrm>
            <a:prstGeom prst="rect">
              <a:avLst/>
            </a:prstGeom>
          </p:spPr>
        </p:pic>
        <p:pic>
          <p:nvPicPr>
            <p:cNvPr id="1657" name="Graphic 1656" descr="Fire with solid fill">
              <a:extLst>
                <a:ext uri="{FF2B5EF4-FFF2-40B4-BE49-F238E27FC236}">
                  <a16:creationId xmlns:a16="http://schemas.microsoft.com/office/drawing/2014/main" id="{91E916AD-6DCD-FBB8-D2E5-3D651FB4FD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11713" y="2068234"/>
              <a:ext cx="61551" cy="61551"/>
            </a:xfrm>
            <a:prstGeom prst="rect">
              <a:avLst/>
            </a:prstGeom>
          </p:spPr>
        </p:pic>
      </p:grpSp>
      <p:sp>
        <p:nvSpPr>
          <p:cNvPr id="1658" name="Rectangle 1657">
            <a:extLst>
              <a:ext uri="{FF2B5EF4-FFF2-40B4-BE49-F238E27FC236}">
                <a16:creationId xmlns:a16="http://schemas.microsoft.com/office/drawing/2014/main" id="{6D13F760-9191-3E7F-A88B-D7AF6D6480DE}"/>
              </a:ext>
            </a:extLst>
          </p:cNvPr>
          <p:cNvSpPr/>
          <p:nvPr/>
        </p:nvSpPr>
        <p:spPr>
          <a:xfrm>
            <a:off x="1444752" y="2230449"/>
            <a:ext cx="164593" cy="1692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500" dirty="0"/>
              <a:t>CLS</a:t>
            </a:r>
            <a:endParaRPr lang="en-US" sz="300" dirty="0"/>
          </a:p>
        </p:txBody>
      </p:sp>
      <p:sp>
        <p:nvSpPr>
          <p:cNvPr id="1662" name="Clip outline">
            <a:extLst>
              <a:ext uri="{FF2B5EF4-FFF2-40B4-BE49-F238E27FC236}">
                <a16:creationId xmlns:a16="http://schemas.microsoft.com/office/drawing/2014/main" id="{D7A93C35-7C1A-B67B-9F88-789A1B1781B0}"/>
              </a:ext>
            </a:extLst>
          </p:cNvPr>
          <p:cNvSpPr/>
          <p:nvPr/>
        </p:nvSpPr>
        <p:spPr>
          <a:xfrm>
            <a:off x="1228089" y="1528758"/>
            <a:ext cx="607105" cy="908772"/>
          </a:xfrm>
          <a:prstGeom prst="roundRect">
            <a:avLst>
              <a:gd name="adj" fmla="val 7069"/>
            </a:avLst>
          </a:prstGeom>
          <a:noFill/>
          <a:ln w="12700">
            <a:solidFill>
              <a:srgbClr val="1D4ED8"/>
            </a:solidFill>
            <a:prstDash val="dash"/>
          </a:ln>
        </p:spPr>
        <p:txBody>
          <a:bodyPr rtlCol="0" anchor="ctr"/>
          <a:lstStyle/>
          <a:p>
            <a:endParaRPr dirty="0"/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AF3E3546-6DB5-DA37-7584-AEAF55773DA0}"/>
              </a:ext>
            </a:extLst>
          </p:cNvPr>
          <p:cNvSpPr txBox="1"/>
          <p:nvPr/>
        </p:nvSpPr>
        <p:spPr>
          <a:xfrm>
            <a:off x="1622636" y="2356197"/>
            <a:ext cx="109136" cy="46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00" b="0" i="0" dirty="0">
                <a:effectLst/>
                <a:latin typeface="+mj-lt"/>
              </a:rPr>
              <a:t>(768,)</a:t>
            </a:r>
          </a:p>
        </p:txBody>
      </p:sp>
      <p:sp>
        <p:nvSpPr>
          <p:cNvPr id="1665" name="TextBox 1664">
            <a:extLst>
              <a:ext uri="{FF2B5EF4-FFF2-40B4-BE49-F238E27FC236}">
                <a16:creationId xmlns:a16="http://schemas.microsoft.com/office/drawing/2014/main" id="{04545530-849E-B562-DD5E-D8381AD15FD5}"/>
              </a:ext>
            </a:extLst>
          </p:cNvPr>
          <p:cNvSpPr txBox="1"/>
          <p:nvPr/>
        </p:nvSpPr>
        <p:spPr>
          <a:xfrm>
            <a:off x="1576221" y="2156656"/>
            <a:ext cx="251182" cy="46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00" b="0" i="0" dirty="0">
                <a:effectLst/>
                <a:latin typeface="+mj-lt"/>
              </a:rPr>
              <a:t>16 x 16 x (768,)</a:t>
            </a:r>
          </a:p>
        </p:txBody>
      </p:sp>
      <p:sp>
        <p:nvSpPr>
          <p:cNvPr id="1669" name="TextBox 1668">
            <a:extLst>
              <a:ext uri="{FF2B5EF4-FFF2-40B4-BE49-F238E27FC236}">
                <a16:creationId xmlns:a16="http://schemas.microsoft.com/office/drawing/2014/main" id="{10534B5A-0452-885B-E803-167D52DC3DC4}"/>
              </a:ext>
            </a:extLst>
          </p:cNvPr>
          <p:cNvSpPr txBox="1"/>
          <p:nvPr/>
        </p:nvSpPr>
        <p:spPr>
          <a:xfrm>
            <a:off x="1647825" y="2453436"/>
            <a:ext cx="196838" cy="46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00" dirty="0">
                <a:latin typeface="+mj-lt"/>
              </a:rPr>
              <a:t>197 x</a:t>
            </a:r>
            <a:r>
              <a:rPr lang="en-US" sz="300" b="0" i="0" dirty="0">
                <a:effectLst/>
                <a:latin typeface="+mj-lt"/>
              </a:rPr>
              <a:t> (768,)</a:t>
            </a:r>
          </a:p>
        </p:txBody>
      </p:sp>
      <p:cxnSp>
        <p:nvCxnSpPr>
          <p:cNvPr id="2162" name="Arrow">
            <a:extLst>
              <a:ext uri="{FF2B5EF4-FFF2-40B4-BE49-F238E27FC236}">
                <a16:creationId xmlns:a16="http://schemas.microsoft.com/office/drawing/2014/main" id="{EFB5D6CC-066C-5FE8-A117-063501DD0E67}"/>
              </a:ext>
            </a:extLst>
          </p:cNvPr>
          <p:cNvCxnSpPr>
            <a:cxnSpLocks/>
          </p:cNvCxnSpPr>
          <p:nvPr/>
        </p:nvCxnSpPr>
        <p:spPr>
          <a:xfrm>
            <a:off x="3244596" y="1681372"/>
            <a:ext cx="135014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165" name="Arrow">
            <a:extLst>
              <a:ext uri="{FF2B5EF4-FFF2-40B4-BE49-F238E27FC236}">
                <a16:creationId xmlns:a16="http://schemas.microsoft.com/office/drawing/2014/main" id="{52E21018-8356-688F-8545-C549887B0556}"/>
              </a:ext>
            </a:extLst>
          </p:cNvPr>
          <p:cNvCxnSpPr>
            <a:cxnSpLocks/>
          </p:cNvCxnSpPr>
          <p:nvPr/>
        </p:nvCxnSpPr>
        <p:spPr>
          <a:xfrm>
            <a:off x="7817871" y="2052493"/>
            <a:ext cx="1585888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sp>
        <p:nvSpPr>
          <p:cNvPr id="2175" name="TextBox 2174">
            <a:extLst>
              <a:ext uri="{FF2B5EF4-FFF2-40B4-BE49-F238E27FC236}">
                <a16:creationId xmlns:a16="http://schemas.microsoft.com/office/drawing/2014/main" id="{02CBF99C-F0DF-9E2F-6FCE-A9D36BE81759}"/>
              </a:ext>
            </a:extLst>
          </p:cNvPr>
          <p:cNvSpPr txBox="1"/>
          <p:nvPr/>
        </p:nvSpPr>
        <p:spPr>
          <a:xfrm>
            <a:off x="1241806" y="1376953"/>
            <a:ext cx="553466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00" b="1" dirty="0">
                <a:solidFill>
                  <a:srgbClr val="111827"/>
                </a:solidFill>
                <a:latin typeface="Arial"/>
              </a:rPr>
              <a:t>16 x 16 px patches (196 + 1)</a:t>
            </a:r>
          </a:p>
        </p:txBody>
      </p:sp>
      <p:sp>
        <p:nvSpPr>
          <p:cNvPr id="2176" name="TextBox 2175">
            <a:extLst>
              <a:ext uri="{FF2B5EF4-FFF2-40B4-BE49-F238E27FC236}">
                <a16:creationId xmlns:a16="http://schemas.microsoft.com/office/drawing/2014/main" id="{CFB0B669-7A2B-AA08-2298-A2CC73CF9DA5}"/>
              </a:ext>
            </a:extLst>
          </p:cNvPr>
          <p:cNvSpPr txBox="1"/>
          <p:nvPr/>
        </p:nvSpPr>
        <p:spPr>
          <a:xfrm>
            <a:off x="411353" y="1441001"/>
            <a:ext cx="553466" cy="615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400" b="1" dirty="0">
                <a:solidFill>
                  <a:srgbClr val="111827"/>
                </a:solidFill>
                <a:latin typeface="Arial"/>
              </a:rPr>
              <a:t>224 x 244 x 3 frame</a:t>
            </a:r>
          </a:p>
        </p:txBody>
      </p:sp>
      <p:sp>
        <p:nvSpPr>
          <p:cNvPr id="2177" name="TextBox 2176">
            <a:extLst>
              <a:ext uri="{FF2B5EF4-FFF2-40B4-BE49-F238E27FC236}">
                <a16:creationId xmlns:a16="http://schemas.microsoft.com/office/drawing/2014/main" id="{1E279F83-4C3C-FC15-6A1B-7DFB87AFF090}"/>
              </a:ext>
            </a:extLst>
          </p:cNvPr>
          <p:cNvSpPr txBox="1"/>
          <p:nvPr/>
        </p:nvSpPr>
        <p:spPr>
          <a:xfrm>
            <a:off x="2363107" y="2567387"/>
            <a:ext cx="196838" cy="46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00" dirty="0">
                <a:latin typeface="+mj-lt"/>
              </a:rPr>
              <a:t>loop 1..12</a:t>
            </a:r>
            <a:endParaRPr lang="en-US" sz="300" b="0" i="0" dirty="0">
              <a:effectLst/>
              <a:latin typeface="+mj-lt"/>
            </a:endParaRPr>
          </a:p>
        </p:txBody>
      </p:sp>
      <p:grpSp>
        <p:nvGrpSpPr>
          <p:cNvPr id="2730" name="Group 2729">
            <a:extLst>
              <a:ext uri="{FF2B5EF4-FFF2-40B4-BE49-F238E27FC236}">
                <a16:creationId xmlns:a16="http://schemas.microsoft.com/office/drawing/2014/main" id="{2F63E284-CDCB-8983-1DED-3677675E151F}"/>
              </a:ext>
            </a:extLst>
          </p:cNvPr>
          <p:cNvGrpSpPr/>
          <p:nvPr/>
        </p:nvGrpSpPr>
        <p:grpSpPr>
          <a:xfrm>
            <a:off x="6783096" y="1277288"/>
            <a:ext cx="686694" cy="1106774"/>
            <a:chOff x="2710556" y="1392828"/>
            <a:chExt cx="686694" cy="11067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8" name="TextBox 2177">
                  <a:extLst>
                    <a:ext uri="{FF2B5EF4-FFF2-40B4-BE49-F238E27FC236}">
                      <a16:creationId xmlns:a16="http://schemas.microsoft.com/office/drawing/2014/main" id="{5847F01D-C80F-753B-61AE-9EFC1FC42CEB}"/>
                    </a:ext>
                  </a:extLst>
                </p:cNvPr>
                <p:cNvSpPr txBox="1"/>
                <p:nvPr/>
              </p:nvSpPr>
              <p:spPr>
                <a:xfrm>
                  <a:off x="3337687" y="1538739"/>
                  <a:ext cx="5956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b="1" dirty="0">
                    <a:solidFill>
                      <a:srgbClr val="111827"/>
                    </a:solidFill>
                    <a:latin typeface="Arial"/>
                  </a:endParaRPr>
                </a:p>
              </p:txBody>
            </p:sp>
          </mc:Choice>
          <mc:Fallback>
            <p:sp>
              <p:nvSpPr>
                <p:cNvPr id="2178" name="TextBox 2177">
                  <a:extLst>
                    <a:ext uri="{FF2B5EF4-FFF2-40B4-BE49-F238E27FC236}">
                      <a16:creationId xmlns:a16="http://schemas.microsoft.com/office/drawing/2014/main" id="{5847F01D-C80F-753B-61AE-9EFC1FC42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687" y="1538739"/>
                  <a:ext cx="5956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00000" r="-100000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656AE8-2192-1B58-D541-49C5FF3C8646}"/>
                </a:ext>
              </a:extLst>
            </p:cNvPr>
            <p:cNvGrpSpPr/>
            <p:nvPr/>
          </p:nvGrpSpPr>
          <p:grpSpPr>
            <a:xfrm>
              <a:off x="2724912" y="1568850"/>
              <a:ext cx="573786" cy="573786"/>
              <a:chOff x="3044952" y="1975104"/>
              <a:chExt cx="1449324" cy="1449324"/>
            </a:xfrm>
          </p:grpSpPr>
          <p:sp>
            <p:nvSpPr>
              <p:cNvPr id="36" name="Patch 0,0 mosaic cell">
                <a:extLst>
                  <a:ext uri="{FF2B5EF4-FFF2-40B4-BE49-F238E27FC236}">
                    <a16:creationId xmlns:a16="http://schemas.microsoft.com/office/drawing/2014/main" id="{085D3C51-D1E5-482F-728D-61332E7A4C33}"/>
                  </a:ext>
                </a:extLst>
              </p:cNvPr>
              <p:cNvSpPr/>
              <p:nvPr/>
            </p:nvSpPr>
            <p:spPr>
              <a:xfrm>
                <a:off x="3072384" y="2002536"/>
                <a:ext cx="82296" cy="82296"/>
              </a:xfrm>
              <a:prstGeom prst="rect">
                <a:avLst/>
              </a:prstGeom>
              <a:solidFill>
                <a:srgbClr val="11070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37" name="Patch 0,0 mosaic cell">
                <a:extLst>
                  <a:ext uri="{FF2B5EF4-FFF2-40B4-BE49-F238E27FC236}">
                    <a16:creationId xmlns:a16="http://schemas.microsoft.com/office/drawing/2014/main" id="{5999B697-31FE-BF6A-265D-05ABA59DAEED}"/>
                  </a:ext>
                </a:extLst>
              </p:cNvPr>
              <p:cNvSpPr/>
              <p:nvPr/>
            </p:nvSpPr>
            <p:spPr>
              <a:xfrm>
                <a:off x="3150108" y="2002536"/>
                <a:ext cx="82296" cy="82296"/>
              </a:xfrm>
              <a:prstGeom prst="rect">
                <a:avLst/>
              </a:prstGeom>
              <a:solidFill>
                <a:srgbClr val="160A0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38" name="Patch 0,0 mosaic cell">
                <a:extLst>
                  <a:ext uri="{FF2B5EF4-FFF2-40B4-BE49-F238E27FC236}">
                    <a16:creationId xmlns:a16="http://schemas.microsoft.com/office/drawing/2014/main" id="{4F1BF5C1-3E62-81CC-68CD-A1EF281C0047}"/>
                  </a:ext>
                </a:extLst>
              </p:cNvPr>
              <p:cNvSpPr/>
              <p:nvPr/>
            </p:nvSpPr>
            <p:spPr>
              <a:xfrm>
                <a:off x="3227832" y="2002536"/>
                <a:ext cx="82296" cy="82296"/>
              </a:xfrm>
              <a:prstGeom prst="rect">
                <a:avLst/>
              </a:prstGeom>
              <a:solidFill>
                <a:srgbClr val="34160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41" name="Patch 0,0 mosaic cell">
                <a:extLst>
                  <a:ext uri="{FF2B5EF4-FFF2-40B4-BE49-F238E27FC236}">
                    <a16:creationId xmlns:a16="http://schemas.microsoft.com/office/drawing/2014/main" id="{910E49CA-FD2C-3066-020B-4079B76145EA}"/>
                  </a:ext>
                </a:extLst>
              </p:cNvPr>
              <p:cNvSpPr/>
              <p:nvPr/>
            </p:nvSpPr>
            <p:spPr>
              <a:xfrm>
                <a:off x="3305556" y="2002536"/>
                <a:ext cx="82296" cy="82296"/>
              </a:xfrm>
              <a:prstGeom prst="rect">
                <a:avLst/>
              </a:prstGeom>
              <a:solidFill>
                <a:srgbClr val="893F2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3" name="Patch 0,0 mosaic cell">
                <a:extLst>
                  <a:ext uri="{FF2B5EF4-FFF2-40B4-BE49-F238E27FC236}">
                    <a16:creationId xmlns:a16="http://schemas.microsoft.com/office/drawing/2014/main" id="{600B69CF-451D-0BB5-6887-AB5C5167A559}"/>
                  </a:ext>
                </a:extLst>
              </p:cNvPr>
              <p:cNvSpPr/>
              <p:nvPr/>
            </p:nvSpPr>
            <p:spPr>
              <a:xfrm>
                <a:off x="3072384" y="2080260"/>
                <a:ext cx="82296" cy="82296"/>
              </a:xfrm>
              <a:prstGeom prst="rect">
                <a:avLst/>
              </a:prstGeom>
              <a:solidFill>
                <a:srgbClr val="150A0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5" name="Patch 0,0 mosaic cell">
                <a:extLst>
                  <a:ext uri="{FF2B5EF4-FFF2-40B4-BE49-F238E27FC236}">
                    <a16:creationId xmlns:a16="http://schemas.microsoft.com/office/drawing/2014/main" id="{D4EE047F-A90D-1191-B669-652A454C9299}"/>
                  </a:ext>
                </a:extLst>
              </p:cNvPr>
              <p:cNvSpPr/>
              <p:nvPr/>
            </p:nvSpPr>
            <p:spPr>
              <a:xfrm>
                <a:off x="3150108" y="2080260"/>
                <a:ext cx="82296" cy="82296"/>
              </a:xfrm>
              <a:prstGeom prst="rect">
                <a:avLst/>
              </a:prstGeom>
              <a:solidFill>
                <a:srgbClr val="170C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" name="Patch 0,0 mosaic cell">
                <a:extLst>
                  <a:ext uri="{FF2B5EF4-FFF2-40B4-BE49-F238E27FC236}">
                    <a16:creationId xmlns:a16="http://schemas.microsoft.com/office/drawing/2014/main" id="{02306BD7-A75B-DD17-0478-80E09C805BC5}"/>
                  </a:ext>
                </a:extLst>
              </p:cNvPr>
              <p:cNvSpPr/>
              <p:nvPr/>
            </p:nvSpPr>
            <p:spPr>
              <a:xfrm>
                <a:off x="3227832" y="2080260"/>
                <a:ext cx="82296" cy="82296"/>
              </a:xfrm>
              <a:prstGeom prst="rect">
                <a:avLst/>
              </a:prstGeom>
              <a:solidFill>
                <a:srgbClr val="200E0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" name="Patch 0,0 mosaic cell">
                <a:extLst>
                  <a:ext uri="{FF2B5EF4-FFF2-40B4-BE49-F238E27FC236}">
                    <a16:creationId xmlns:a16="http://schemas.microsoft.com/office/drawing/2014/main" id="{545A197F-9AEE-96BD-CF64-2DE7ED56F81A}"/>
                  </a:ext>
                </a:extLst>
              </p:cNvPr>
              <p:cNvSpPr/>
              <p:nvPr/>
            </p:nvSpPr>
            <p:spPr>
              <a:xfrm>
                <a:off x="3305556" y="2080260"/>
                <a:ext cx="82296" cy="82296"/>
              </a:xfrm>
              <a:prstGeom prst="rect">
                <a:avLst/>
              </a:prstGeom>
              <a:solidFill>
                <a:srgbClr val="5B231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" name="Patch 0,0 mosaic cell">
                <a:extLst>
                  <a:ext uri="{FF2B5EF4-FFF2-40B4-BE49-F238E27FC236}">
                    <a16:creationId xmlns:a16="http://schemas.microsoft.com/office/drawing/2014/main" id="{56E8A6CF-114B-AC81-6837-1AD855236D98}"/>
                  </a:ext>
                </a:extLst>
              </p:cNvPr>
              <p:cNvSpPr/>
              <p:nvPr/>
            </p:nvSpPr>
            <p:spPr>
              <a:xfrm>
                <a:off x="3072384" y="2157984"/>
                <a:ext cx="82296" cy="82296"/>
              </a:xfrm>
              <a:prstGeom prst="rect">
                <a:avLst/>
              </a:prstGeom>
              <a:solidFill>
                <a:srgbClr val="160B0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" name="Patch 0,0 mosaic cell">
                <a:extLst>
                  <a:ext uri="{FF2B5EF4-FFF2-40B4-BE49-F238E27FC236}">
                    <a16:creationId xmlns:a16="http://schemas.microsoft.com/office/drawing/2014/main" id="{2DF9F081-34C8-599B-9011-637BC1015272}"/>
                  </a:ext>
                </a:extLst>
              </p:cNvPr>
              <p:cNvSpPr/>
              <p:nvPr/>
            </p:nvSpPr>
            <p:spPr>
              <a:xfrm>
                <a:off x="3150108" y="2157984"/>
                <a:ext cx="82296" cy="82296"/>
              </a:xfrm>
              <a:prstGeom prst="rect">
                <a:avLst/>
              </a:prstGeom>
              <a:solidFill>
                <a:srgbClr val="190D0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" name="Patch 0,0 mosaic cell">
                <a:extLst>
                  <a:ext uri="{FF2B5EF4-FFF2-40B4-BE49-F238E27FC236}">
                    <a16:creationId xmlns:a16="http://schemas.microsoft.com/office/drawing/2014/main" id="{B60A12FF-C37D-F16F-1CA4-F3CC1DF890C8}"/>
                  </a:ext>
                </a:extLst>
              </p:cNvPr>
              <p:cNvSpPr/>
              <p:nvPr/>
            </p:nvSpPr>
            <p:spPr>
              <a:xfrm>
                <a:off x="3227832" y="2157984"/>
                <a:ext cx="82296" cy="82296"/>
              </a:xfrm>
              <a:prstGeom prst="rect">
                <a:avLst/>
              </a:prstGeom>
              <a:solidFill>
                <a:srgbClr val="1D0F0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" name="Patch 0,0 mosaic cell">
                <a:extLst>
                  <a:ext uri="{FF2B5EF4-FFF2-40B4-BE49-F238E27FC236}">
                    <a16:creationId xmlns:a16="http://schemas.microsoft.com/office/drawing/2014/main" id="{6A7D3E1C-9CEA-6875-8F0E-E6C0D223CB8A}"/>
                  </a:ext>
                </a:extLst>
              </p:cNvPr>
              <p:cNvSpPr/>
              <p:nvPr/>
            </p:nvSpPr>
            <p:spPr>
              <a:xfrm>
                <a:off x="3305556" y="2157984"/>
                <a:ext cx="82296" cy="82296"/>
              </a:xfrm>
              <a:prstGeom prst="rect">
                <a:avLst/>
              </a:prstGeom>
              <a:solidFill>
                <a:srgbClr val="2B110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" name="Patch 0,0 mosaic cell">
                <a:extLst>
                  <a:ext uri="{FF2B5EF4-FFF2-40B4-BE49-F238E27FC236}">
                    <a16:creationId xmlns:a16="http://schemas.microsoft.com/office/drawing/2014/main" id="{C6491AD2-1103-6FED-0AE3-9E0DA8883DF7}"/>
                  </a:ext>
                </a:extLst>
              </p:cNvPr>
              <p:cNvSpPr/>
              <p:nvPr/>
            </p:nvSpPr>
            <p:spPr>
              <a:xfrm>
                <a:off x="3072384" y="2235708"/>
                <a:ext cx="82296" cy="82296"/>
              </a:xfrm>
              <a:prstGeom prst="rect">
                <a:avLst/>
              </a:prstGeom>
              <a:solidFill>
                <a:srgbClr val="170B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" name="Patch 0,0 mosaic cell">
                <a:extLst>
                  <a:ext uri="{FF2B5EF4-FFF2-40B4-BE49-F238E27FC236}">
                    <a16:creationId xmlns:a16="http://schemas.microsoft.com/office/drawing/2014/main" id="{E0ED707A-238A-EDFC-5511-1E1B39ECD5C6}"/>
                  </a:ext>
                </a:extLst>
              </p:cNvPr>
              <p:cNvSpPr/>
              <p:nvPr/>
            </p:nvSpPr>
            <p:spPr>
              <a:xfrm>
                <a:off x="3150108" y="2235708"/>
                <a:ext cx="82296" cy="82296"/>
              </a:xfrm>
              <a:prstGeom prst="rect">
                <a:avLst/>
              </a:prstGeom>
              <a:solidFill>
                <a:srgbClr val="190D0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" name="Patch 0,0 mosaic cell">
                <a:extLst>
                  <a:ext uri="{FF2B5EF4-FFF2-40B4-BE49-F238E27FC236}">
                    <a16:creationId xmlns:a16="http://schemas.microsoft.com/office/drawing/2014/main" id="{96FA3B6F-8D44-3D2B-3159-EB43E2FBF50A}"/>
                  </a:ext>
                </a:extLst>
              </p:cNvPr>
              <p:cNvSpPr/>
              <p:nvPr/>
            </p:nvSpPr>
            <p:spPr>
              <a:xfrm>
                <a:off x="3227832" y="2235708"/>
                <a:ext cx="82296" cy="82296"/>
              </a:xfrm>
              <a:prstGeom prst="rect">
                <a:avLst/>
              </a:prstGeom>
              <a:solidFill>
                <a:srgbClr val="1E131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81" name="Patch 0,0 mosaic cell">
                <a:extLst>
                  <a:ext uri="{FF2B5EF4-FFF2-40B4-BE49-F238E27FC236}">
                    <a16:creationId xmlns:a16="http://schemas.microsoft.com/office/drawing/2014/main" id="{7C207D7C-8CB4-BC56-DA88-7C036B8C139E}"/>
                  </a:ext>
                </a:extLst>
              </p:cNvPr>
              <p:cNvSpPr/>
              <p:nvPr/>
            </p:nvSpPr>
            <p:spPr>
              <a:xfrm>
                <a:off x="3305556" y="2235708"/>
                <a:ext cx="82296" cy="82296"/>
              </a:xfrm>
              <a:prstGeom prst="rect">
                <a:avLst/>
              </a:prstGeom>
              <a:solidFill>
                <a:srgbClr val="20110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82" name="Patch tile border">
                <a:extLst>
                  <a:ext uri="{FF2B5EF4-FFF2-40B4-BE49-F238E27FC236}">
                    <a16:creationId xmlns:a16="http://schemas.microsoft.com/office/drawing/2014/main" id="{2E74ABAC-3146-BE46-1407-3B72C45A912A}"/>
                  </a:ext>
                </a:extLst>
              </p:cNvPr>
              <p:cNvSpPr/>
              <p:nvPr/>
            </p:nvSpPr>
            <p:spPr>
              <a:xfrm>
                <a:off x="3072384" y="2002536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83" name="Patch 0,1 mosaic cell">
                <a:extLst>
                  <a:ext uri="{FF2B5EF4-FFF2-40B4-BE49-F238E27FC236}">
                    <a16:creationId xmlns:a16="http://schemas.microsoft.com/office/drawing/2014/main" id="{E688AFE4-A20C-3B69-0F7A-1DB454C70D25}"/>
                  </a:ext>
                </a:extLst>
              </p:cNvPr>
              <p:cNvSpPr/>
              <p:nvPr/>
            </p:nvSpPr>
            <p:spPr>
              <a:xfrm>
                <a:off x="3433572" y="2002536"/>
                <a:ext cx="82296" cy="82296"/>
              </a:xfrm>
              <a:prstGeom prst="rect">
                <a:avLst/>
              </a:prstGeom>
              <a:solidFill>
                <a:srgbClr val="AC5A4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85" name="Patch 0,1 mosaic cell">
                <a:extLst>
                  <a:ext uri="{FF2B5EF4-FFF2-40B4-BE49-F238E27FC236}">
                    <a16:creationId xmlns:a16="http://schemas.microsoft.com/office/drawing/2014/main" id="{D8DBB6B3-39E2-782F-5F8A-E81C9D7A22B3}"/>
                  </a:ext>
                </a:extLst>
              </p:cNvPr>
              <p:cNvSpPr/>
              <p:nvPr/>
            </p:nvSpPr>
            <p:spPr>
              <a:xfrm>
                <a:off x="3511296" y="2002536"/>
                <a:ext cx="82296" cy="82296"/>
              </a:xfrm>
              <a:prstGeom prst="rect">
                <a:avLst/>
              </a:prstGeom>
              <a:solidFill>
                <a:srgbClr val="93433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87" name="Patch 0,1 mosaic cell">
                <a:extLst>
                  <a:ext uri="{FF2B5EF4-FFF2-40B4-BE49-F238E27FC236}">
                    <a16:creationId xmlns:a16="http://schemas.microsoft.com/office/drawing/2014/main" id="{6BD9BF63-6D54-A9DE-ABBE-BF9DC8C422CA}"/>
                  </a:ext>
                </a:extLst>
              </p:cNvPr>
              <p:cNvSpPr/>
              <p:nvPr/>
            </p:nvSpPr>
            <p:spPr>
              <a:xfrm>
                <a:off x="3589020" y="2002536"/>
                <a:ext cx="82296" cy="82296"/>
              </a:xfrm>
              <a:prstGeom prst="rect">
                <a:avLst/>
              </a:prstGeom>
              <a:solidFill>
                <a:srgbClr val="944B3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89" name="Patch 0,1 mosaic cell">
                <a:extLst>
                  <a:ext uri="{FF2B5EF4-FFF2-40B4-BE49-F238E27FC236}">
                    <a16:creationId xmlns:a16="http://schemas.microsoft.com/office/drawing/2014/main" id="{AD56EDEF-B77B-09C9-B2B7-077694AF019C}"/>
                  </a:ext>
                </a:extLst>
              </p:cNvPr>
              <p:cNvSpPr/>
              <p:nvPr/>
            </p:nvSpPr>
            <p:spPr>
              <a:xfrm>
                <a:off x="3666744" y="2002536"/>
                <a:ext cx="82296" cy="82296"/>
              </a:xfrm>
              <a:prstGeom prst="rect">
                <a:avLst/>
              </a:prstGeom>
              <a:solidFill>
                <a:srgbClr val="59261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91" name="Patch 0,1 mosaic cell">
                <a:extLst>
                  <a:ext uri="{FF2B5EF4-FFF2-40B4-BE49-F238E27FC236}">
                    <a16:creationId xmlns:a16="http://schemas.microsoft.com/office/drawing/2014/main" id="{58D89781-E8BA-3298-A7DC-56B2A053196B}"/>
                  </a:ext>
                </a:extLst>
              </p:cNvPr>
              <p:cNvSpPr/>
              <p:nvPr/>
            </p:nvSpPr>
            <p:spPr>
              <a:xfrm>
                <a:off x="3433572" y="2080260"/>
                <a:ext cx="82296" cy="82296"/>
              </a:xfrm>
              <a:prstGeom prst="rect">
                <a:avLst/>
              </a:prstGeom>
              <a:solidFill>
                <a:srgbClr val="9A453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93" name="Patch 0,1 mosaic cell">
                <a:extLst>
                  <a:ext uri="{FF2B5EF4-FFF2-40B4-BE49-F238E27FC236}">
                    <a16:creationId xmlns:a16="http://schemas.microsoft.com/office/drawing/2014/main" id="{279C6B77-9B9A-6763-1C53-DC2C42CC7B49}"/>
                  </a:ext>
                </a:extLst>
              </p:cNvPr>
              <p:cNvSpPr/>
              <p:nvPr/>
            </p:nvSpPr>
            <p:spPr>
              <a:xfrm>
                <a:off x="3511296" y="2080260"/>
                <a:ext cx="82296" cy="82296"/>
              </a:xfrm>
              <a:prstGeom prst="rect">
                <a:avLst/>
              </a:prstGeom>
              <a:solidFill>
                <a:srgbClr val="98453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95" name="Patch 0,1 mosaic cell">
                <a:extLst>
                  <a:ext uri="{FF2B5EF4-FFF2-40B4-BE49-F238E27FC236}">
                    <a16:creationId xmlns:a16="http://schemas.microsoft.com/office/drawing/2014/main" id="{CEFD66F8-47CD-EA63-5DB0-D327A89E00E8}"/>
                  </a:ext>
                </a:extLst>
              </p:cNvPr>
              <p:cNvSpPr/>
              <p:nvPr/>
            </p:nvSpPr>
            <p:spPr>
              <a:xfrm>
                <a:off x="3589020" y="2080260"/>
                <a:ext cx="82296" cy="82296"/>
              </a:xfrm>
              <a:prstGeom prst="rect">
                <a:avLst/>
              </a:prstGeom>
              <a:solidFill>
                <a:srgbClr val="A8553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97" name="Patch 0,1 mosaic cell">
                <a:extLst>
                  <a:ext uri="{FF2B5EF4-FFF2-40B4-BE49-F238E27FC236}">
                    <a16:creationId xmlns:a16="http://schemas.microsoft.com/office/drawing/2014/main" id="{93549E26-E294-1196-AEB4-1DFFDBE2118F}"/>
                  </a:ext>
                </a:extLst>
              </p:cNvPr>
              <p:cNvSpPr/>
              <p:nvPr/>
            </p:nvSpPr>
            <p:spPr>
              <a:xfrm>
                <a:off x="3666744" y="2080260"/>
                <a:ext cx="82296" cy="82296"/>
              </a:xfrm>
              <a:prstGeom prst="rect">
                <a:avLst/>
              </a:prstGeom>
              <a:solidFill>
                <a:srgbClr val="692E1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599" name="Patch 0,1 mosaic cell">
                <a:extLst>
                  <a:ext uri="{FF2B5EF4-FFF2-40B4-BE49-F238E27FC236}">
                    <a16:creationId xmlns:a16="http://schemas.microsoft.com/office/drawing/2014/main" id="{449C7D3D-6FC5-831C-43D7-5885B78324C2}"/>
                  </a:ext>
                </a:extLst>
              </p:cNvPr>
              <p:cNvSpPr/>
              <p:nvPr/>
            </p:nvSpPr>
            <p:spPr>
              <a:xfrm>
                <a:off x="3433572" y="2157984"/>
                <a:ext cx="82296" cy="82296"/>
              </a:xfrm>
              <a:prstGeom prst="rect">
                <a:avLst/>
              </a:prstGeom>
              <a:solidFill>
                <a:srgbClr val="772C2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01" name="Patch 0,1 mosaic cell">
                <a:extLst>
                  <a:ext uri="{FF2B5EF4-FFF2-40B4-BE49-F238E27FC236}">
                    <a16:creationId xmlns:a16="http://schemas.microsoft.com/office/drawing/2014/main" id="{CF6B8E77-24B7-0ED5-0CB4-BF21C293CA05}"/>
                  </a:ext>
                </a:extLst>
              </p:cNvPr>
              <p:cNvSpPr/>
              <p:nvPr/>
            </p:nvSpPr>
            <p:spPr>
              <a:xfrm>
                <a:off x="3511296" y="2157984"/>
                <a:ext cx="82296" cy="82296"/>
              </a:xfrm>
              <a:prstGeom prst="rect">
                <a:avLst/>
              </a:prstGeom>
              <a:solidFill>
                <a:srgbClr val="913B3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03" name="Patch 0,1 mosaic cell">
                <a:extLst>
                  <a:ext uri="{FF2B5EF4-FFF2-40B4-BE49-F238E27FC236}">
                    <a16:creationId xmlns:a16="http://schemas.microsoft.com/office/drawing/2014/main" id="{A5330BAE-AD7A-D29C-FF65-2783DE732F70}"/>
                  </a:ext>
                </a:extLst>
              </p:cNvPr>
              <p:cNvSpPr/>
              <p:nvPr/>
            </p:nvSpPr>
            <p:spPr>
              <a:xfrm>
                <a:off x="3589020" y="2157984"/>
                <a:ext cx="82296" cy="82296"/>
              </a:xfrm>
              <a:prstGeom prst="rect">
                <a:avLst/>
              </a:prstGeom>
              <a:solidFill>
                <a:srgbClr val="AE523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08" name="Patch 0,1 mosaic cell">
                <a:extLst>
                  <a:ext uri="{FF2B5EF4-FFF2-40B4-BE49-F238E27FC236}">
                    <a16:creationId xmlns:a16="http://schemas.microsoft.com/office/drawing/2014/main" id="{EA1844BE-F9F1-10E6-F7B9-A3EB27F3491F}"/>
                  </a:ext>
                </a:extLst>
              </p:cNvPr>
              <p:cNvSpPr/>
              <p:nvPr/>
            </p:nvSpPr>
            <p:spPr>
              <a:xfrm>
                <a:off x="3666744" y="2157984"/>
                <a:ext cx="82296" cy="82296"/>
              </a:xfrm>
              <a:prstGeom prst="rect">
                <a:avLst/>
              </a:prstGeom>
              <a:solidFill>
                <a:srgbClr val="74301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0" name="Patch 0,1 mosaic cell">
                <a:extLst>
                  <a:ext uri="{FF2B5EF4-FFF2-40B4-BE49-F238E27FC236}">
                    <a16:creationId xmlns:a16="http://schemas.microsoft.com/office/drawing/2014/main" id="{455ED530-8DD6-F370-14EF-865106523D2F}"/>
                  </a:ext>
                </a:extLst>
              </p:cNvPr>
              <p:cNvSpPr/>
              <p:nvPr/>
            </p:nvSpPr>
            <p:spPr>
              <a:xfrm>
                <a:off x="3433572" y="2235708"/>
                <a:ext cx="82296" cy="82296"/>
              </a:xfrm>
              <a:prstGeom prst="rect">
                <a:avLst/>
              </a:prstGeom>
              <a:solidFill>
                <a:srgbClr val="55201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1" name="Patch 0,1 mosaic cell">
                <a:extLst>
                  <a:ext uri="{FF2B5EF4-FFF2-40B4-BE49-F238E27FC236}">
                    <a16:creationId xmlns:a16="http://schemas.microsoft.com/office/drawing/2014/main" id="{EA05641E-B537-602B-8ADB-F07C2475D568}"/>
                  </a:ext>
                </a:extLst>
              </p:cNvPr>
              <p:cNvSpPr/>
              <p:nvPr/>
            </p:nvSpPr>
            <p:spPr>
              <a:xfrm>
                <a:off x="3511296" y="2235708"/>
                <a:ext cx="82296" cy="82296"/>
              </a:xfrm>
              <a:prstGeom prst="rect">
                <a:avLst/>
              </a:prstGeom>
              <a:solidFill>
                <a:srgbClr val="8E3A2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2" name="Patch 0,1 mosaic cell">
                <a:extLst>
                  <a:ext uri="{FF2B5EF4-FFF2-40B4-BE49-F238E27FC236}">
                    <a16:creationId xmlns:a16="http://schemas.microsoft.com/office/drawing/2014/main" id="{0B9E8CB9-6A23-5101-F4BD-CEFE60BF6077}"/>
                  </a:ext>
                </a:extLst>
              </p:cNvPr>
              <p:cNvSpPr/>
              <p:nvPr/>
            </p:nvSpPr>
            <p:spPr>
              <a:xfrm>
                <a:off x="3589020" y="2235708"/>
                <a:ext cx="82296" cy="82296"/>
              </a:xfrm>
              <a:prstGeom prst="rect">
                <a:avLst/>
              </a:prstGeom>
              <a:solidFill>
                <a:srgbClr val="AE4F3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5" name="Patch 0,1 mosaic cell">
                <a:extLst>
                  <a:ext uri="{FF2B5EF4-FFF2-40B4-BE49-F238E27FC236}">
                    <a16:creationId xmlns:a16="http://schemas.microsoft.com/office/drawing/2014/main" id="{215963D8-5CA5-2ED0-A28D-B4A82C48C2B5}"/>
                  </a:ext>
                </a:extLst>
              </p:cNvPr>
              <p:cNvSpPr/>
              <p:nvPr/>
            </p:nvSpPr>
            <p:spPr>
              <a:xfrm>
                <a:off x="3666744" y="2235708"/>
                <a:ext cx="82296" cy="82296"/>
              </a:xfrm>
              <a:prstGeom prst="rect">
                <a:avLst/>
              </a:prstGeom>
              <a:solidFill>
                <a:srgbClr val="7B312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6" name="Patch tile border">
                <a:extLst>
                  <a:ext uri="{FF2B5EF4-FFF2-40B4-BE49-F238E27FC236}">
                    <a16:creationId xmlns:a16="http://schemas.microsoft.com/office/drawing/2014/main" id="{E6452BDD-C618-EA2D-50F4-F1663B27D8DC}"/>
                  </a:ext>
                </a:extLst>
              </p:cNvPr>
              <p:cNvSpPr/>
              <p:nvPr/>
            </p:nvSpPr>
            <p:spPr>
              <a:xfrm>
                <a:off x="3433572" y="2002536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7" name="Patch 0,2 mosaic cell">
                <a:extLst>
                  <a:ext uri="{FF2B5EF4-FFF2-40B4-BE49-F238E27FC236}">
                    <a16:creationId xmlns:a16="http://schemas.microsoft.com/office/drawing/2014/main" id="{2C8ADDC4-E329-533B-0DBE-3BF4554FA965}"/>
                  </a:ext>
                </a:extLst>
              </p:cNvPr>
              <p:cNvSpPr/>
              <p:nvPr/>
            </p:nvSpPr>
            <p:spPr>
              <a:xfrm>
                <a:off x="3794760" y="2002536"/>
                <a:ext cx="82296" cy="82296"/>
              </a:xfrm>
              <a:prstGeom prst="rect">
                <a:avLst/>
              </a:prstGeom>
              <a:solidFill>
                <a:srgbClr val="2E100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8" name="Patch 0,2 mosaic cell">
                <a:extLst>
                  <a:ext uri="{FF2B5EF4-FFF2-40B4-BE49-F238E27FC236}">
                    <a16:creationId xmlns:a16="http://schemas.microsoft.com/office/drawing/2014/main" id="{D97DB2FF-CDFB-64BA-DE9B-E7B3071BAC05}"/>
                  </a:ext>
                </a:extLst>
              </p:cNvPr>
              <p:cNvSpPr/>
              <p:nvPr/>
            </p:nvSpPr>
            <p:spPr>
              <a:xfrm>
                <a:off x="3872484" y="2002536"/>
                <a:ext cx="82296" cy="82296"/>
              </a:xfrm>
              <a:prstGeom prst="rect">
                <a:avLst/>
              </a:prstGeom>
              <a:solidFill>
                <a:srgbClr val="1E0D0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19" name="Patch 0,2 mosaic cell">
                <a:extLst>
                  <a:ext uri="{FF2B5EF4-FFF2-40B4-BE49-F238E27FC236}">
                    <a16:creationId xmlns:a16="http://schemas.microsoft.com/office/drawing/2014/main" id="{3A489FD8-6AE2-D589-EDFA-D8FAD202500A}"/>
                  </a:ext>
                </a:extLst>
              </p:cNvPr>
              <p:cNvSpPr/>
              <p:nvPr/>
            </p:nvSpPr>
            <p:spPr>
              <a:xfrm>
                <a:off x="3950208" y="2002536"/>
                <a:ext cx="82296" cy="82296"/>
              </a:xfrm>
              <a:prstGeom prst="rect">
                <a:avLst/>
              </a:prstGeom>
              <a:solidFill>
                <a:srgbClr val="1B0F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0" name="Patch 0,2 mosaic cell">
                <a:extLst>
                  <a:ext uri="{FF2B5EF4-FFF2-40B4-BE49-F238E27FC236}">
                    <a16:creationId xmlns:a16="http://schemas.microsoft.com/office/drawing/2014/main" id="{930694F2-DA56-4305-1178-C3EFB0156505}"/>
                  </a:ext>
                </a:extLst>
              </p:cNvPr>
              <p:cNvSpPr/>
              <p:nvPr/>
            </p:nvSpPr>
            <p:spPr>
              <a:xfrm>
                <a:off x="4027932" y="2002536"/>
                <a:ext cx="82296" cy="82296"/>
              </a:xfrm>
              <a:prstGeom prst="rect">
                <a:avLst/>
              </a:prstGeom>
              <a:solidFill>
                <a:srgbClr val="190C0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1" name="Patch 0,2 mosaic cell">
                <a:extLst>
                  <a:ext uri="{FF2B5EF4-FFF2-40B4-BE49-F238E27FC236}">
                    <a16:creationId xmlns:a16="http://schemas.microsoft.com/office/drawing/2014/main" id="{6DD3C746-002D-1F0B-2E25-88AC6789E7BA}"/>
                  </a:ext>
                </a:extLst>
              </p:cNvPr>
              <p:cNvSpPr/>
              <p:nvPr/>
            </p:nvSpPr>
            <p:spPr>
              <a:xfrm>
                <a:off x="3794760" y="2080260"/>
                <a:ext cx="82296" cy="82296"/>
              </a:xfrm>
              <a:prstGeom prst="rect">
                <a:avLst/>
              </a:prstGeom>
              <a:solidFill>
                <a:srgbClr val="33130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2" name="Patch 0,2 mosaic cell">
                <a:extLst>
                  <a:ext uri="{FF2B5EF4-FFF2-40B4-BE49-F238E27FC236}">
                    <a16:creationId xmlns:a16="http://schemas.microsoft.com/office/drawing/2014/main" id="{713D0306-79EB-32C8-C2EE-78133486716F}"/>
                  </a:ext>
                </a:extLst>
              </p:cNvPr>
              <p:cNvSpPr/>
              <p:nvPr/>
            </p:nvSpPr>
            <p:spPr>
              <a:xfrm>
                <a:off x="3872484" y="2080260"/>
                <a:ext cx="82296" cy="82296"/>
              </a:xfrm>
              <a:prstGeom prst="rect">
                <a:avLst/>
              </a:prstGeom>
              <a:solidFill>
                <a:srgbClr val="200D0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3" name="Patch 0,2 mosaic cell">
                <a:extLst>
                  <a:ext uri="{FF2B5EF4-FFF2-40B4-BE49-F238E27FC236}">
                    <a16:creationId xmlns:a16="http://schemas.microsoft.com/office/drawing/2014/main" id="{D326F239-AC02-F695-A10A-83619509E44A}"/>
                  </a:ext>
                </a:extLst>
              </p:cNvPr>
              <p:cNvSpPr/>
              <p:nvPr/>
            </p:nvSpPr>
            <p:spPr>
              <a:xfrm>
                <a:off x="3950208" y="2080260"/>
                <a:ext cx="82296" cy="82296"/>
              </a:xfrm>
              <a:prstGeom prst="rect">
                <a:avLst/>
              </a:prstGeom>
              <a:solidFill>
                <a:srgbClr val="1D0F0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4" name="Patch 0,2 mosaic cell">
                <a:extLst>
                  <a:ext uri="{FF2B5EF4-FFF2-40B4-BE49-F238E27FC236}">
                    <a16:creationId xmlns:a16="http://schemas.microsoft.com/office/drawing/2014/main" id="{96A3C992-3D68-6CA5-6FF7-BBF371DDA9F8}"/>
                  </a:ext>
                </a:extLst>
              </p:cNvPr>
              <p:cNvSpPr/>
              <p:nvPr/>
            </p:nvSpPr>
            <p:spPr>
              <a:xfrm>
                <a:off x="4027932" y="2080260"/>
                <a:ext cx="82296" cy="82296"/>
              </a:xfrm>
              <a:prstGeom prst="rect">
                <a:avLst/>
              </a:prstGeom>
              <a:solidFill>
                <a:srgbClr val="1F120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5" name="Patch 0,2 mosaic cell">
                <a:extLst>
                  <a:ext uri="{FF2B5EF4-FFF2-40B4-BE49-F238E27FC236}">
                    <a16:creationId xmlns:a16="http://schemas.microsoft.com/office/drawing/2014/main" id="{4EE9D123-1834-B7B5-8A4F-B07E966B47FF}"/>
                  </a:ext>
                </a:extLst>
              </p:cNvPr>
              <p:cNvSpPr/>
              <p:nvPr/>
            </p:nvSpPr>
            <p:spPr>
              <a:xfrm>
                <a:off x="3794760" y="2157984"/>
                <a:ext cx="82296" cy="82296"/>
              </a:xfrm>
              <a:prstGeom prst="rect">
                <a:avLst/>
              </a:prstGeom>
              <a:solidFill>
                <a:srgbClr val="37150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6" name="Patch 0,2 mosaic cell">
                <a:extLst>
                  <a:ext uri="{FF2B5EF4-FFF2-40B4-BE49-F238E27FC236}">
                    <a16:creationId xmlns:a16="http://schemas.microsoft.com/office/drawing/2014/main" id="{E37726BF-A31F-701C-99DB-9F9E783E78B8}"/>
                  </a:ext>
                </a:extLst>
              </p:cNvPr>
              <p:cNvSpPr/>
              <p:nvPr/>
            </p:nvSpPr>
            <p:spPr>
              <a:xfrm>
                <a:off x="3872484" y="2157984"/>
                <a:ext cx="82296" cy="82296"/>
              </a:xfrm>
              <a:prstGeom prst="rect">
                <a:avLst/>
              </a:prstGeom>
              <a:solidFill>
                <a:srgbClr val="230F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7" name="Patch 0,2 mosaic cell">
                <a:extLst>
                  <a:ext uri="{FF2B5EF4-FFF2-40B4-BE49-F238E27FC236}">
                    <a16:creationId xmlns:a16="http://schemas.microsoft.com/office/drawing/2014/main" id="{59532D4A-98B4-F6BE-DA1C-24BF17AE6812}"/>
                  </a:ext>
                </a:extLst>
              </p:cNvPr>
              <p:cNvSpPr/>
              <p:nvPr/>
            </p:nvSpPr>
            <p:spPr>
              <a:xfrm>
                <a:off x="3950208" y="2157984"/>
                <a:ext cx="82296" cy="82296"/>
              </a:xfrm>
              <a:prstGeom prst="rect">
                <a:avLst/>
              </a:prstGeom>
              <a:solidFill>
                <a:srgbClr val="25171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8" name="Patch 0,2 mosaic cell">
                <a:extLst>
                  <a:ext uri="{FF2B5EF4-FFF2-40B4-BE49-F238E27FC236}">
                    <a16:creationId xmlns:a16="http://schemas.microsoft.com/office/drawing/2014/main" id="{352AEA3A-BFEB-4896-1819-085667EC8948}"/>
                  </a:ext>
                </a:extLst>
              </p:cNvPr>
              <p:cNvSpPr/>
              <p:nvPr/>
            </p:nvSpPr>
            <p:spPr>
              <a:xfrm>
                <a:off x="4027932" y="2157984"/>
                <a:ext cx="82296" cy="82296"/>
              </a:xfrm>
              <a:prstGeom prst="rect">
                <a:avLst/>
              </a:prstGeom>
              <a:solidFill>
                <a:srgbClr val="20130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29" name="Patch 0,2 mosaic cell">
                <a:extLst>
                  <a:ext uri="{FF2B5EF4-FFF2-40B4-BE49-F238E27FC236}">
                    <a16:creationId xmlns:a16="http://schemas.microsoft.com/office/drawing/2014/main" id="{389D34B7-6808-9685-A212-26484149E433}"/>
                  </a:ext>
                </a:extLst>
              </p:cNvPr>
              <p:cNvSpPr/>
              <p:nvPr/>
            </p:nvSpPr>
            <p:spPr>
              <a:xfrm>
                <a:off x="3794760" y="2235708"/>
                <a:ext cx="82296" cy="82296"/>
              </a:xfrm>
              <a:prstGeom prst="rect">
                <a:avLst/>
              </a:prstGeom>
              <a:solidFill>
                <a:srgbClr val="38140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0" name="Patch 0,2 mosaic cell">
                <a:extLst>
                  <a:ext uri="{FF2B5EF4-FFF2-40B4-BE49-F238E27FC236}">
                    <a16:creationId xmlns:a16="http://schemas.microsoft.com/office/drawing/2014/main" id="{6CEEFA4E-3222-3E71-A883-3E88BB3F3309}"/>
                  </a:ext>
                </a:extLst>
              </p:cNvPr>
              <p:cNvSpPr/>
              <p:nvPr/>
            </p:nvSpPr>
            <p:spPr>
              <a:xfrm>
                <a:off x="3872484" y="2235708"/>
                <a:ext cx="82296" cy="82296"/>
              </a:xfrm>
              <a:prstGeom prst="rect">
                <a:avLst/>
              </a:prstGeom>
              <a:solidFill>
                <a:srgbClr val="28120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1" name="Patch 0,2 mosaic cell">
                <a:extLst>
                  <a:ext uri="{FF2B5EF4-FFF2-40B4-BE49-F238E27FC236}">
                    <a16:creationId xmlns:a16="http://schemas.microsoft.com/office/drawing/2014/main" id="{FC8885F1-2DE4-6C41-220E-9F7956EF287D}"/>
                  </a:ext>
                </a:extLst>
              </p:cNvPr>
              <p:cNvSpPr/>
              <p:nvPr/>
            </p:nvSpPr>
            <p:spPr>
              <a:xfrm>
                <a:off x="3950208" y="2235708"/>
                <a:ext cx="82296" cy="82296"/>
              </a:xfrm>
              <a:prstGeom prst="rect">
                <a:avLst/>
              </a:prstGeom>
              <a:solidFill>
                <a:srgbClr val="2C191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2" name="Patch 0,2 mosaic cell">
                <a:extLst>
                  <a:ext uri="{FF2B5EF4-FFF2-40B4-BE49-F238E27FC236}">
                    <a16:creationId xmlns:a16="http://schemas.microsoft.com/office/drawing/2014/main" id="{33AEF864-1986-5433-0481-41FD4E107F4C}"/>
                  </a:ext>
                </a:extLst>
              </p:cNvPr>
              <p:cNvSpPr/>
              <p:nvPr/>
            </p:nvSpPr>
            <p:spPr>
              <a:xfrm>
                <a:off x="4027932" y="2235708"/>
                <a:ext cx="82296" cy="82296"/>
              </a:xfrm>
              <a:prstGeom prst="rect">
                <a:avLst/>
              </a:prstGeom>
              <a:solidFill>
                <a:srgbClr val="21130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3" name="Patch tile border">
                <a:extLst>
                  <a:ext uri="{FF2B5EF4-FFF2-40B4-BE49-F238E27FC236}">
                    <a16:creationId xmlns:a16="http://schemas.microsoft.com/office/drawing/2014/main" id="{720B984E-235C-1ACD-A86F-4B740AA471AF}"/>
                  </a:ext>
                </a:extLst>
              </p:cNvPr>
              <p:cNvSpPr/>
              <p:nvPr/>
            </p:nvSpPr>
            <p:spPr>
              <a:xfrm>
                <a:off x="3794760" y="2002536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4" name="Patch 0,3 mosaic cell">
                <a:extLst>
                  <a:ext uri="{FF2B5EF4-FFF2-40B4-BE49-F238E27FC236}">
                    <a16:creationId xmlns:a16="http://schemas.microsoft.com/office/drawing/2014/main" id="{CBD8CF69-BB69-0505-F78C-96E19D3DF14B}"/>
                  </a:ext>
                </a:extLst>
              </p:cNvPr>
              <p:cNvSpPr/>
              <p:nvPr/>
            </p:nvSpPr>
            <p:spPr>
              <a:xfrm>
                <a:off x="4155948" y="2002536"/>
                <a:ext cx="82296" cy="82296"/>
              </a:xfrm>
              <a:prstGeom prst="rect">
                <a:avLst/>
              </a:prstGeom>
              <a:solidFill>
                <a:srgbClr val="1A0E0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5" name="Patch 0,3 mosaic cell">
                <a:extLst>
                  <a:ext uri="{FF2B5EF4-FFF2-40B4-BE49-F238E27FC236}">
                    <a16:creationId xmlns:a16="http://schemas.microsoft.com/office/drawing/2014/main" id="{801DF0B1-855B-ECC5-C64E-B713706D000B}"/>
                  </a:ext>
                </a:extLst>
              </p:cNvPr>
              <p:cNvSpPr/>
              <p:nvPr/>
            </p:nvSpPr>
            <p:spPr>
              <a:xfrm>
                <a:off x="4233672" y="2002536"/>
                <a:ext cx="82296" cy="82296"/>
              </a:xfrm>
              <a:prstGeom prst="rect">
                <a:avLst/>
              </a:prstGeom>
              <a:solidFill>
                <a:srgbClr val="170C0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6" name="Patch 0,3 mosaic cell">
                <a:extLst>
                  <a:ext uri="{FF2B5EF4-FFF2-40B4-BE49-F238E27FC236}">
                    <a16:creationId xmlns:a16="http://schemas.microsoft.com/office/drawing/2014/main" id="{F42D51CA-2F93-F5DB-B97C-9FDA8D2EDBCD}"/>
                  </a:ext>
                </a:extLst>
              </p:cNvPr>
              <p:cNvSpPr/>
              <p:nvPr/>
            </p:nvSpPr>
            <p:spPr>
              <a:xfrm>
                <a:off x="4311396" y="2002536"/>
                <a:ext cx="82296" cy="82296"/>
              </a:xfrm>
              <a:prstGeom prst="rect">
                <a:avLst/>
              </a:prstGeom>
              <a:solidFill>
                <a:srgbClr val="170C0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7" name="Patch 0,3 mosaic cell">
                <a:extLst>
                  <a:ext uri="{FF2B5EF4-FFF2-40B4-BE49-F238E27FC236}">
                    <a16:creationId xmlns:a16="http://schemas.microsoft.com/office/drawing/2014/main" id="{6EFE1873-F66D-B176-EBBC-C0364200BB61}"/>
                  </a:ext>
                </a:extLst>
              </p:cNvPr>
              <p:cNvSpPr/>
              <p:nvPr/>
            </p:nvSpPr>
            <p:spPr>
              <a:xfrm>
                <a:off x="4389120" y="2002536"/>
                <a:ext cx="82296" cy="82296"/>
              </a:xfrm>
              <a:prstGeom prst="rect">
                <a:avLst/>
              </a:prstGeom>
              <a:solidFill>
                <a:srgbClr val="160B0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38" name="Patch 0,3 mosaic cell">
                <a:extLst>
                  <a:ext uri="{FF2B5EF4-FFF2-40B4-BE49-F238E27FC236}">
                    <a16:creationId xmlns:a16="http://schemas.microsoft.com/office/drawing/2014/main" id="{BE281271-07A2-7485-BDA3-C941E87ED9FF}"/>
                  </a:ext>
                </a:extLst>
              </p:cNvPr>
              <p:cNvSpPr/>
              <p:nvPr/>
            </p:nvSpPr>
            <p:spPr>
              <a:xfrm>
                <a:off x="4155948" y="2080260"/>
                <a:ext cx="82296" cy="82296"/>
              </a:xfrm>
              <a:prstGeom prst="rect">
                <a:avLst/>
              </a:prstGeom>
              <a:solidFill>
                <a:srgbClr val="1E11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40" name="Patch 0,3 mosaic cell">
                <a:extLst>
                  <a:ext uri="{FF2B5EF4-FFF2-40B4-BE49-F238E27FC236}">
                    <a16:creationId xmlns:a16="http://schemas.microsoft.com/office/drawing/2014/main" id="{74EE2D3F-7C91-A79D-12E9-3797415D36AE}"/>
                  </a:ext>
                </a:extLst>
              </p:cNvPr>
              <p:cNvSpPr/>
              <p:nvPr/>
            </p:nvSpPr>
            <p:spPr>
              <a:xfrm>
                <a:off x="4233672" y="2080260"/>
                <a:ext cx="82296" cy="82296"/>
              </a:xfrm>
              <a:prstGeom prst="rect">
                <a:avLst/>
              </a:prstGeom>
              <a:solidFill>
                <a:srgbClr val="190E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41" name="Patch 0,3 mosaic cell">
                <a:extLst>
                  <a:ext uri="{FF2B5EF4-FFF2-40B4-BE49-F238E27FC236}">
                    <a16:creationId xmlns:a16="http://schemas.microsoft.com/office/drawing/2014/main" id="{20CDD983-F547-DA77-962B-0B5C0A2C1A6B}"/>
                  </a:ext>
                </a:extLst>
              </p:cNvPr>
              <p:cNvSpPr/>
              <p:nvPr/>
            </p:nvSpPr>
            <p:spPr>
              <a:xfrm>
                <a:off x="4311396" y="2080260"/>
                <a:ext cx="82296" cy="82296"/>
              </a:xfrm>
              <a:prstGeom prst="rect">
                <a:avLst/>
              </a:prstGeom>
              <a:solidFill>
                <a:srgbClr val="180D0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44" name="Patch 0,3 mosaic cell">
                <a:extLst>
                  <a:ext uri="{FF2B5EF4-FFF2-40B4-BE49-F238E27FC236}">
                    <a16:creationId xmlns:a16="http://schemas.microsoft.com/office/drawing/2014/main" id="{15ABBEC8-9F0B-D43F-6EEB-E95D35DF1A72}"/>
                  </a:ext>
                </a:extLst>
              </p:cNvPr>
              <p:cNvSpPr/>
              <p:nvPr/>
            </p:nvSpPr>
            <p:spPr>
              <a:xfrm>
                <a:off x="4389120" y="2080260"/>
                <a:ext cx="82296" cy="82296"/>
              </a:xfrm>
              <a:prstGeom prst="rect">
                <a:avLst/>
              </a:prstGeom>
              <a:solidFill>
                <a:srgbClr val="160C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51" name="Patch 0,3 mosaic cell">
                <a:extLst>
                  <a:ext uri="{FF2B5EF4-FFF2-40B4-BE49-F238E27FC236}">
                    <a16:creationId xmlns:a16="http://schemas.microsoft.com/office/drawing/2014/main" id="{C3B1F79B-F024-6925-EA18-CA25936AD91F}"/>
                  </a:ext>
                </a:extLst>
              </p:cNvPr>
              <p:cNvSpPr/>
              <p:nvPr/>
            </p:nvSpPr>
            <p:spPr>
              <a:xfrm>
                <a:off x="4155948" y="2157984"/>
                <a:ext cx="82296" cy="82296"/>
              </a:xfrm>
              <a:prstGeom prst="rect">
                <a:avLst/>
              </a:prstGeom>
              <a:solidFill>
                <a:srgbClr val="1E110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59" name="Patch 0,3 mosaic cell">
                <a:extLst>
                  <a:ext uri="{FF2B5EF4-FFF2-40B4-BE49-F238E27FC236}">
                    <a16:creationId xmlns:a16="http://schemas.microsoft.com/office/drawing/2014/main" id="{955D032B-5BA9-EEF0-C57B-6032C65902FE}"/>
                  </a:ext>
                </a:extLst>
              </p:cNvPr>
              <p:cNvSpPr/>
              <p:nvPr/>
            </p:nvSpPr>
            <p:spPr>
              <a:xfrm>
                <a:off x="4233672" y="2157984"/>
                <a:ext cx="82296" cy="82296"/>
              </a:xfrm>
              <a:prstGeom prst="rect">
                <a:avLst/>
              </a:prstGeom>
              <a:solidFill>
                <a:srgbClr val="1C11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60" name="Patch 0,3 mosaic cell">
                <a:extLst>
                  <a:ext uri="{FF2B5EF4-FFF2-40B4-BE49-F238E27FC236}">
                    <a16:creationId xmlns:a16="http://schemas.microsoft.com/office/drawing/2014/main" id="{EA1CFA3B-E640-B304-5497-5949DBB78587}"/>
                  </a:ext>
                </a:extLst>
              </p:cNvPr>
              <p:cNvSpPr/>
              <p:nvPr/>
            </p:nvSpPr>
            <p:spPr>
              <a:xfrm>
                <a:off x="4311396" y="2157984"/>
                <a:ext cx="82296" cy="82296"/>
              </a:xfrm>
              <a:prstGeom prst="rect">
                <a:avLst/>
              </a:prstGeom>
              <a:solidFill>
                <a:srgbClr val="190E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61" name="Patch 0,3 mosaic cell">
                <a:extLst>
                  <a:ext uri="{FF2B5EF4-FFF2-40B4-BE49-F238E27FC236}">
                    <a16:creationId xmlns:a16="http://schemas.microsoft.com/office/drawing/2014/main" id="{539CD783-E66D-93F3-4D8B-B47F819E2EA8}"/>
                  </a:ext>
                </a:extLst>
              </p:cNvPr>
              <p:cNvSpPr/>
              <p:nvPr/>
            </p:nvSpPr>
            <p:spPr>
              <a:xfrm>
                <a:off x="4389120" y="2157984"/>
                <a:ext cx="82296" cy="82296"/>
              </a:xfrm>
              <a:prstGeom prst="rect">
                <a:avLst/>
              </a:prstGeom>
              <a:solidFill>
                <a:srgbClr val="1A0F0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63" name="Patch 0,3 mosaic cell">
                <a:extLst>
                  <a:ext uri="{FF2B5EF4-FFF2-40B4-BE49-F238E27FC236}">
                    <a16:creationId xmlns:a16="http://schemas.microsoft.com/office/drawing/2014/main" id="{0955623D-CAB5-F290-AAA0-31843540AF5C}"/>
                  </a:ext>
                </a:extLst>
              </p:cNvPr>
              <p:cNvSpPr/>
              <p:nvPr/>
            </p:nvSpPr>
            <p:spPr>
              <a:xfrm>
                <a:off x="4155948" y="2235708"/>
                <a:ext cx="82296" cy="82296"/>
              </a:xfrm>
              <a:prstGeom prst="rect">
                <a:avLst/>
              </a:prstGeom>
              <a:solidFill>
                <a:srgbClr val="1C110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66" name="Patch 0,3 mosaic cell">
                <a:extLst>
                  <a:ext uri="{FF2B5EF4-FFF2-40B4-BE49-F238E27FC236}">
                    <a16:creationId xmlns:a16="http://schemas.microsoft.com/office/drawing/2014/main" id="{296F8D2E-8AF4-AFF6-606C-54EA16030DD0}"/>
                  </a:ext>
                </a:extLst>
              </p:cNvPr>
              <p:cNvSpPr/>
              <p:nvPr/>
            </p:nvSpPr>
            <p:spPr>
              <a:xfrm>
                <a:off x="4233672" y="2235708"/>
                <a:ext cx="82296" cy="82296"/>
              </a:xfrm>
              <a:prstGeom prst="rect">
                <a:avLst/>
              </a:prstGeom>
              <a:solidFill>
                <a:srgbClr val="1D130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0" name="Patch 0,3 mosaic cell">
                <a:extLst>
                  <a:ext uri="{FF2B5EF4-FFF2-40B4-BE49-F238E27FC236}">
                    <a16:creationId xmlns:a16="http://schemas.microsoft.com/office/drawing/2014/main" id="{83D728C1-B2AA-B0C4-0A15-344C5A3F6DDE}"/>
                  </a:ext>
                </a:extLst>
              </p:cNvPr>
              <p:cNvSpPr/>
              <p:nvPr/>
            </p:nvSpPr>
            <p:spPr>
              <a:xfrm>
                <a:off x="4311396" y="2235708"/>
                <a:ext cx="82296" cy="82296"/>
              </a:xfrm>
              <a:prstGeom prst="rect">
                <a:avLst/>
              </a:prstGeom>
              <a:solidFill>
                <a:srgbClr val="2A201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1" name="Patch 0,3 mosaic cell">
                <a:extLst>
                  <a:ext uri="{FF2B5EF4-FFF2-40B4-BE49-F238E27FC236}">
                    <a16:creationId xmlns:a16="http://schemas.microsoft.com/office/drawing/2014/main" id="{26DE914B-EED8-5FF4-44FB-C9379C896E1B}"/>
                  </a:ext>
                </a:extLst>
              </p:cNvPr>
              <p:cNvSpPr/>
              <p:nvPr/>
            </p:nvSpPr>
            <p:spPr>
              <a:xfrm>
                <a:off x="4389120" y="2235708"/>
                <a:ext cx="82296" cy="82296"/>
              </a:xfrm>
              <a:prstGeom prst="rect">
                <a:avLst/>
              </a:prstGeom>
              <a:solidFill>
                <a:srgbClr val="25191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2" name="Patch tile border">
                <a:extLst>
                  <a:ext uri="{FF2B5EF4-FFF2-40B4-BE49-F238E27FC236}">
                    <a16:creationId xmlns:a16="http://schemas.microsoft.com/office/drawing/2014/main" id="{E3AFC5AB-B0C8-2185-5E51-10B39874AACE}"/>
                  </a:ext>
                </a:extLst>
              </p:cNvPr>
              <p:cNvSpPr/>
              <p:nvPr/>
            </p:nvSpPr>
            <p:spPr>
              <a:xfrm>
                <a:off x="4155948" y="2002536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3" name="Patch 1,0 mosaic cell">
                <a:extLst>
                  <a:ext uri="{FF2B5EF4-FFF2-40B4-BE49-F238E27FC236}">
                    <a16:creationId xmlns:a16="http://schemas.microsoft.com/office/drawing/2014/main" id="{DC950326-AB98-8FA8-04A6-5DDBFB1701F5}"/>
                  </a:ext>
                </a:extLst>
              </p:cNvPr>
              <p:cNvSpPr/>
              <p:nvPr/>
            </p:nvSpPr>
            <p:spPr>
              <a:xfrm>
                <a:off x="3072384" y="2363724"/>
                <a:ext cx="82296" cy="82296"/>
              </a:xfrm>
              <a:prstGeom prst="rect">
                <a:avLst/>
              </a:prstGeom>
              <a:solidFill>
                <a:srgbClr val="20110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4" name="Patch 1,0 mosaic cell">
                <a:extLst>
                  <a:ext uri="{FF2B5EF4-FFF2-40B4-BE49-F238E27FC236}">
                    <a16:creationId xmlns:a16="http://schemas.microsoft.com/office/drawing/2014/main" id="{1A386344-5378-F5E6-985D-E3FAB22E6817}"/>
                  </a:ext>
                </a:extLst>
              </p:cNvPr>
              <p:cNvSpPr/>
              <p:nvPr/>
            </p:nvSpPr>
            <p:spPr>
              <a:xfrm>
                <a:off x="3150108" y="2363724"/>
                <a:ext cx="82296" cy="82296"/>
              </a:xfrm>
              <a:prstGeom prst="rect">
                <a:avLst/>
              </a:prstGeom>
              <a:solidFill>
                <a:srgbClr val="1F110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5" name="Patch 1,0 mosaic cell">
                <a:extLst>
                  <a:ext uri="{FF2B5EF4-FFF2-40B4-BE49-F238E27FC236}">
                    <a16:creationId xmlns:a16="http://schemas.microsoft.com/office/drawing/2014/main" id="{BF2F76C9-900E-48A1-7433-F4498FB10551}"/>
                  </a:ext>
                </a:extLst>
              </p:cNvPr>
              <p:cNvSpPr/>
              <p:nvPr/>
            </p:nvSpPr>
            <p:spPr>
              <a:xfrm>
                <a:off x="3227832" y="2363724"/>
                <a:ext cx="82296" cy="82296"/>
              </a:xfrm>
              <a:prstGeom prst="rect">
                <a:avLst/>
              </a:prstGeom>
              <a:solidFill>
                <a:srgbClr val="1F120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6" name="Patch 1,0 mosaic cell">
                <a:extLst>
                  <a:ext uri="{FF2B5EF4-FFF2-40B4-BE49-F238E27FC236}">
                    <a16:creationId xmlns:a16="http://schemas.microsoft.com/office/drawing/2014/main" id="{7671AFF8-0433-0151-ABC2-BE44D86B5AF2}"/>
                  </a:ext>
                </a:extLst>
              </p:cNvPr>
              <p:cNvSpPr/>
              <p:nvPr/>
            </p:nvSpPr>
            <p:spPr>
              <a:xfrm>
                <a:off x="3305556" y="2363724"/>
                <a:ext cx="82296" cy="82296"/>
              </a:xfrm>
              <a:prstGeom prst="rect">
                <a:avLst/>
              </a:prstGeom>
              <a:solidFill>
                <a:srgbClr val="331E1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7" name="Patch 1,0 mosaic cell">
                <a:extLst>
                  <a:ext uri="{FF2B5EF4-FFF2-40B4-BE49-F238E27FC236}">
                    <a16:creationId xmlns:a16="http://schemas.microsoft.com/office/drawing/2014/main" id="{CCB8B346-92DE-A371-0B0C-D6A5E9F886AE}"/>
                  </a:ext>
                </a:extLst>
              </p:cNvPr>
              <p:cNvSpPr/>
              <p:nvPr/>
            </p:nvSpPr>
            <p:spPr>
              <a:xfrm>
                <a:off x="3072384" y="2441448"/>
                <a:ext cx="82296" cy="82296"/>
              </a:xfrm>
              <a:prstGeom prst="rect">
                <a:avLst/>
              </a:prstGeom>
              <a:solidFill>
                <a:srgbClr val="2C151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8" name="Patch 1,0 mosaic cell">
                <a:extLst>
                  <a:ext uri="{FF2B5EF4-FFF2-40B4-BE49-F238E27FC236}">
                    <a16:creationId xmlns:a16="http://schemas.microsoft.com/office/drawing/2014/main" id="{C2B50AA9-0CE1-9787-460B-4C7E113C3D35}"/>
                  </a:ext>
                </a:extLst>
              </p:cNvPr>
              <p:cNvSpPr/>
              <p:nvPr/>
            </p:nvSpPr>
            <p:spPr>
              <a:xfrm>
                <a:off x="3150108" y="2441448"/>
                <a:ext cx="82296" cy="82296"/>
              </a:xfrm>
              <a:prstGeom prst="rect">
                <a:avLst/>
              </a:prstGeom>
              <a:solidFill>
                <a:srgbClr val="29150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79" name="Patch 1,0 mosaic cell">
                <a:extLst>
                  <a:ext uri="{FF2B5EF4-FFF2-40B4-BE49-F238E27FC236}">
                    <a16:creationId xmlns:a16="http://schemas.microsoft.com/office/drawing/2014/main" id="{18357B1F-103D-267C-55A9-4F90258127D0}"/>
                  </a:ext>
                </a:extLst>
              </p:cNvPr>
              <p:cNvSpPr/>
              <p:nvPr/>
            </p:nvSpPr>
            <p:spPr>
              <a:xfrm>
                <a:off x="3227832" y="2441448"/>
                <a:ext cx="82296" cy="82296"/>
              </a:xfrm>
              <a:prstGeom prst="rect">
                <a:avLst/>
              </a:prstGeom>
              <a:solidFill>
                <a:srgbClr val="311B1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0" name="Patch 1,0 mosaic cell">
                <a:extLst>
                  <a:ext uri="{FF2B5EF4-FFF2-40B4-BE49-F238E27FC236}">
                    <a16:creationId xmlns:a16="http://schemas.microsoft.com/office/drawing/2014/main" id="{EB3D8DAC-974D-B686-063D-C7461626500E}"/>
                  </a:ext>
                </a:extLst>
              </p:cNvPr>
              <p:cNvSpPr/>
              <p:nvPr/>
            </p:nvSpPr>
            <p:spPr>
              <a:xfrm>
                <a:off x="3305556" y="2441448"/>
                <a:ext cx="82296" cy="82296"/>
              </a:xfrm>
              <a:prstGeom prst="rect">
                <a:avLst/>
              </a:prstGeom>
              <a:solidFill>
                <a:srgbClr val="4F2B2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1" name="Patch 1,0 mosaic cell">
                <a:extLst>
                  <a:ext uri="{FF2B5EF4-FFF2-40B4-BE49-F238E27FC236}">
                    <a16:creationId xmlns:a16="http://schemas.microsoft.com/office/drawing/2014/main" id="{4D224E57-33F9-3596-F68E-00C7021982EE}"/>
                  </a:ext>
                </a:extLst>
              </p:cNvPr>
              <p:cNvSpPr/>
              <p:nvPr/>
            </p:nvSpPr>
            <p:spPr>
              <a:xfrm>
                <a:off x="3072384" y="2519172"/>
                <a:ext cx="82296" cy="82296"/>
              </a:xfrm>
              <a:prstGeom prst="rect">
                <a:avLst/>
              </a:prstGeom>
              <a:solidFill>
                <a:srgbClr val="68343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2" name="Patch 1,0 mosaic cell">
                <a:extLst>
                  <a:ext uri="{FF2B5EF4-FFF2-40B4-BE49-F238E27FC236}">
                    <a16:creationId xmlns:a16="http://schemas.microsoft.com/office/drawing/2014/main" id="{82E13A18-E847-0A24-889B-A4386408E8F1}"/>
                  </a:ext>
                </a:extLst>
              </p:cNvPr>
              <p:cNvSpPr/>
              <p:nvPr/>
            </p:nvSpPr>
            <p:spPr>
              <a:xfrm>
                <a:off x="3150108" y="2519172"/>
                <a:ext cx="82296" cy="82296"/>
              </a:xfrm>
              <a:prstGeom prst="rect">
                <a:avLst/>
              </a:prstGeom>
              <a:solidFill>
                <a:srgbClr val="773E3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3" name="Patch 1,0 mosaic cell">
                <a:extLst>
                  <a:ext uri="{FF2B5EF4-FFF2-40B4-BE49-F238E27FC236}">
                    <a16:creationId xmlns:a16="http://schemas.microsoft.com/office/drawing/2014/main" id="{811C354D-8142-CB1D-2E0A-044207270023}"/>
                  </a:ext>
                </a:extLst>
              </p:cNvPr>
              <p:cNvSpPr/>
              <p:nvPr/>
            </p:nvSpPr>
            <p:spPr>
              <a:xfrm>
                <a:off x="3227832" y="2519172"/>
                <a:ext cx="82296" cy="82296"/>
              </a:xfrm>
              <a:prstGeom prst="rect">
                <a:avLst/>
              </a:prstGeom>
              <a:solidFill>
                <a:srgbClr val="8F514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4" name="Patch 1,0 mosaic cell">
                <a:extLst>
                  <a:ext uri="{FF2B5EF4-FFF2-40B4-BE49-F238E27FC236}">
                    <a16:creationId xmlns:a16="http://schemas.microsoft.com/office/drawing/2014/main" id="{E2A73860-4A29-70A2-974E-3E430C589781}"/>
                  </a:ext>
                </a:extLst>
              </p:cNvPr>
              <p:cNvSpPr/>
              <p:nvPr/>
            </p:nvSpPr>
            <p:spPr>
              <a:xfrm>
                <a:off x="3305556" y="2519172"/>
                <a:ext cx="82296" cy="82296"/>
              </a:xfrm>
              <a:prstGeom prst="rect">
                <a:avLst/>
              </a:prstGeom>
              <a:solidFill>
                <a:srgbClr val="A9625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5" name="Patch 1,0 mosaic cell">
                <a:extLst>
                  <a:ext uri="{FF2B5EF4-FFF2-40B4-BE49-F238E27FC236}">
                    <a16:creationId xmlns:a16="http://schemas.microsoft.com/office/drawing/2014/main" id="{BE80BB3E-73BA-2B33-0666-5EDA27FE3237}"/>
                  </a:ext>
                </a:extLst>
              </p:cNvPr>
              <p:cNvSpPr/>
              <p:nvPr/>
            </p:nvSpPr>
            <p:spPr>
              <a:xfrm>
                <a:off x="3072384" y="2596896"/>
                <a:ext cx="82296" cy="82296"/>
              </a:xfrm>
              <a:prstGeom prst="rect">
                <a:avLst/>
              </a:prstGeom>
              <a:solidFill>
                <a:srgbClr val="7E3D3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6" name="Patch 1,0 mosaic cell">
                <a:extLst>
                  <a:ext uri="{FF2B5EF4-FFF2-40B4-BE49-F238E27FC236}">
                    <a16:creationId xmlns:a16="http://schemas.microsoft.com/office/drawing/2014/main" id="{5B3B9415-4E6F-C06E-D320-3EBEE1465DFA}"/>
                  </a:ext>
                </a:extLst>
              </p:cNvPr>
              <p:cNvSpPr/>
              <p:nvPr/>
            </p:nvSpPr>
            <p:spPr>
              <a:xfrm>
                <a:off x="3150108" y="2596896"/>
                <a:ext cx="82296" cy="82296"/>
              </a:xfrm>
              <a:prstGeom prst="rect">
                <a:avLst/>
              </a:prstGeom>
              <a:solidFill>
                <a:srgbClr val="9E575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7" name="Patch 1,0 mosaic cell">
                <a:extLst>
                  <a:ext uri="{FF2B5EF4-FFF2-40B4-BE49-F238E27FC236}">
                    <a16:creationId xmlns:a16="http://schemas.microsoft.com/office/drawing/2014/main" id="{29B87365-F87D-9E4B-925F-C57A9C07D34C}"/>
                  </a:ext>
                </a:extLst>
              </p:cNvPr>
              <p:cNvSpPr/>
              <p:nvPr/>
            </p:nvSpPr>
            <p:spPr>
              <a:xfrm>
                <a:off x="3227832" y="2596896"/>
                <a:ext cx="82296" cy="82296"/>
              </a:xfrm>
              <a:prstGeom prst="rect">
                <a:avLst/>
              </a:prstGeom>
              <a:solidFill>
                <a:srgbClr val="BA706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8" name="Patch 1,0 mosaic cell">
                <a:extLst>
                  <a:ext uri="{FF2B5EF4-FFF2-40B4-BE49-F238E27FC236}">
                    <a16:creationId xmlns:a16="http://schemas.microsoft.com/office/drawing/2014/main" id="{5AB87B93-2202-A738-11BE-D3FBA9D780A4}"/>
                  </a:ext>
                </a:extLst>
              </p:cNvPr>
              <p:cNvSpPr/>
              <p:nvPr/>
            </p:nvSpPr>
            <p:spPr>
              <a:xfrm>
                <a:off x="3305556" y="2596896"/>
                <a:ext cx="82296" cy="82296"/>
              </a:xfrm>
              <a:prstGeom prst="rect">
                <a:avLst/>
              </a:prstGeom>
              <a:solidFill>
                <a:srgbClr val="D17F7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89" name="Patch tile border">
                <a:extLst>
                  <a:ext uri="{FF2B5EF4-FFF2-40B4-BE49-F238E27FC236}">
                    <a16:creationId xmlns:a16="http://schemas.microsoft.com/office/drawing/2014/main" id="{DFEF80E7-AFEF-9F20-74E3-ABD775F3905D}"/>
                  </a:ext>
                </a:extLst>
              </p:cNvPr>
              <p:cNvSpPr/>
              <p:nvPr/>
            </p:nvSpPr>
            <p:spPr>
              <a:xfrm>
                <a:off x="3072384" y="2363724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0" name="Patch 1,1 mosaic cell">
                <a:extLst>
                  <a:ext uri="{FF2B5EF4-FFF2-40B4-BE49-F238E27FC236}">
                    <a16:creationId xmlns:a16="http://schemas.microsoft.com/office/drawing/2014/main" id="{521A5BDF-81ED-06C4-9171-6E5B9E62D94A}"/>
                  </a:ext>
                </a:extLst>
              </p:cNvPr>
              <p:cNvSpPr/>
              <p:nvPr/>
            </p:nvSpPr>
            <p:spPr>
              <a:xfrm>
                <a:off x="3433572" y="2363724"/>
                <a:ext cx="82296" cy="82296"/>
              </a:xfrm>
              <a:prstGeom prst="rect">
                <a:avLst/>
              </a:prstGeom>
              <a:solidFill>
                <a:srgbClr val="4A272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1" name="Patch 1,1 mosaic cell">
                <a:extLst>
                  <a:ext uri="{FF2B5EF4-FFF2-40B4-BE49-F238E27FC236}">
                    <a16:creationId xmlns:a16="http://schemas.microsoft.com/office/drawing/2014/main" id="{E90768E3-78B6-1214-FF9F-2E9EB6CEDB69}"/>
                  </a:ext>
                </a:extLst>
              </p:cNvPr>
              <p:cNvSpPr/>
              <p:nvPr/>
            </p:nvSpPr>
            <p:spPr>
              <a:xfrm>
                <a:off x="3511296" y="2363724"/>
                <a:ext cx="82296" cy="82296"/>
              </a:xfrm>
              <a:prstGeom prst="rect">
                <a:avLst/>
              </a:prstGeom>
              <a:solidFill>
                <a:srgbClr val="7B382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2" name="Patch 1,1 mosaic cell">
                <a:extLst>
                  <a:ext uri="{FF2B5EF4-FFF2-40B4-BE49-F238E27FC236}">
                    <a16:creationId xmlns:a16="http://schemas.microsoft.com/office/drawing/2014/main" id="{7F514BAE-46C3-47C9-1BEA-0E851C392A92}"/>
                  </a:ext>
                </a:extLst>
              </p:cNvPr>
              <p:cNvSpPr/>
              <p:nvPr/>
            </p:nvSpPr>
            <p:spPr>
              <a:xfrm>
                <a:off x="3589020" y="2363724"/>
                <a:ext cx="82296" cy="82296"/>
              </a:xfrm>
              <a:prstGeom prst="rect">
                <a:avLst/>
              </a:prstGeom>
              <a:solidFill>
                <a:srgbClr val="9A432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3" name="Patch 1,1 mosaic cell">
                <a:extLst>
                  <a:ext uri="{FF2B5EF4-FFF2-40B4-BE49-F238E27FC236}">
                    <a16:creationId xmlns:a16="http://schemas.microsoft.com/office/drawing/2014/main" id="{B50260EA-AAE6-F177-28F7-325AD1D9E244}"/>
                  </a:ext>
                </a:extLst>
              </p:cNvPr>
              <p:cNvSpPr/>
              <p:nvPr/>
            </p:nvSpPr>
            <p:spPr>
              <a:xfrm>
                <a:off x="3666744" y="2363724"/>
                <a:ext cx="82296" cy="82296"/>
              </a:xfrm>
              <a:prstGeom prst="rect">
                <a:avLst/>
              </a:prstGeom>
              <a:solidFill>
                <a:srgbClr val="77302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4" name="Patch 1,1 mosaic cell">
                <a:extLst>
                  <a:ext uri="{FF2B5EF4-FFF2-40B4-BE49-F238E27FC236}">
                    <a16:creationId xmlns:a16="http://schemas.microsoft.com/office/drawing/2014/main" id="{ECFBE4D3-995E-BD2D-EE37-AD4AE6F722F5}"/>
                  </a:ext>
                </a:extLst>
              </p:cNvPr>
              <p:cNvSpPr/>
              <p:nvPr/>
            </p:nvSpPr>
            <p:spPr>
              <a:xfrm>
                <a:off x="3433572" y="2441448"/>
                <a:ext cx="82296" cy="82296"/>
              </a:xfrm>
              <a:prstGeom prst="rect">
                <a:avLst/>
              </a:prstGeom>
              <a:solidFill>
                <a:srgbClr val="522D2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5" name="Patch 1,1 mosaic cell">
                <a:extLst>
                  <a:ext uri="{FF2B5EF4-FFF2-40B4-BE49-F238E27FC236}">
                    <a16:creationId xmlns:a16="http://schemas.microsoft.com/office/drawing/2014/main" id="{ED471A35-7FAC-6A30-0664-2E49AA383874}"/>
                  </a:ext>
                </a:extLst>
              </p:cNvPr>
              <p:cNvSpPr/>
              <p:nvPr/>
            </p:nvSpPr>
            <p:spPr>
              <a:xfrm>
                <a:off x="3511296" y="2441448"/>
                <a:ext cx="82296" cy="82296"/>
              </a:xfrm>
              <a:prstGeom prst="rect">
                <a:avLst/>
              </a:prstGeom>
              <a:solidFill>
                <a:srgbClr val="5F2E2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6" name="Patch 1,1 mosaic cell">
                <a:extLst>
                  <a:ext uri="{FF2B5EF4-FFF2-40B4-BE49-F238E27FC236}">
                    <a16:creationId xmlns:a16="http://schemas.microsoft.com/office/drawing/2014/main" id="{057D9788-5FCD-D4A9-C287-3EBBE2657589}"/>
                  </a:ext>
                </a:extLst>
              </p:cNvPr>
              <p:cNvSpPr/>
              <p:nvPr/>
            </p:nvSpPr>
            <p:spPr>
              <a:xfrm>
                <a:off x="3589020" y="2441448"/>
                <a:ext cx="82296" cy="82296"/>
              </a:xfrm>
              <a:prstGeom prst="rect">
                <a:avLst/>
              </a:prstGeom>
              <a:solidFill>
                <a:srgbClr val="853D2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7" name="Patch 1,1 mosaic cell">
                <a:extLst>
                  <a:ext uri="{FF2B5EF4-FFF2-40B4-BE49-F238E27FC236}">
                    <a16:creationId xmlns:a16="http://schemas.microsoft.com/office/drawing/2014/main" id="{3ECA3BE7-4EF4-FEEE-EC1F-2005557693E2}"/>
                  </a:ext>
                </a:extLst>
              </p:cNvPr>
              <p:cNvSpPr/>
              <p:nvPr/>
            </p:nvSpPr>
            <p:spPr>
              <a:xfrm>
                <a:off x="3666744" y="2441448"/>
                <a:ext cx="82296" cy="82296"/>
              </a:xfrm>
              <a:prstGeom prst="rect">
                <a:avLst/>
              </a:prstGeom>
              <a:solidFill>
                <a:srgbClr val="632A1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8" name="Patch 1,1 mosaic cell">
                <a:extLst>
                  <a:ext uri="{FF2B5EF4-FFF2-40B4-BE49-F238E27FC236}">
                    <a16:creationId xmlns:a16="http://schemas.microsoft.com/office/drawing/2014/main" id="{1B39F593-EDA9-AF61-7654-AA971307653A}"/>
                  </a:ext>
                </a:extLst>
              </p:cNvPr>
              <p:cNvSpPr/>
              <p:nvPr/>
            </p:nvSpPr>
            <p:spPr>
              <a:xfrm>
                <a:off x="3433572" y="2519172"/>
                <a:ext cx="82296" cy="82296"/>
              </a:xfrm>
              <a:prstGeom prst="rect">
                <a:avLst/>
              </a:prstGeom>
              <a:solidFill>
                <a:srgbClr val="BD756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699" name="Patch 1,1 mosaic cell">
                <a:extLst>
                  <a:ext uri="{FF2B5EF4-FFF2-40B4-BE49-F238E27FC236}">
                    <a16:creationId xmlns:a16="http://schemas.microsoft.com/office/drawing/2014/main" id="{ECE79C5E-D704-CC24-FE44-C6E68C3AEDC3}"/>
                  </a:ext>
                </a:extLst>
              </p:cNvPr>
              <p:cNvSpPr/>
              <p:nvPr/>
            </p:nvSpPr>
            <p:spPr>
              <a:xfrm>
                <a:off x="3511296" y="2519172"/>
                <a:ext cx="82296" cy="82296"/>
              </a:xfrm>
              <a:prstGeom prst="rect">
                <a:avLst/>
              </a:prstGeom>
              <a:solidFill>
                <a:srgbClr val="B4716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0" name="Patch 1,1 mosaic cell">
                <a:extLst>
                  <a:ext uri="{FF2B5EF4-FFF2-40B4-BE49-F238E27FC236}">
                    <a16:creationId xmlns:a16="http://schemas.microsoft.com/office/drawing/2014/main" id="{D0D08EC0-BBF5-E88F-9011-4847D5529181}"/>
                  </a:ext>
                </a:extLst>
              </p:cNvPr>
              <p:cNvSpPr/>
              <p:nvPr/>
            </p:nvSpPr>
            <p:spPr>
              <a:xfrm>
                <a:off x="3589020" y="2519172"/>
                <a:ext cx="82296" cy="82296"/>
              </a:xfrm>
              <a:prstGeom prst="rect">
                <a:avLst/>
              </a:prstGeom>
              <a:solidFill>
                <a:srgbClr val="A5645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1" name="Patch 1,1 mosaic cell">
                <a:extLst>
                  <a:ext uri="{FF2B5EF4-FFF2-40B4-BE49-F238E27FC236}">
                    <a16:creationId xmlns:a16="http://schemas.microsoft.com/office/drawing/2014/main" id="{8A8A0ABC-0D66-74B1-10E6-BB3EBEFB3DF0}"/>
                  </a:ext>
                </a:extLst>
              </p:cNvPr>
              <p:cNvSpPr/>
              <p:nvPr/>
            </p:nvSpPr>
            <p:spPr>
              <a:xfrm>
                <a:off x="3666744" y="2519172"/>
                <a:ext cx="82296" cy="82296"/>
              </a:xfrm>
              <a:prstGeom prst="rect">
                <a:avLst/>
              </a:prstGeom>
              <a:solidFill>
                <a:srgbClr val="975B5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2" name="Patch 1,1 mosaic cell">
                <a:extLst>
                  <a:ext uri="{FF2B5EF4-FFF2-40B4-BE49-F238E27FC236}">
                    <a16:creationId xmlns:a16="http://schemas.microsoft.com/office/drawing/2014/main" id="{ACC01645-5ECA-371D-8AE7-2289B0504116}"/>
                  </a:ext>
                </a:extLst>
              </p:cNvPr>
              <p:cNvSpPr/>
              <p:nvPr/>
            </p:nvSpPr>
            <p:spPr>
              <a:xfrm>
                <a:off x="3433572" y="2596896"/>
                <a:ext cx="82296" cy="82296"/>
              </a:xfrm>
              <a:prstGeom prst="rect">
                <a:avLst/>
              </a:prstGeom>
              <a:solidFill>
                <a:srgbClr val="C5847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3" name="Patch 1,1 mosaic cell">
                <a:extLst>
                  <a:ext uri="{FF2B5EF4-FFF2-40B4-BE49-F238E27FC236}">
                    <a16:creationId xmlns:a16="http://schemas.microsoft.com/office/drawing/2014/main" id="{405BE82B-B339-3FDD-0887-620B6A27FBC9}"/>
                  </a:ext>
                </a:extLst>
              </p:cNvPr>
              <p:cNvSpPr/>
              <p:nvPr/>
            </p:nvSpPr>
            <p:spPr>
              <a:xfrm>
                <a:off x="3511296" y="2596896"/>
                <a:ext cx="82296" cy="82296"/>
              </a:xfrm>
              <a:prstGeom prst="rect">
                <a:avLst/>
              </a:prstGeom>
              <a:solidFill>
                <a:srgbClr val="6F4B4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4" name="Patch 1,1 mosaic cell">
                <a:extLst>
                  <a:ext uri="{FF2B5EF4-FFF2-40B4-BE49-F238E27FC236}">
                    <a16:creationId xmlns:a16="http://schemas.microsoft.com/office/drawing/2014/main" id="{B45CA29A-DABE-D7A1-586F-D488F5EA6D2C}"/>
                  </a:ext>
                </a:extLst>
              </p:cNvPr>
              <p:cNvSpPr/>
              <p:nvPr/>
            </p:nvSpPr>
            <p:spPr>
              <a:xfrm>
                <a:off x="3589020" y="2596896"/>
                <a:ext cx="82296" cy="82296"/>
              </a:xfrm>
              <a:prstGeom prst="rect">
                <a:avLst/>
              </a:prstGeom>
              <a:solidFill>
                <a:srgbClr val="4C2B2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5" name="Patch 1,1 mosaic cell">
                <a:extLst>
                  <a:ext uri="{FF2B5EF4-FFF2-40B4-BE49-F238E27FC236}">
                    <a16:creationId xmlns:a16="http://schemas.microsoft.com/office/drawing/2014/main" id="{1D58BE02-CA64-4908-13FC-3973E2495E67}"/>
                  </a:ext>
                </a:extLst>
              </p:cNvPr>
              <p:cNvSpPr/>
              <p:nvPr/>
            </p:nvSpPr>
            <p:spPr>
              <a:xfrm>
                <a:off x="3666744" y="2596896"/>
                <a:ext cx="82296" cy="82296"/>
              </a:xfrm>
              <a:prstGeom prst="rect">
                <a:avLst/>
              </a:prstGeom>
              <a:solidFill>
                <a:srgbClr val="4D2D2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6" name="Patch tile border">
                <a:extLst>
                  <a:ext uri="{FF2B5EF4-FFF2-40B4-BE49-F238E27FC236}">
                    <a16:creationId xmlns:a16="http://schemas.microsoft.com/office/drawing/2014/main" id="{4E6F574D-DADA-A0C2-4099-5D2B41655E6D}"/>
                  </a:ext>
                </a:extLst>
              </p:cNvPr>
              <p:cNvSpPr/>
              <p:nvPr/>
            </p:nvSpPr>
            <p:spPr>
              <a:xfrm>
                <a:off x="3433572" y="2363724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7" name="Patch 1,2 mosaic cell">
                <a:extLst>
                  <a:ext uri="{FF2B5EF4-FFF2-40B4-BE49-F238E27FC236}">
                    <a16:creationId xmlns:a16="http://schemas.microsoft.com/office/drawing/2014/main" id="{509603B0-2842-AAEB-D437-6D2C2F39C46A}"/>
                  </a:ext>
                </a:extLst>
              </p:cNvPr>
              <p:cNvSpPr/>
              <p:nvPr/>
            </p:nvSpPr>
            <p:spPr>
              <a:xfrm>
                <a:off x="3794760" y="2363724"/>
                <a:ext cx="82296" cy="82296"/>
              </a:xfrm>
              <a:prstGeom prst="rect">
                <a:avLst/>
              </a:prstGeom>
              <a:solidFill>
                <a:srgbClr val="37161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8" name="Patch 1,2 mosaic cell">
                <a:extLst>
                  <a:ext uri="{FF2B5EF4-FFF2-40B4-BE49-F238E27FC236}">
                    <a16:creationId xmlns:a16="http://schemas.microsoft.com/office/drawing/2014/main" id="{938A4930-21DB-0619-09C4-97EF4DC127B4}"/>
                  </a:ext>
                </a:extLst>
              </p:cNvPr>
              <p:cNvSpPr/>
              <p:nvPr/>
            </p:nvSpPr>
            <p:spPr>
              <a:xfrm>
                <a:off x="3872484" y="2363724"/>
                <a:ext cx="82296" cy="82296"/>
              </a:xfrm>
              <a:prstGeom prst="rect">
                <a:avLst/>
              </a:prstGeom>
              <a:solidFill>
                <a:srgbClr val="351C1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09" name="Patch 1,2 mosaic cell">
                <a:extLst>
                  <a:ext uri="{FF2B5EF4-FFF2-40B4-BE49-F238E27FC236}">
                    <a16:creationId xmlns:a16="http://schemas.microsoft.com/office/drawing/2014/main" id="{45E94C3F-091B-4148-6401-D03CEB7E076B}"/>
                  </a:ext>
                </a:extLst>
              </p:cNvPr>
              <p:cNvSpPr/>
              <p:nvPr/>
            </p:nvSpPr>
            <p:spPr>
              <a:xfrm>
                <a:off x="3950208" y="2363724"/>
                <a:ext cx="82296" cy="82296"/>
              </a:xfrm>
              <a:prstGeom prst="rect">
                <a:avLst/>
              </a:prstGeom>
              <a:solidFill>
                <a:srgbClr val="3E211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0" name="Patch 1,2 mosaic cell">
                <a:extLst>
                  <a:ext uri="{FF2B5EF4-FFF2-40B4-BE49-F238E27FC236}">
                    <a16:creationId xmlns:a16="http://schemas.microsoft.com/office/drawing/2014/main" id="{488707A1-2287-B6BC-87E4-A976C795D35C}"/>
                  </a:ext>
                </a:extLst>
              </p:cNvPr>
              <p:cNvSpPr/>
              <p:nvPr/>
            </p:nvSpPr>
            <p:spPr>
              <a:xfrm>
                <a:off x="4027932" y="2363724"/>
                <a:ext cx="82296" cy="82296"/>
              </a:xfrm>
              <a:prstGeom prst="rect">
                <a:avLst/>
              </a:prstGeom>
              <a:solidFill>
                <a:srgbClr val="371C1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1" name="Patch 1,2 mosaic cell">
                <a:extLst>
                  <a:ext uri="{FF2B5EF4-FFF2-40B4-BE49-F238E27FC236}">
                    <a16:creationId xmlns:a16="http://schemas.microsoft.com/office/drawing/2014/main" id="{2A4CEE58-0E02-A4AF-D9A9-7D0B97835CA1}"/>
                  </a:ext>
                </a:extLst>
              </p:cNvPr>
              <p:cNvSpPr/>
              <p:nvPr/>
            </p:nvSpPr>
            <p:spPr>
              <a:xfrm>
                <a:off x="3794760" y="2441448"/>
                <a:ext cx="82296" cy="82296"/>
              </a:xfrm>
              <a:prstGeom prst="rect">
                <a:avLst/>
              </a:prstGeom>
              <a:solidFill>
                <a:srgbClr val="46201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2" name="Patch 1,2 mosaic cell">
                <a:extLst>
                  <a:ext uri="{FF2B5EF4-FFF2-40B4-BE49-F238E27FC236}">
                    <a16:creationId xmlns:a16="http://schemas.microsoft.com/office/drawing/2014/main" id="{A9A86637-06F7-2EEF-32CE-CFB3C6558A74}"/>
                  </a:ext>
                </a:extLst>
              </p:cNvPr>
              <p:cNvSpPr/>
              <p:nvPr/>
            </p:nvSpPr>
            <p:spPr>
              <a:xfrm>
                <a:off x="3872484" y="2441448"/>
                <a:ext cx="82296" cy="82296"/>
              </a:xfrm>
              <a:prstGeom prst="rect">
                <a:avLst/>
              </a:prstGeom>
              <a:solidFill>
                <a:srgbClr val="6A423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3" name="Patch 1,2 mosaic cell">
                <a:extLst>
                  <a:ext uri="{FF2B5EF4-FFF2-40B4-BE49-F238E27FC236}">
                    <a16:creationId xmlns:a16="http://schemas.microsoft.com/office/drawing/2014/main" id="{CB9A2392-1B72-D9BB-D662-B41C7CC4F2D6}"/>
                  </a:ext>
                </a:extLst>
              </p:cNvPr>
              <p:cNvSpPr/>
              <p:nvPr/>
            </p:nvSpPr>
            <p:spPr>
              <a:xfrm>
                <a:off x="3950208" y="2441448"/>
                <a:ext cx="82296" cy="82296"/>
              </a:xfrm>
              <a:prstGeom prst="rect">
                <a:avLst/>
              </a:prstGeom>
              <a:solidFill>
                <a:srgbClr val="63423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4" name="Patch 1,2 mosaic cell">
                <a:extLst>
                  <a:ext uri="{FF2B5EF4-FFF2-40B4-BE49-F238E27FC236}">
                    <a16:creationId xmlns:a16="http://schemas.microsoft.com/office/drawing/2014/main" id="{CF25BC12-8C71-4D39-29EB-837657979E08}"/>
                  </a:ext>
                </a:extLst>
              </p:cNvPr>
              <p:cNvSpPr/>
              <p:nvPr/>
            </p:nvSpPr>
            <p:spPr>
              <a:xfrm>
                <a:off x="4027932" y="2441448"/>
                <a:ext cx="82296" cy="82296"/>
              </a:xfrm>
              <a:prstGeom prst="rect">
                <a:avLst/>
              </a:prstGeom>
              <a:solidFill>
                <a:srgbClr val="462D2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5" name="Patch 1,2 mosaic cell">
                <a:extLst>
                  <a:ext uri="{FF2B5EF4-FFF2-40B4-BE49-F238E27FC236}">
                    <a16:creationId xmlns:a16="http://schemas.microsoft.com/office/drawing/2014/main" id="{81476EDA-94E7-1F20-C86D-6BD2B32C6AB3}"/>
                  </a:ext>
                </a:extLst>
              </p:cNvPr>
              <p:cNvSpPr/>
              <p:nvPr/>
            </p:nvSpPr>
            <p:spPr>
              <a:xfrm>
                <a:off x="3794760" y="2519172"/>
                <a:ext cx="82296" cy="82296"/>
              </a:xfrm>
              <a:prstGeom prst="rect">
                <a:avLst/>
              </a:prstGeom>
              <a:solidFill>
                <a:srgbClr val="864D4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6" name="Patch 1,2 mosaic cell">
                <a:extLst>
                  <a:ext uri="{FF2B5EF4-FFF2-40B4-BE49-F238E27FC236}">
                    <a16:creationId xmlns:a16="http://schemas.microsoft.com/office/drawing/2014/main" id="{B977628D-AB74-37DE-F893-79D1AF20F62C}"/>
                  </a:ext>
                </a:extLst>
              </p:cNvPr>
              <p:cNvSpPr/>
              <p:nvPr/>
            </p:nvSpPr>
            <p:spPr>
              <a:xfrm>
                <a:off x="3872484" y="2519172"/>
                <a:ext cx="82296" cy="82296"/>
              </a:xfrm>
              <a:prstGeom prst="rect">
                <a:avLst/>
              </a:prstGeom>
              <a:solidFill>
                <a:srgbClr val="91555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7" name="Patch 1,2 mosaic cell">
                <a:extLst>
                  <a:ext uri="{FF2B5EF4-FFF2-40B4-BE49-F238E27FC236}">
                    <a16:creationId xmlns:a16="http://schemas.microsoft.com/office/drawing/2014/main" id="{A428DA78-5152-C0AE-93A7-3520C9FE1ABF}"/>
                  </a:ext>
                </a:extLst>
              </p:cNvPr>
              <p:cNvSpPr/>
              <p:nvPr/>
            </p:nvSpPr>
            <p:spPr>
              <a:xfrm>
                <a:off x="3950208" y="2519172"/>
                <a:ext cx="82296" cy="82296"/>
              </a:xfrm>
              <a:prstGeom prst="rect">
                <a:avLst/>
              </a:prstGeom>
              <a:solidFill>
                <a:srgbClr val="7E4E4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8" name="Patch 1,2 mosaic cell">
                <a:extLst>
                  <a:ext uri="{FF2B5EF4-FFF2-40B4-BE49-F238E27FC236}">
                    <a16:creationId xmlns:a16="http://schemas.microsoft.com/office/drawing/2014/main" id="{181FA0C6-FDB7-A321-BF44-F29B009235EC}"/>
                  </a:ext>
                </a:extLst>
              </p:cNvPr>
              <p:cNvSpPr/>
              <p:nvPr/>
            </p:nvSpPr>
            <p:spPr>
              <a:xfrm>
                <a:off x="4027932" y="2519172"/>
                <a:ext cx="82296" cy="82296"/>
              </a:xfrm>
              <a:prstGeom prst="rect">
                <a:avLst/>
              </a:prstGeom>
              <a:solidFill>
                <a:srgbClr val="64484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19" name="Patch 1,2 mosaic cell">
                <a:extLst>
                  <a:ext uri="{FF2B5EF4-FFF2-40B4-BE49-F238E27FC236}">
                    <a16:creationId xmlns:a16="http://schemas.microsoft.com/office/drawing/2014/main" id="{D4935944-50C5-3B83-BA8D-48A63FED12DB}"/>
                  </a:ext>
                </a:extLst>
              </p:cNvPr>
              <p:cNvSpPr/>
              <p:nvPr/>
            </p:nvSpPr>
            <p:spPr>
              <a:xfrm>
                <a:off x="3794760" y="2596896"/>
                <a:ext cx="82296" cy="82296"/>
              </a:xfrm>
              <a:prstGeom prst="rect">
                <a:avLst/>
              </a:prstGeom>
              <a:solidFill>
                <a:srgbClr val="55302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0" name="Patch 1,2 mosaic cell">
                <a:extLst>
                  <a:ext uri="{FF2B5EF4-FFF2-40B4-BE49-F238E27FC236}">
                    <a16:creationId xmlns:a16="http://schemas.microsoft.com/office/drawing/2014/main" id="{6A5FC0F3-44D3-1CBA-5942-ED1386E6A570}"/>
                  </a:ext>
                </a:extLst>
              </p:cNvPr>
              <p:cNvSpPr/>
              <p:nvPr/>
            </p:nvSpPr>
            <p:spPr>
              <a:xfrm>
                <a:off x="3872484" y="2596896"/>
                <a:ext cx="82296" cy="82296"/>
              </a:xfrm>
              <a:prstGeom prst="rect">
                <a:avLst/>
              </a:prstGeom>
              <a:solidFill>
                <a:srgbClr val="502F2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1" name="Patch 1,2 mosaic cell">
                <a:extLst>
                  <a:ext uri="{FF2B5EF4-FFF2-40B4-BE49-F238E27FC236}">
                    <a16:creationId xmlns:a16="http://schemas.microsoft.com/office/drawing/2014/main" id="{605CCFCD-8B0C-16F3-54B8-72CA103C0B54}"/>
                  </a:ext>
                </a:extLst>
              </p:cNvPr>
              <p:cNvSpPr/>
              <p:nvPr/>
            </p:nvSpPr>
            <p:spPr>
              <a:xfrm>
                <a:off x="3950208" y="2596896"/>
                <a:ext cx="82296" cy="82296"/>
              </a:xfrm>
              <a:prstGeom prst="rect">
                <a:avLst/>
              </a:prstGeom>
              <a:solidFill>
                <a:srgbClr val="633F3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2" name="Patch 1,2 mosaic cell">
                <a:extLst>
                  <a:ext uri="{FF2B5EF4-FFF2-40B4-BE49-F238E27FC236}">
                    <a16:creationId xmlns:a16="http://schemas.microsoft.com/office/drawing/2014/main" id="{82E8CDA7-A727-484A-EAD1-4451A8BE07CF}"/>
                  </a:ext>
                </a:extLst>
              </p:cNvPr>
              <p:cNvSpPr/>
              <p:nvPr/>
            </p:nvSpPr>
            <p:spPr>
              <a:xfrm>
                <a:off x="4027932" y="2596896"/>
                <a:ext cx="82296" cy="82296"/>
              </a:xfrm>
              <a:prstGeom prst="rect">
                <a:avLst/>
              </a:prstGeom>
              <a:solidFill>
                <a:srgbClr val="724C4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3" name="Patch tile border">
                <a:extLst>
                  <a:ext uri="{FF2B5EF4-FFF2-40B4-BE49-F238E27FC236}">
                    <a16:creationId xmlns:a16="http://schemas.microsoft.com/office/drawing/2014/main" id="{A3BD6DA1-3420-59D6-E2B8-A195C8666BF1}"/>
                  </a:ext>
                </a:extLst>
              </p:cNvPr>
              <p:cNvSpPr/>
              <p:nvPr/>
            </p:nvSpPr>
            <p:spPr>
              <a:xfrm>
                <a:off x="3794760" y="2363724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4" name="Patch 1,3 mosaic cell">
                <a:extLst>
                  <a:ext uri="{FF2B5EF4-FFF2-40B4-BE49-F238E27FC236}">
                    <a16:creationId xmlns:a16="http://schemas.microsoft.com/office/drawing/2014/main" id="{0F70C855-3683-1875-EE1D-BB7B9B721E57}"/>
                  </a:ext>
                </a:extLst>
              </p:cNvPr>
              <p:cNvSpPr/>
              <p:nvPr/>
            </p:nvSpPr>
            <p:spPr>
              <a:xfrm>
                <a:off x="4155948" y="2363724"/>
                <a:ext cx="82296" cy="82296"/>
              </a:xfrm>
              <a:prstGeom prst="rect">
                <a:avLst/>
              </a:prstGeom>
              <a:solidFill>
                <a:srgbClr val="27170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5" name="Patch 1,3 mosaic cell">
                <a:extLst>
                  <a:ext uri="{FF2B5EF4-FFF2-40B4-BE49-F238E27FC236}">
                    <a16:creationId xmlns:a16="http://schemas.microsoft.com/office/drawing/2014/main" id="{A2C2DC46-F807-627D-60B8-947F3C99CFBD}"/>
                  </a:ext>
                </a:extLst>
              </p:cNvPr>
              <p:cNvSpPr/>
              <p:nvPr/>
            </p:nvSpPr>
            <p:spPr>
              <a:xfrm>
                <a:off x="4233672" y="2363724"/>
                <a:ext cx="82296" cy="82296"/>
              </a:xfrm>
              <a:prstGeom prst="rect">
                <a:avLst/>
              </a:prstGeom>
              <a:solidFill>
                <a:srgbClr val="25170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6" name="Patch 1,3 mosaic cell">
                <a:extLst>
                  <a:ext uri="{FF2B5EF4-FFF2-40B4-BE49-F238E27FC236}">
                    <a16:creationId xmlns:a16="http://schemas.microsoft.com/office/drawing/2014/main" id="{5F80A4BA-7B50-BDE2-0043-B5CB3DA675A0}"/>
                  </a:ext>
                </a:extLst>
              </p:cNvPr>
              <p:cNvSpPr/>
              <p:nvPr/>
            </p:nvSpPr>
            <p:spPr>
              <a:xfrm>
                <a:off x="4311396" y="2363724"/>
                <a:ext cx="82296" cy="82296"/>
              </a:xfrm>
              <a:prstGeom prst="rect">
                <a:avLst/>
              </a:prstGeom>
              <a:solidFill>
                <a:srgbClr val="26191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7" name="Patch 1,3 mosaic cell">
                <a:extLst>
                  <a:ext uri="{FF2B5EF4-FFF2-40B4-BE49-F238E27FC236}">
                    <a16:creationId xmlns:a16="http://schemas.microsoft.com/office/drawing/2014/main" id="{DD56594D-6AD5-B91C-60EF-926C076F26FF}"/>
                  </a:ext>
                </a:extLst>
              </p:cNvPr>
              <p:cNvSpPr/>
              <p:nvPr/>
            </p:nvSpPr>
            <p:spPr>
              <a:xfrm>
                <a:off x="4389120" y="2363724"/>
                <a:ext cx="82296" cy="82296"/>
              </a:xfrm>
              <a:prstGeom prst="rect">
                <a:avLst/>
              </a:prstGeom>
              <a:solidFill>
                <a:srgbClr val="20140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8" name="Patch 1,3 mosaic cell">
                <a:extLst>
                  <a:ext uri="{FF2B5EF4-FFF2-40B4-BE49-F238E27FC236}">
                    <a16:creationId xmlns:a16="http://schemas.microsoft.com/office/drawing/2014/main" id="{9A9F6B0D-D032-F89A-9F1E-41E6EA0C2F3E}"/>
                  </a:ext>
                </a:extLst>
              </p:cNvPr>
              <p:cNvSpPr/>
              <p:nvPr/>
            </p:nvSpPr>
            <p:spPr>
              <a:xfrm>
                <a:off x="4155948" y="2441448"/>
                <a:ext cx="82296" cy="82296"/>
              </a:xfrm>
              <a:prstGeom prst="rect">
                <a:avLst/>
              </a:prstGeom>
              <a:solidFill>
                <a:srgbClr val="3E2C2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29" name="Patch 1,3 mosaic cell">
                <a:extLst>
                  <a:ext uri="{FF2B5EF4-FFF2-40B4-BE49-F238E27FC236}">
                    <a16:creationId xmlns:a16="http://schemas.microsoft.com/office/drawing/2014/main" id="{B98A11EF-BC74-7BD6-A0EC-6FE96BB28E99}"/>
                  </a:ext>
                </a:extLst>
              </p:cNvPr>
              <p:cNvSpPr/>
              <p:nvPr/>
            </p:nvSpPr>
            <p:spPr>
              <a:xfrm>
                <a:off x="4233672" y="2441448"/>
                <a:ext cx="82296" cy="82296"/>
              </a:xfrm>
              <a:prstGeom prst="rect">
                <a:avLst/>
              </a:prstGeom>
              <a:solidFill>
                <a:srgbClr val="30201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0" name="Patch 1,3 mosaic cell">
                <a:extLst>
                  <a:ext uri="{FF2B5EF4-FFF2-40B4-BE49-F238E27FC236}">
                    <a16:creationId xmlns:a16="http://schemas.microsoft.com/office/drawing/2014/main" id="{16E3BED3-E2D0-CB01-8C16-047F75B8CAA6}"/>
                  </a:ext>
                </a:extLst>
              </p:cNvPr>
              <p:cNvSpPr/>
              <p:nvPr/>
            </p:nvSpPr>
            <p:spPr>
              <a:xfrm>
                <a:off x="4311396" y="2441448"/>
                <a:ext cx="82296" cy="82296"/>
              </a:xfrm>
              <a:prstGeom prst="rect">
                <a:avLst/>
              </a:prstGeom>
              <a:solidFill>
                <a:srgbClr val="28191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1" name="Patch 1,3 mosaic cell">
                <a:extLst>
                  <a:ext uri="{FF2B5EF4-FFF2-40B4-BE49-F238E27FC236}">
                    <a16:creationId xmlns:a16="http://schemas.microsoft.com/office/drawing/2014/main" id="{BDB3998F-8059-3B5C-5FBC-485D14511CE9}"/>
                  </a:ext>
                </a:extLst>
              </p:cNvPr>
              <p:cNvSpPr/>
              <p:nvPr/>
            </p:nvSpPr>
            <p:spPr>
              <a:xfrm>
                <a:off x="4389120" y="2441448"/>
                <a:ext cx="82296" cy="82296"/>
              </a:xfrm>
              <a:prstGeom prst="rect">
                <a:avLst/>
              </a:prstGeom>
              <a:solidFill>
                <a:srgbClr val="261A1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2" name="Patch 1,3 mosaic cell">
                <a:extLst>
                  <a:ext uri="{FF2B5EF4-FFF2-40B4-BE49-F238E27FC236}">
                    <a16:creationId xmlns:a16="http://schemas.microsoft.com/office/drawing/2014/main" id="{735016B1-00E8-1B63-8F86-485681821CED}"/>
                  </a:ext>
                </a:extLst>
              </p:cNvPr>
              <p:cNvSpPr/>
              <p:nvPr/>
            </p:nvSpPr>
            <p:spPr>
              <a:xfrm>
                <a:off x="4155948" y="2519172"/>
                <a:ext cx="82296" cy="82296"/>
              </a:xfrm>
              <a:prstGeom prst="rect">
                <a:avLst/>
              </a:prstGeom>
              <a:solidFill>
                <a:srgbClr val="80737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3" name="Patch 1,3 mosaic cell">
                <a:extLst>
                  <a:ext uri="{FF2B5EF4-FFF2-40B4-BE49-F238E27FC236}">
                    <a16:creationId xmlns:a16="http://schemas.microsoft.com/office/drawing/2014/main" id="{78819A56-173A-D0BF-4FA9-8B4E35195504}"/>
                  </a:ext>
                </a:extLst>
              </p:cNvPr>
              <p:cNvSpPr/>
              <p:nvPr/>
            </p:nvSpPr>
            <p:spPr>
              <a:xfrm>
                <a:off x="4233672" y="2519172"/>
                <a:ext cx="82296" cy="82296"/>
              </a:xfrm>
              <a:prstGeom prst="rect">
                <a:avLst/>
              </a:prstGeom>
              <a:solidFill>
                <a:srgbClr val="73676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4" name="Patch 1,3 mosaic cell">
                <a:extLst>
                  <a:ext uri="{FF2B5EF4-FFF2-40B4-BE49-F238E27FC236}">
                    <a16:creationId xmlns:a16="http://schemas.microsoft.com/office/drawing/2014/main" id="{F4B85CE9-D1A3-D966-71FD-405C90718FB8}"/>
                  </a:ext>
                </a:extLst>
              </p:cNvPr>
              <p:cNvSpPr/>
              <p:nvPr/>
            </p:nvSpPr>
            <p:spPr>
              <a:xfrm>
                <a:off x="4311396" y="2519172"/>
                <a:ext cx="82296" cy="82296"/>
              </a:xfrm>
              <a:prstGeom prst="rect">
                <a:avLst/>
              </a:prstGeom>
              <a:solidFill>
                <a:srgbClr val="52474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5" name="Patch 1,3 mosaic cell">
                <a:extLst>
                  <a:ext uri="{FF2B5EF4-FFF2-40B4-BE49-F238E27FC236}">
                    <a16:creationId xmlns:a16="http://schemas.microsoft.com/office/drawing/2014/main" id="{5E3B9761-3100-308D-CC8B-223A5A8D9B23}"/>
                  </a:ext>
                </a:extLst>
              </p:cNvPr>
              <p:cNvSpPr/>
              <p:nvPr/>
            </p:nvSpPr>
            <p:spPr>
              <a:xfrm>
                <a:off x="4389120" y="2519172"/>
                <a:ext cx="82296" cy="82296"/>
              </a:xfrm>
              <a:prstGeom prst="rect">
                <a:avLst/>
              </a:prstGeom>
              <a:solidFill>
                <a:srgbClr val="382F2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6" name="Patch 1,3 mosaic cell">
                <a:extLst>
                  <a:ext uri="{FF2B5EF4-FFF2-40B4-BE49-F238E27FC236}">
                    <a16:creationId xmlns:a16="http://schemas.microsoft.com/office/drawing/2014/main" id="{5517CA02-C726-6242-BFF8-0CC95CC75500}"/>
                  </a:ext>
                </a:extLst>
              </p:cNvPr>
              <p:cNvSpPr/>
              <p:nvPr/>
            </p:nvSpPr>
            <p:spPr>
              <a:xfrm>
                <a:off x="4155948" y="2596896"/>
                <a:ext cx="82296" cy="82296"/>
              </a:xfrm>
              <a:prstGeom prst="rect">
                <a:avLst/>
              </a:prstGeom>
              <a:solidFill>
                <a:srgbClr val="796A6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7" name="Patch 1,3 mosaic cell">
                <a:extLst>
                  <a:ext uri="{FF2B5EF4-FFF2-40B4-BE49-F238E27FC236}">
                    <a16:creationId xmlns:a16="http://schemas.microsoft.com/office/drawing/2014/main" id="{816132E8-7544-F34F-8BBA-BD2CC779DD55}"/>
                  </a:ext>
                </a:extLst>
              </p:cNvPr>
              <p:cNvSpPr/>
              <p:nvPr/>
            </p:nvSpPr>
            <p:spPr>
              <a:xfrm>
                <a:off x="4233672" y="2596896"/>
                <a:ext cx="82296" cy="82296"/>
              </a:xfrm>
              <a:prstGeom prst="rect">
                <a:avLst/>
              </a:prstGeom>
              <a:solidFill>
                <a:srgbClr val="94878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8" name="Patch 1,3 mosaic cell">
                <a:extLst>
                  <a:ext uri="{FF2B5EF4-FFF2-40B4-BE49-F238E27FC236}">
                    <a16:creationId xmlns:a16="http://schemas.microsoft.com/office/drawing/2014/main" id="{50AD40B4-200A-3CDD-3377-5AA0B36F262C}"/>
                  </a:ext>
                </a:extLst>
              </p:cNvPr>
              <p:cNvSpPr/>
              <p:nvPr/>
            </p:nvSpPr>
            <p:spPr>
              <a:xfrm>
                <a:off x="4311396" y="2596896"/>
                <a:ext cx="82296" cy="82296"/>
              </a:xfrm>
              <a:prstGeom prst="rect">
                <a:avLst/>
              </a:prstGeom>
              <a:solidFill>
                <a:srgbClr val="9C939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39" name="Patch 1,3 mosaic cell">
                <a:extLst>
                  <a:ext uri="{FF2B5EF4-FFF2-40B4-BE49-F238E27FC236}">
                    <a16:creationId xmlns:a16="http://schemas.microsoft.com/office/drawing/2014/main" id="{03BAC36D-BF95-8284-248D-9FF8DFE76A0A}"/>
                  </a:ext>
                </a:extLst>
              </p:cNvPr>
              <p:cNvSpPr/>
              <p:nvPr/>
            </p:nvSpPr>
            <p:spPr>
              <a:xfrm>
                <a:off x="4389120" y="2596896"/>
                <a:ext cx="82296" cy="82296"/>
              </a:xfrm>
              <a:prstGeom prst="rect">
                <a:avLst/>
              </a:prstGeom>
              <a:solidFill>
                <a:srgbClr val="807B7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0" name="Patch tile border">
                <a:extLst>
                  <a:ext uri="{FF2B5EF4-FFF2-40B4-BE49-F238E27FC236}">
                    <a16:creationId xmlns:a16="http://schemas.microsoft.com/office/drawing/2014/main" id="{1C073B07-C944-8FBF-7F96-E7DF1C9AD033}"/>
                  </a:ext>
                </a:extLst>
              </p:cNvPr>
              <p:cNvSpPr/>
              <p:nvPr/>
            </p:nvSpPr>
            <p:spPr>
              <a:xfrm>
                <a:off x="4155948" y="2363724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1" name="Patch 2,0 mosaic cell">
                <a:extLst>
                  <a:ext uri="{FF2B5EF4-FFF2-40B4-BE49-F238E27FC236}">
                    <a16:creationId xmlns:a16="http://schemas.microsoft.com/office/drawing/2014/main" id="{7D2C3207-76C0-C559-FF65-78402677C408}"/>
                  </a:ext>
                </a:extLst>
              </p:cNvPr>
              <p:cNvSpPr/>
              <p:nvPr/>
            </p:nvSpPr>
            <p:spPr>
              <a:xfrm>
                <a:off x="3072384" y="2724912"/>
                <a:ext cx="82296" cy="82296"/>
              </a:xfrm>
              <a:prstGeom prst="rect">
                <a:avLst/>
              </a:prstGeom>
              <a:solidFill>
                <a:srgbClr val="934F4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2" name="Patch 2,0 mosaic cell">
                <a:extLst>
                  <a:ext uri="{FF2B5EF4-FFF2-40B4-BE49-F238E27FC236}">
                    <a16:creationId xmlns:a16="http://schemas.microsoft.com/office/drawing/2014/main" id="{6BC96034-7B99-D7C2-C2B5-7D9C90D44C7F}"/>
                  </a:ext>
                </a:extLst>
              </p:cNvPr>
              <p:cNvSpPr/>
              <p:nvPr/>
            </p:nvSpPr>
            <p:spPr>
              <a:xfrm>
                <a:off x="3150108" y="2724912"/>
                <a:ext cx="82296" cy="82296"/>
              </a:xfrm>
              <a:prstGeom prst="rect">
                <a:avLst/>
              </a:prstGeom>
              <a:solidFill>
                <a:srgbClr val="A0514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3" name="Patch 2,0 mosaic cell">
                <a:extLst>
                  <a:ext uri="{FF2B5EF4-FFF2-40B4-BE49-F238E27FC236}">
                    <a16:creationId xmlns:a16="http://schemas.microsoft.com/office/drawing/2014/main" id="{5154E606-3C8B-F979-FB4B-1A969C5924FA}"/>
                  </a:ext>
                </a:extLst>
              </p:cNvPr>
              <p:cNvSpPr/>
              <p:nvPr/>
            </p:nvSpPr>
            <p:spPr>
              <a:xfrm>
                <a:off x="3227832" y="2724912"/>
                <a:ext cx="82296" cy="82296"/>
              </a:xfrm>
              <a:prstGeom prst="rect">
                <a:avLst/>
              </a:prstGeom>
              <a:solidFill>
                <a:srgbClr val="C8726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4" name="Patch 2,0 mosaic cell">
                <a:extLst>
                  <a:ext uri="{FF2B5EF4-FFF2-40B4-BE49-F238E27FC236}">
                    <a16:creationId xmlns:a16="http://schemas.microsoft.com/office/drawing/2014/main" id="{9BA6DBA5-B7DD-9BAD-918F-8CF8017FA3BF}"/>
                  </a:ext>
                </a:extLst>
              </p:cNvPr>
              <p:cNvSpPr/>
              <p:nvPr/>
            </p:nvSpPr>
            <p:spPr>
              <a:xfrm>
                <a:off x="3305556" y="2724912"/>
                <a:ext cx="82296" cy="82296"/>
              </a:xfrm>
              <a:prstGeom prst="rect">
                <a:avLst/>
              </a:prstGeom>
              <a:solidFill>
                <a:srgbClr val="E08A7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5" name="Patch 2,0 mosaic cell">
                <a:extLst>
                  <a:ext uri="{FF2B5EF4-FFF2-40B4-BE49-F238E27FC236}">
                    <a16:creationId xmlns:a16="http://schemas.microsoft.com/office/drawing/2014/main" id="{319FDFDC-1321-7849-BD6D-D61E50131507}"/>
                  </a:ext>
                </a:extLst>
              </p:cNvPr>
              <p:cNvSpPr/>
              <p:nvPr/>
            </p:nvSpPr>
            <p:spPr>
              <a:xfrm>
                <a:off x="3072384" y="2802636"/>
                <a:ext cx="82296" cy="82296"/>
              </a:xfrm>
              <a:prstGeom prst="rect">
                <a:avLst/>
              </a:prstGeom>
              <a:solidFill>
                <a:srgbClr val="CD9E9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6" name="Patch 2,0 mosaic cell">
                <a:extLst>
                  <a:ext uri="{FF2B5EF4-FFF2-40B4-BE49-F238E27FC236}">
                    <a16:creationId xmlns:a16="http://schemas.microsoft.com/office/drawing/2014/main" id="{99D01F70-A10A-09A6-730A-4F513E26CB02}"/>
                  </a:ext>
                </a:extLst>
              </p:cNvPr>
              <p:cNvSpPr/>
              <p:nvPr/>
            </p:nvSpPr>
            <p:spPr>
              <a:xfrm>
                <a:off x="3150108" y="2802636"/>
                <a:ext cx="82296" cy="82296"/>
              </a:xfrm>
              <a:prstGeom prst="rect">
                <a:avLst/>
              </a:prstGeom>
              <a:solidFill>
                <a:srgbClr val="BE6D6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7" name="Patch 2,0 mosaic cell">
                <a:extLst>
                  <a:ext uri="{FF2B5EF4-FFF2-40B4-BE49-F238E27FC236}">
                    <a16:creationId xmlns:a16="http://schemas.microsoft.com/office/drawing/2014/main" id="{621A5DBB-E8E6-C99B-B94C-B8A3D193E121}"/>
                  </a:ext>
                </a:extLst>
              </p:cNvPr>
              <p:cNvSpPr/>
              <p:nvPr/>
            </p:nvSpPr>
            <p:spPr>
              <a:xfrm>
                <a:off x="3227832" y="2802636"/>
                <a:ext cx="82296" cy="82296"/>
              </a:xfrm>
              <a:prstGeom prst="rect">
                <a:avLst/>
              </a:prstGeom>
              <a:solidFill>
                <a:srgbClr val="DC826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8" name="Patch 2,0 mosaic cell">
                <a:extLst>
                  <a:ext uri="{FF2B5EF4-FFF2-40B4-BE49-F238E27FC236}">
                    <a16:creationId xmlns:a16="http://schemas.microsoft.com/office/drawing/2014/main" id="{F9B25E40-EF15-9F03-FB57-5FC027395322}"/>
                  </a:ext>
                </a:extLst>
              </p:cNvPr>
              <p:cNvSpPr/>
              <p:nvPr/>
            </p:nvSpPr>
            <p:spPr>
              <a:xfrm>
                <a:off x="3305556" y="2802636"/>
                <a:ext cx="82296" cy="82296"/>
              </a:xfrm>
              <a:prstGeom prst="rect">
                <a:avLst/>
              </a:prstGeom>
              <a:solidFill>
                <a:srgbClr val="BD6B5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49" name="Patch 2,0 mosaic cell">
                <a:extLst>
                  <a:ext uri="{FF2B5EF4-FFF2-40B4-BE49-F238E27FC236}">
                    <a16:creationId xmlns:a16="http://schemas.microsoft.com/office/drawing/2014/main" id="{1F21FBA3-F91B-7C9C-6733-4DBC4C7BFF1C}"/>
                  </a:ext>
                </a:extLst>
              </p:cNvPr>
              <p:cNvSpPr/>
              <p:nvPr/>
            </p:nvSpPr>
            <p:spPr>
              <a:xfrm>
                <a:off x="3072384" y="2880360"/>
                <a:ext cx="82296" cy="82296"/>
              </a:xfrm>
              <a:prstGeom prst="rect">
                <a:avLst/>
              </a:prstGeom>
              <a:solidFill>
                <a:srgbClr val="DDAEA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0" name="Patch 2,0 mosaic cell">
                <a:extLst>
                  <a:ext uri="{FF2B5EF4-FFF2-40B4-BE49-F238E27FC236}">
                    <a16:creationId xmlns:a16="http://schemas.microsoft.com/office/drawing/2014/main" id="{1C1CB32F-E998-F003-05C0-180290D89E17}"/>
                  </a:ext>
                </a:extLst>
              </p:cNvPr>
              <p:cNvSpPr/>
              <p:nvPr/>
            </p:nvSpPr>
            <p:spPr>
              <a:xfrm>
                <a:off x="3150108" y="2880360"/>
                <a:ext cx="82296" cy="82296"/>
              </a:xfrm>
              <a:prstGeom prst="rect">
                <a:avLst/>
              </a:prstGeom>
              <a:solidFill>
                <a:srgbClr val="CE7B6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1" name="Patch 2,0 mosaic cell">
                <a:extLst>
                  <a:ext uri="{FF2B5EF4-FFF2-40B4-BE49-F238E27FC236}">
                    <a16:creationId xmlns:a16="http://schemas.microsoft.com/office/drawing/2014/main" id="{CC4219D4-F06B-F47C-3D7F-E60414FE140D}"/>
                  </a:ext>
                </a:extLst>
              </p:cNvPr>
              <p:cNvSpPr/>
              <p:nvPr/>
            </p:nvSpPr>
            <p:spPr>
              <a:xfrm>
                <a:off x="3227832" y="2880360"/>
                <a:ext cx="82296" cy="82296"/>
              </a:xfrm>
              <a:prstGeom prst="rect">
                <a:avLst/>
              </a:prstGeom>
              <a:solidFill>
                <a:srgbClr val="DD8A7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2" name="Patch 2,0 mosaic cell">
                <a:extLst>
                  <a:ext uri="{FF2B5EF4-FFF2-40B4-BE49-F238E27FC236}">
                    <a16:creationId xmlns:a16="http://schemas.microsoft.com/office/drawing/2014/main" id="{35CB7CF4-444D-5F12-0867-2AA54E571D4C}"/>
                  </a:ext>
                </a:extLst>
              </p:cNvPr>
              <p:cNvSpPr/>
              <p:nvPr/>
            </p:nvSpPr>
            <p:spPr>
              <a:xfrm>
                <a:off x="3305556" y="2880360"/>
                <a:ext cx="82296" cy="82296"/>
              </a:xfrm>
              <a:prstGeom prst="rect">
                <a:avLst/>
              </a:prstGeom>
              <a:solidFill>
                <a:srgbClr val="B0605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3" name="Patch 2,0 mosaic cell">
                <a:extLst>
                  <a:ext uri="{FF2B5EF4-FFF2-40B4-BE49-F238E27FC236}">
                    <a16:creationId xmlns:a16="http://schemas.microsoft.com/office/drawing/2014/main" id="{81353734-5C67-EADD-875C-03E03EA2489C}"/>
                  </a:ext>
                </a:extLst>
              </p:cNvPr>
              <p:cNvSpPr/>
              <p:nvPr/>
            </p:nvSpPr>
            <p:spPr>
              <a:xfrm>
                <a:off x="3072384" y="2958084"/>
                <a:ext cx="82296" cy="82296"/>
              </a:xfrm>
              <a:prstGeom prst="rect">
                <a:avLst/>
              </a:prstGeom>
              <a:solidFill>
                <a:srgbClr val="C0756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4" name="Patch 2,0 mosaic cell">
                <a:extLst>
                  <a:ext uri="{FF2B5EF4-FFF2-40B4-BE49-F238E27FC236}">
                    <a16:creationId xmlns:a16="http://schemas.microsoft.com/office/drawing/2014/main" id="{1FAA39CE-6DAA-8806-1E6D-DDA8666673EA}"/>
                  </a:ext>
                </a:extLst>
              </p:cNvPr>
              <p:cNvSpPr/>
              <p:nvPr/>
            </p:nvSpPr>
            <p:spPr>
              <a:xfrm>
                <a:off x="3150108" y="2958084"/>
                <a:ext cx="82296" cy="82296"/>
              </a:xfrm>
              <a:prstGeom prst="rect">
                <a:avLst/>
              </a:prstGeom>
              <a:solidFill>
                <a:srgbClr val="C16C5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5" name="Patch 2,0 mosaic cell">
                <a:extLst>
                  <a:ext uri="{FF2B5EF4-FFF2-40B4-BE49-F238E27FC236}">
                    <a16:creationId xmlns:a16="http://schemas.microsoft.com/office/drawing/2014/main" id="{1FF5E5F6-9BC2-E4FB-25A2-9F14BAE7B877}"/>
                  </a:ext>
                </a:extLst>
              </p:cNvPr>
              <p:cNvSpPr/>
              <p:nvPr/>
            </p:nvSpPr>
            <p:spPr>
              <a:xfrm>
                <a:off x="3227832" y="2958084"/>
                <a:ext cx="82296" cy="82296"/>
              </a:xfrm>
              <a:prstGeom prst="rect">
                <a:avLst/>
              </a:prstGeom>
              <a:solidFill>
                <a:srgbClr val="D6857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6" name="Patch 2,0 mosaic cell">
                <a:extLst>
                  <a:ext uri="{FF2B5EF4-FFF2-40B4-BE49-F238E27FC236}">
                    <a16:creationId xmlns:a16="http://schemas.microsoft.com/office/drawing/2014/main" id="{04956F14-02DC-C7E0-BC0D-9B3D7059AA1B}"/>
                  </a:ext>
                </a:extLst>
              </p:cNvPr>
              <p:cNvSpPr/>
              <p:nvPr/>
            </p:nvSpPr>
            <p:spPr>
              <a:xfrm>
                <a:off x="3305556" y="2958084"/>
                <a:ext cx="82296" cy="82296"/>
              </a:xfrm>
              <a:prstGeom prst="rect">
                <a:avLst/>
              </a:prstGeom>
              <a:solidFill>
                <a:srgbClr val="C36F6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7" name="Patch tile border">
                <a:extLst>
                  <a:ext uri="{FF2B5EF4-FFF2-40B4-BE49-F238E27FC236}">
                    <a16:creationId xmlns:a16="http://schemas.microsoft.com/office/drawing/2014/main" id="{39AC57D0-AFE1-0313-84F0-EEC7913551BF}"/>
                  </a:ext>
                </a:extLst>
              </p:cNvPr>
              <p:cNvSpPr/>
              <p:nvPr/>
            </p:nvSpPr>
            <p:spPr>
              <a:xfrm>
                <a:off x="3072384" y="2724912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8" name="Patch 2,1 mosaic cell">
                <a:extLst>
                  <a:ext uri="{FF2B5EF4-FFF2-40B4-BE49-F238E27FC236}">
                    <a16:creationId xmlns:a16="http://schemas.microsoft.com/office/drawing/2014/main" id="{B3C5B81C-E580-B14C-09FF-34A223E42513}"/>
                  </a:ext>
                </a:extLst>
              </p:cNvPr>
              <p:cNvSpPr/>
              <p:nvPr/>
            </p:nvSpPr>
            <p:spPr>
              <a:xfrm>
                <a:off x="3433572" y="2724912"/>
                <a:ext cx="82296" cy="82296"/>
              </a:xfrm>
              <a:prstGeom prst="rect">
                <a:avLst/>
              </a:prstGeom>
              <a:solidFill>
                <a:srgbClr val="57312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59" name="Patch 2,1 mosaic cell">
                <a:extLst>
                  <a:ext uri="{FF2B5EF4-FFF2-40B4-BE49-F238E27FC236}">
                    <a16:creationId xmlns:a16="http://schemas.microsoft.com/office/drawing/2014/main" id="{7240535D-7CF4-086E-7060-7C65021BD8B8}"/>
                  </a:ext>
                </a:extLst>
              </p:cNvPr>
              <p:cNvSpPr/>
              <p:nvPr/>
            </p:nvSpPr>
            <p:spPr>
              <a:xfrm>
                <a:off x="3511296" y="2724912"/>
                <a:ext cx="82296" cy="82296"/>
              </a:xfrm>
              <a:prstGeom prst="rect">
                <a:avLst/>
              </a:prstGeom>
              <a:solidFill>
                <a:srgbClr val="54362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0" name="Patch 2,1 mosaic cell">
                <a:extLst>
                  <a:ext uri="{FF2B5EF4-FFF2-40B4-BE49-F238E27FC236}">
                    <a16:creationId xmlns:a16="http://schemas.microsoft.com/office/drawing/2014/main" id="{00CE9408-527D-C796-C08A-5DF0003FAD65}"/>
                  </a:ext>
                </a:extLst>
              </p:cNvPr>
              <p:cNvSpPr/>
              <p:nvPr/>
            </p:nvSpPr>
            <p:spPr>
              <a:xfrm>
                <a:off x="3589020" y="2724912"/>
                <a:ext cx="82296" cy="82296"/>
              </a:xfrm>
              <a:prstGeom prst="rect">
                <a:avLst/>
              </a:prstGeom>
              <a:solidFill>
                <a:srgbClr val="5E3C3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1" name="Patch 2,1 mosaic cell">
                <a:extLst>
                  <a:ext uri="{FF2B5EF4-FFF2-40B4-BE49-F238E27FC236}">
                    <a16:creationId xmlns:a16="http://schemas.microsoft.com/office/drawing/2014/main" id="{35BC5E69-0552-E073-5EF4-4696256A70D8}"/>
                  </a:ext>
                </a:extLst>
              </p:cNvPr>
              <p:cNvSpPr/>
              <p:nvPr/>
            </p:nvSpPr>
            <p:spPr>
              <a:xfrm>
                <a:off x="3666744" y="2724912"/>
                <a:ext cx="82296" cy="82296"/>
              </a:xfrm>
              <a:prstGeom prst="rect">
                <a:avLst/>
              </a:prstGeom>
              <a:solidFill>
                <a:srgbClr val="633E3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2" name="Patch 2,1 mosaic cell">
                <a:extLst>
                  <a:ext uri="{FF2B5EF4-FFF2-40B4-BE49-F238E27FC236}">
                    <a16:creationId xmlns:a16="http://schemas.microsoft.com/office/drawing/2014/main" id="{316B6DFD-238A-53F1-A682-DE527E5E5665}"/>
                  </a:ext>
                </a:extLst>
              </p:cNvPr>
              <p:cNvSpPr/>
              <p:nvPr/>
            </p:nvSpPr>
            <p:spPr>
              <a:xfrm>
                <a:off x="3433572" y="2802636"/>
                <a:ext cx="82296" cy="82296"/>
              </a:xfrm>
              <a:prstGeom prst="rect">
                <a:avLst/>
              </a:prstGeom>
              <a:solidFill>
                <a:srgbClr val="542F2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3" name="Patch 2,1 mosaic cell">
                <a:extLst>
                  <a:ext uri="{FF2B5EF4-FFF2-40B4-BE49-F238E27FC236}">
                    <a16:creationId xmlns:a16="http://schemas.microsoft.com/office/drawing/2014/main" id="{F217CF8E-EBC9-2310-7A45-ECECEBBF3BB8}"/>
                  </a:ext>
                </a:extLst>
              </p:cNvPr>
              <p:cNvSpPr/>
              <p:nvPr/>
            </p:nvSpPr>
            <p:spPr>
              <a:xfrm>
                <a:off x="3511296" y="2802636"/>
                <a:ext cx="82296" cy="82296"/>
              </a:xfrm>
              <a:prstGeom prst="rect">
                <a:avLst/>
              </a:prstGeom>
              <a:solidFill>
                <a:srgbClr val="603C2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4" name="Patch 2,1 mosaic cell">
                <a:extLst>
                  <a:ext uri="{FF2B5EF4-FFF2-40B4-BE49-F238E27FC236}">
                    <a16:creationId xmlns:a16="http://schemas.microsoft.com/office/drawing/2014/main" id="{654E2089-2CF1-3AC9-3C5D-41D855653851}"/>
                  </a:ext>
                </a:extLst>
              </p:cNvPr>
              <p:cNvSpPr/>
              <p:nvPr/>
            </p:nvSpPr>
            <p:spPr>
              <a:xfrm>
                <a:off x="3589020" y="2802636"/>
                <a:ext cx="82296" cy="82296"/>
              </a:xfrm>
              <a:prstGeom prst="rect">
                <a:avLst/>
              </a:prstGeom>
              <a:solidFill>
                <a:srgbClr val="70463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5" name="Patch 2,1 mosaic cell">
                <a:extLst>
                  <a:ext uri="{FF2B5EF4-FFF2-40B4-BE49-F238E27FC236}">
                    <a16:creationId xmlns:a16="http://schemas.microsoft.com/office/drawing/2014/main" id="{E0109B56-E5F0-E954-469E-EB2C1E78EBC9}"/>
                  </a:ext>
                </a:extLst>
              </p:cNvPr>
              <p:cNvSpPr/>
              <p:nvPr/>
            </p:nvSpPr>
            <p:spPr>
              <a:xfrm>
                <a:off x="3666744" y="2802636"/>
                <a:ext cx="82296" cy="82296"/>
              </a:xfrm>
              <a:prstGeom prst="rect">
                <a:avLst/>
              </a:prstGeom>
              <a:solidFill>
                <a:srgbClr val="6C423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6" name="Patch 2,1 mosaic cell">
                <a:extLst>
                  <a:ext uri="{FF2B5EF4-FFF2-40B4-BE49-F238E27FC236}">
                    <a16:creationId xmlns:a16="http://schemas.microsoft.com/office/drawing/2014/main" id="{98DE6E56-64C0-285C-98E3-90F56D1B9BC5}"/>
                  </a:ext>
                </a:extLst>
              </p:cNvPr>
              <p:cNvSpPr/>
              <p:nvPr/>
            </p:nvSpPr>
            <p:spPr>
              <a:xfrm>
                <a:off x="3433572" y="2880360"/>
                <a:ext cx="82296" cy="82296"/>
              </a:xfrm>
              <a:prstGeom prst="rect">
                <a:avLst/>
              </a:prstGeom>
              <a:solidFill>
                <a:srgbClr val="793E3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7" name="Patch 2,1 mosaic cell">
                <a:extLst>
                  <a:ext uri="{FF2B5EF4-FFF2-40B4-BE49-F238E27FC236}">
                    <a16:creationId xmlns:a16="http://schemas.microsoft.com/office/drawing/2014/main" id="{476FC407-7F2F-0A11-9C49-153963B46E41}"/>
                  </a:ext>
                </a:extLst>
              </p:cNvPr>
              <p:cNvSpPr/>
              <p:nvPr/>
            </p:nvSpPr>
            <p:spPr>
              <a:xfrm>
                <a:off x="3511296" y="2880360"/>
                <a:ext cx="82296" cy="82296"/>
              </a:xfrm>
              <a:prstGeom prst="rect">
                <a:avLst/>
              </a:prstGeom>
              <a:solidFill>
                <a:srgbClr val="58342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8" name="Patch 2,1 mosaic cell">
                <a:extLst>
                  <a:ext uri="{FF2B5EF4-FFF2-40B4-BE49-F238E27FC236}">
                    <a16:creationId xmlns:a16="http://schemas.microsoft.com/office/drawing/2014/main" id="{83EAAAC6-C8B0-C5A5-3369-77FCCA421FCF}"/>
                  </a:ext>
                </a:extLst>
              </p:cNvPr>
              <p:cNvSpPr/>
              <p:nvPr/>
            </p:nvSpPr>
            <p:spPr>
              <a:xfrm>
                <a:off x="3589020" y="2880360"/>
                <a:ext cx="82296" cy="82296"/>
              </a:xfrm>
              <a:prstGeom prst="rect">
                <a:avLst/>
              </a:prstGeom>
              <a:solidFill>
                <a:srgbClr val="643D2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69" name="Patch 2,1 mosaic cell">
                <a:extLst>
                  <a:ext uri="{FF2B5EF4-FFF2-40B4-BE49-F238E27FC236}">
                    <a16:creationId xmlns:a16="http://schemas.microsoft.com/office/drawing/2014/main" id="{0BAB010F-CDA7-7E82-0035-2F72F555F695}"/>
                  </a:ext>
                </a:extLst>
              </p:cNvPr>
              <p:cNvSpPr/>
              <p:nvPr/>
            </p:nvSpPr>
            <p:spPr>
              <a:xfrm>
                <a:off x="3666744" y="2880360"/>
                <a:ext cx="82296" cy="82296"/>
              </a:xfrm>
              <a:prstGeom prst="rect">
                <a:avLst/>
              </a:prstGeom>
              <a:solidFill>
                <a:srgbClr val="71453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0" name="Patch 2,1 mosaic cell">
                <a:extLst>
                  <a:ext uri="{FF2B5EF4-FFF2-40B4-BE49-F238E27FC236}">
                    <a16:creationId xmlns:a16="http://schemas.microsoft.com/office/drawing/2014/main" id="{61A0033A-6EDB-8C15-9A98-0CF8A4A26E7A}"/>
                  </a:ext>
                </a:extLst>
              </p:cNvPr>
              <p:cNvSpPr/>
              <p:nvPr/>
            </p:nvSpPr>
            <p:spPr>
              <a:xfrm>
                <a:off x="3433572" y="2958084"/>
                <a:ext cx="82296" cy="82296"/>
              </a:xfrm>
              <a:prstGeom prst="rect">
                <a:avLst/>
              </a:prstGeom>
              <a:solidFill>
                <a:srgbClr val="8D3E3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1" name="Patch 2,1 mosaic cell">
                <a:extLst>
                  <a:ext uri="{FF2B5EF4-FFF2-40B4-BE49-F238E27FC236}">
                    <a16:creationId xmlns:a16="http://schemas.microsoft.com/office/drawing/2014/main" id="{37366A61-CB23-0499-B45A-E77192106AA0}"/>
                  </a:ext>
                </a:extLst>
              </p:cNvPr>
              <p:cNvSpPr/>
              <p:nvPr/>
            </p:nvSpPr>
            <p:spPr>
              <a:xfrm>
                <a:off x="3511296" y="2958084"/>
                <a:ext cx="82296" cy="82296"/>
              </a:xfrm>
              <a:prstGeom prst="rect">
                <a:avLst/>
              </a:prstGeom>
              <a:solidFill>
                <a:srgbClr val="4F2B2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2" name="Patch 2,1 mosaic cell">
                <a:extLst>
                  <a:ext uri="{FF2B5EF4-FFF2-40B4-BE49-F238E27FC236}">
                    <a16:creationId xmlns:a16="http://schemas.microsoft.com/office/drawing/2014/main" id="{69643AC7-8EC2-BCBC-C5D8-5572A944AAD0}"/>
                  </a:ext>
                </a:extLst>
              </p:cNvPr>
              <p:cNvSpPr/>
              <p:nvPr/>
            </p:nvSpPr>
            <p:spPr>
              <a:xfrm>
                <a:off x="3589020" y="2958084"/>
                <a:ext cx="82296" cy="82296"/>
              </a:xfrm>
              <a:prstGeom prst="rect">
                <a:avLst/>
              </a:prstGeom>
              <a:solidFill>
                <a:srgbClr val="57302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3" name="Patch 2,1 mosaic cell">
                <a:extLst>
                  <a:ext uri="{FF2B5EF4-FFF2-40B4-BE49-F238E27FC236}">
                    <a16:creationId xmlns:a16="http://schemas.microsoft.com/office/drawing/2014/main" id="{6C86C1F1-18A4-34CF-3785-E5A9878D6D99}"/>
                  </a:ext>
                </a:extLst>
              </p:cNvPr>
              <p:cNvSpPr/>
              <p:nvPr/>
            </p:nvSpPr>
            <p:spPr>
              <a:xfrm>
                <a:off x="3666744" y="2958084"/>
                <a:ext cx="82296" cy="82296"/>
              </a:xfrm>
              <a:prstGeom prst="rect">
                <a:avLst/>
              </a:prstGeom>
              <a:solidFill>
                <a:srgbClr val="61302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4" name="Patch tile border">
                <a:extLst>
                  <a:ext uri="{FF2B5EF4-FFF2-40B4-BE49-F238E27FC236}">
                    <a16:creationId xmlns:a16="http://schemas.microsoft.com/office/drawing/2014/main" id="{737B6265-7D4D-27B1-FF8D-753BFE347FE9}"/>
                  </a:ext>
                </a:extLst>
              </p:cNvPr>
              <p:cNvSpPr/>
              <p:nvPr/>
            </p:nvSpPr>
            <p:spPr>
              <a:xfrm>
                <a:off x="3433572" y="2724912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5" name="Patch 2,2 mosaic cell">
                <a:extLst>
                  <a:ext uri="{FF2B5EF4-FFF2-40B4-BE49-F238E27FC236}">
                    <a16:creationId xmlns:a16="http://schemas.microsoft.com/office/drawing/2014/main" id="{6C469ED9-C3C5-30E4-3E71-D7F4D90BFFA2}"/>
                  </a:ext>
                </a:extLst>
              </p:cNvPr>
              <p:cNvSpPr/>
              <p:nvPr/>
            </p:nvSpPr>
            <p:spPr>
              <a:xfrm>
                <a:off x="3794760" y="2724912"/>
                <a:ext cx="82296" cy="82296"/>
              </a:xfrm>
              <a:prstGeom prst="rect">
                <a:avLst/>
              </a:prstGeom>
              <a:solidFill>
                <a:srgbClr val="6A3D3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6" name="Patch 2,2 mosaic cell">
                <a:extLst>
                  <a:ext uri="{FF2B5EF4-FFF2-40B4-BE49-F238E27FC236}">
                    <a16:creationId xmlns:a16="http://schemas.microsoft.com/office/drawing/2014/main" id="{01BAC03E-5334-8E38-BD8A-F8CC1C146C43}"/>
                  </a:ext>
                </a:extLst>
              </p:cNvPr>
              <p:cNvSpPr/>
              <p:nvPr/>
            </p:nvSpPr>
            <p:spPr>
              <a:xfrm>
                <a:off x="3872484" y="2724912"/>
                <a:ext cx="82296" cy="82296"/>
              </a:xfrm>
              <a:prstGeom prst="rect">
                <a:avLst/>
              </a:prstGeom>
              <a:solidFill>
                <a:srgbClr val="653E3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7" name="Patch 2,2 mosaic cell">
                <a:extLst>
                  <a:ext uri="{FF2B5EF4-FFF2-40B4-BE49-F238E27FC236}">
                    <a16:creationId xmlns:a16="http://schemas.microsoft.com/office/drawing/2014/main" id="{EB6E2A59-6C96-598B-4C33-8F84143DD212}"/>
                  </a:ext>
                </a:extLst>
              </p:cNvPr>
              <p:cNvSpPr/>
              <p:nvPr/>
            </p:nvSpPr>
            <p:spPr>
              <a:xfrm>
                <a:off x="3950208" y="2724912"/>
                <a:ext cx="82296" cy="82296"/>
              </a:xfrm>
              <a:prstGeom prst="rect">
                <a:avLst/>
              </a:prstGeom>
              <a:solidFill>
                <a:srgbClr val="5F3A3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8" name="Patch 2,2 mosaic cell">
                <a:extLst>
                  <a:ext uri="{FF2B5EF4-FFF2-40B4-BE49-F238E27FC236}">
                    <a16:creationId xmlns:a16="http://schemas.microsoft.com/office/drawing/2014/main" id="{DB214AC9-72D5-E308-B512-F42F0B97E696}"/>
                  </a:ext>
                </a:extLst>
              </p:cNvPr>
              <p:cNvSpPr/>
              <p:nvPr/>
            </p:nvSpPr>
            <p:spPr>
              <a:xfrm>
                <a:off x="4027932" y="2724912"/>
                <a:ext cx="82296" cy="82296"/>
              </a:xfrm>
              <a:prstGeom prst="rect">
                <a:avLst/>
              </a:prstGeom>
              <a:solidFill>
                <a:srgbClr val="59313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79" name="Patch 2,2 mosaic cell">
                <a:extLst>
                  <a:ext uri="{FF2B5EF4-FFF2-40B4-BE49-F238E27FC236}">
                    <a16:creationId xmlns:a16="http://schemas.microsoft.com/office/drawing/2014/main" id="{E36BF4B9-1179-5D9B-3492-2951107922A2}"/>
                  </a:ext>
                </a:extLst>
              </p:cNvPr>
              <p:cNvSpPr/>
              <p:nvPr/>
            </p:nvSpPr>
            <p:spPr>
              <a:xfrm>
                <a:off x="3794760" y="2802636"/>
                <a:ext cx="82296" cy="82296"/>
              </a:xfrm>
              <a:prstGeom prst="rect">
                <a:avLst/>
              </a:prstGeom>
              <a:solidFill>
                <a:srgbClr val="6D423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0" name="Patch 2,2 mosaic cell">
                <a:extLst>
                  <a:ext uri="{FF2B5EF4-FFF2-40B4-BE49-F238E27FC236}">
                    <a16:creationId xmlns:a16="http://schemas.microsoft.com/office/drawing/2014/main" id="{41B76698-401C-B8B0-7C5D-4C70AD80EDC6}"/>
                  </a:ext>
                </a:extLst>
              </p:cNvPr>
              <p:cNvSpPr/>
              <p:nvPr/>
            </p:nvSpPr>
            <p:spPr>
              <a:xfrm>
                <a:off x="3872484" y="2802636"/>
                <a:ext cx="82296" cy="82296"/>
              </a:xfrm>
              <a:prstGeom prst="rect">
                <a:avLst/>
              </a:prstGeom>
              <a:solidFill>
                <a:srgbClr val="6E433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1" name="Patch 2,2 mosaic cell">
                <a:extLst>
                  <a:ext uri="{FF2B5EF4-FFF2-40B4-BE49-F238E27FC236}">
                    <a16:creationId xmlns:a16="http://schemas.microsoft.com/office/drawing/2014/main" id="{80C31DD2-C2A8-93B1-958D-CCC3AA7DBE80}"/>
                  </a:ext>
                </a:extLst>
              </p:cNvPr>
              <p:cNvSpPr/>
              <p:nvPr/>
            </p:nvSpPr>
            <p:spPr>
              <a:xfrm>
                <a:off x="3950208" y="2802636"/>
                <a:ext cx="82296" cy="82296"/>
              </a:xfrm>
              <a:prstGeom prst="rect">
                <a:avLst/>
              </a:prstGeom>
              <a:solidFill>
                <a:srgbClr val="6A3A3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2" name="Patch 2,2 mosaic cell">
                <a:extLst>
                  <a:ext uri="{FF2B5EF4-FFF2-40B4-BE49-F238E27FC236}">
                    <a16:creationId xmlns:a16="http://schemas.microsoft.com/office/drawing/2014/main" id="{5A9F185A-D1A7-1DCA-BCC5-5CE4D29A132B}"/>
                  </a:ext>
                </a:extLst>
              </p:cNvPr>
              <p:cNvSpPr/>
              <p:nvPr/>
            </p:nvSpPr>
            <p:spPr>
              <a:xfrm>
                <a:off x="4027932" y="2802636"/>
                <a:ext cx="82296" cy="82296"/>
              </a:xfrm>
              <a:prstGeom prst="rect">
                <a:avLst/>
              </a:prstGeom>
              <a:solidFill>
                <a:srgbClr val="5D2D2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3" name="Patch 2,2 mosaic cell">
                <a:extLst>
                  <a:ext uri="{FF2B5EF4-FFF2-40B4-BE49-F238E27FC236}">
                    <a16:creationId xmlns:a16="http://schemas.microsoft.com/office/drawing/2014/main" id="{F6FFFBB6-BDAF-C0C8-78F7-BF5E8BEB0BC0}"/>
                  </a:ext>
                </a:extLst>
              </p:cNvPr>
              <p:cNvSpPr/>
              <p:nvPr/>
            </p:nvSpPr>
            <p:spPr>
              <a:xfrm>
                <a:off x="3794760" y="2880360"/>
                <a:ext cx="82296" cy="82296"/>
              </a:xfrm>
              <a:prstGeom prst="rect">
                <a:avLst/>
              </a:prstGeom>
              <a:solidFill>
                <a:srgbClr val="74423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4" name="Patch 2,2 mosaic cell">
                <a:extLst>
                  <a:ext uri="{FF2B5EF4-FFF2-40B4-BE49-F238E27FC236}">
                    <a16:creationId xmlns:a16="http://schemas.microsoft.com/office/drawing/2014/main" id="{B0456A3A-2817-07A2-6696-58409B51661C}"/>
                  </a:ext>
                </a:extLst>
              </p:cNvPr>
              <p:cNvSpPr/>
              <p:nvPr/>
            </p:nvSpPr>
            <p:spPr>
              <a:xfrm>
                <a:off x="3872484" y="2880360"/>
                <a:ext cx="82296" cy="82296"/>
              </a:xfrm>
              <a:prstGeom prst="rect">
                <a:avLst/>
              </a:prstGeom>
              <a:solidFill>
                <a:srgbClr val="743C3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5" name="Patch 2,2 mosaic cell">
                <a:extLst>
                  <a:ext uri="{FF2B5EF4-FFF2-40B4-BE49-F238E27FC236}">
                    <a16:creationId xmlns:a16="http://schemas.microsoft.com/office/drawing/2014/main" id="{B2294E75-C462-972D-36F6-57845A5BCD02}"/>
                  </a:ext>
                </a:extLst>
              </p:cNvPr>
              <p:cNvSpPr/>
              <p:nvPr/>
            </p:nvSpPr>
            <p:spPr>
              <a:xfrm>
                <a:off x="3950208" y="2880360"/>
                <a:ext cx="82296" cy="82296"/>
              </a:xfrm>
              <a:prstGeom prst="rect">
                <a:avLst/>
              </a:prstGeom>
              <a:solidFill>
                <a:srgbClr val="85404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6" name="Patch 2,2 mosaic cell">
                <a:extLst>
                  <a:ext uri="{FF2B5EF4-FFF2-40B4-BE49-F238E27FC236}">
                    <a16:creationId xmlns:a16="http://schemas.microsoft.com/office/drawing/2014/main" id="{7A5CEB77-B5AF-68A6-3FC1-B62C19D298D4}"/>
                  </a:ext>
                </a:extLst>
              </p:cNvPr>
              <p:cNvSpPr/>
              <p:nvPr/>
            </p:nvSpPr>
            <p:spPr>
              <a:xfrm>
                <a:off x="4027932" y="2880360"/>
                <a:ext cx="82296" cy="82296"/>
              </a:xfrm>
              <a:prstGeom prst="rect">
                <a:avLst/>
              </a:prstGeom>
              <a:solidFill>
                <a:srgbClr val="85414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7" name="Patch 2,2 mosaic cell">
                <a:extLst>
                  <a:ext uri="{FF2B5EF4-FFF2-40B4-BE49-F238E27FC236}">
                    <a16:creationId xmlns:a16="http://schemas.microsoft.com/office/drawing/2014/main" id="{DB3FC7D4-2BDC-1BC3-32D5-D2B71BAD81A5}"/>
                  </a:ext>
                </a:extLst>
              </p:cNvPr>
              <p:cNvSpPr/>
              <p:nvPr/>
            </p:nvSpPr>
            <p:spPr>
              <a:xfrm>
                <a:off x="3794760" y="2958084"/>
                <a:ext cx="82296" cy="82296"/>
              </a:xfrm>
              <a:prstGeom prst="rect">
                <a:avLst/>
              </a:prstGeom>
              <a:solidFill>
                <a:srgbClr val="7D393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8" name="Patch 2,2 mosaic cell">
                <a:extLst>
                  <a:ext uri="{FF2B5EF4-FFF2-40B4-BE49-F238E27FC236}">
                    <a16:creationId xmlns:a16="http://schemas.microsoft.com/office/drawing/2014/main" id="{42B8A919-7B7A-73EB-CF76-71F1B3F33838}"/>
                  </a:ext>
                </a:extLst>
              </p:cNvPr>
              <p:cNvSpPr/>
              <p:nvPr/>
            </p:nvSpPr>
            <p:spPr>
              <a:xfrm>
                <a:off x="3872484" y="2958084"/>
                <a:ext cx="82296" cy="82296"/>
              </a:xfrm>
              <a:prstGeom prst="rect">
                <a:avLst/>
              </a:prstGeom>
              <a:solidFill>
                <a:srgbClr val="90404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89" name="Patch 2,2 mosaic cell">
                <a:extLst>
                  <a:ext uri="{FF2B5EF4-FFF2-40B4-BE49-F238E27FC236}">
                    <a16:creationId xmlns:a16="http://schemas.microsoft.com/office/drawing/2014/main" id="{5FA769ED-61FE-297C-CFA3-7E4655C7322F}"/>
                  </a:ext>
                </a:extLst>
              </p:cNvPr>
              <p:cNvSpPr/>
              <p:nvPr/>
            </p:nvSpPr>
            <p:spPr>
              <a:xfrm>
                <a:off x="3950208" y="2958084"/>
                <a:ext cx="82296" cy="82296"/>
              </a:xfrm>
              <a:prstGeom prst="rect">
                <a:avLst/>
              </a:prstGeom>
              <a:solidFill>
                <a:srgbClr val="97464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0" name="Patch 2,2 mosaic cell">
                <a:extLst>
                  <a:ext uri="{FF2B5EF4-FFF2-40B4-BE49-F238E27FC236}">
                    <a16:creationId xmlns:a16="http://schemas.microsoft.com/office/drawing/2014/main" id="{48D8D739-33B3-4D94-16FB-FB4638793A67}"/>
                  </a:ext>
                </a:extLst>
              </p:cNvPr>
              <p:cNvSpPr/>
              <p:nvPr/>
            </p:nvSpPr>
            <p:spPr>
              <a:xfrm>
                <a:off x="4027932" y="2958084"/>
                <a:ext cx="82296" cy="82296"/>
              </a:xfrm>
              <a:prstGeom prst="rect">
                <a:avLst/>
              </a:prstGeom>
              <a:solidFill>
                <a:srgbClr val="974B4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1" name="Patch tile border">
                <a:extLst>
                  <a:ext uri="{FF2B5EF4-FFF2-40B4-BE49-F238E27FC236}">
                    <a16:creationId xmlns:a16="http://schemas.microsoft.com/office/drawing/2014/main" id="{13DBDF6D-B671-2CA7-6F19-A514885A0666}"/>
                  </a:ext>
                </a:extLst>
              </p:cNvPr>
              <p:cNvSpPr/>
              <p:nvPr/>
            </p:nvSpPr>
            <p:spPr>
              <a:xfrm>
                <a:off x="3794760" y="2724912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2" name="Patch 2,3 mosaic cell">
                <a:extLst>
                  <a:ext uri="{FF2B5EF4-FFF2-40B4-BE49-F238E27FC236}">
                    <a16:creationId xmlns:a16="http://schemas.microsoft.com/office/drawing/2014/main" id="{A8325D6C-D60D-8861-9240-426B583EB76B}"/>
                  </a:ext>
                </a:extLst>
              </p:cNvPr>
              <p:cNvSpPr/>
              <p:nvPr/>
            </p:nvSpPr>
            <p:spPr>
              <a:xfrm>
                <a:off x="4155948" y="2724912"/>
                <a:ext cx="82296" cy="82296"/>
              </a:xfrm>
              <a:prstGeom prst="rect">
                <a:avLst/>
              </a:prstGeom>
              <a:solidFill>
                <a:srgbClr val="89494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3" name="Patch 2,3 mosaic cell">
                <a:extLst>
                  <a:ext uri="{FF2B5EF4-FFF2-40B4-BE49-F238E27FC236}">
                    <a16:creationId xmlns:a16="http://schemas.microsoft.com/office/drawing/2014/main" id="{F61BF2D1-1386-38EA-A174-586F756EAEA9}"/>
                  </a:ext>
                </a:extLst>
              </p:cNvPr>
              <p:cNvSpPr/>
              <p:nvPr/>
            </p:nvSpPr>
            <p:spPr>
              <a:xfrm>
                <a:off x="4233672" y="2724912"/>
                <a:ext cx="82296" cy="82296"/>
              </a:xfrm>
              <a:prstGeom prst="rect">
                <a:avLst/>
              </a:prstGeom>
              <a:solidFill>
                <a:srgbClr val="86636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4" name="Patch 2,3 mosaic cell">
                <a:extLst>
                  <a:ext uri="{FF2B5EF4-FFF2-40B4-BE49-F238E27FC236}">
                    <a16:creationId xmlns:a16="http://schemas.microsoft.com/office/drawing/2014/main" id="{1BBCF2DF-D7F0-6DAF-3619-D9DD29A11F53}"/>
                  </a:ext>
                </a:extLst>
              </p:cNvPr>
              <p:cNvSpPr/>
              <p:nvPr/>
            </p:nvSpPr>
            <p:spPr>
              <a:xfrm>
                <a:off x="4311396" y="2724912"/>
                <a:ext cx="82296" cy="82296"/>
              </a:xfrm>
              <a:prstGeom prst="rect">
                <a:avLst/>
              </a:prstGeom>
              <a:solidFill>
                <a:srgbClr val="887D7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5" name="Patch 2,3 mosaic cell">
                <a:extLst>
                  <a:ext uri="{FF2B5EF4-FFF2-40B4-BE49-F238E27FC236}">
                    <a16:creationId xmlns:a16="http://schemas.microsoft.com/office/drawing/2014/main" id="{56ED0754-E2DA-D875-C045-8472607300D3}"/>
                  </a:ext>
                </a:extLst>
              </p:cNvPr>
              <p:cNvSpPr/>
              <p:nvPr/>
            </p:nvSpPr>
            <p:spPr>
              <a:xfrm>
                <a:off x="4389120" y="2724912"/>
                <a:ext cx="82296" cy="82296"/>
              </a:xfrm>
              <a:prstGeom prst="rect">
                <a:avLst/>
              </a:prstGeom>
              <a:solidFill>
                <a:srgbClr val="928E9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6" name="Patch 2,3 mosaic cell">
                <a:extLst>
                  <a:ext uri="{FF2B5EF4-FFF2-40B4-BE49-F238E27FC236}">
                    <a16:creationId xmlns:a16="http://schemas.microsoft.com/office/drawing/2014/main" id="{E2FA4C95-5876-7057-ABF6-5725CD1D0A9E}"/>
                  </a:ext>
                </a:extLst>
              </p:cNvPr>
              <p:cNvSpPr/>
              <p:nvPr/>
            </p:nvSpPr>
            <p:spPr>
              <a:xfrm>
                <a:off x="4155948" y="2802636"/>
                <a:ext cx="82296" cy="82296"/>
              </a:xfrm>
              <a:prstGeom prst="rect">
                <a:avLst/>
              </a:prstGeom>
              <a:solidFill>
                <a:srgbClr val="BC686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7" name="Patch 2,3 mosaic cell">
                <a:extLst>
                  <a:ext uri="{FF2B5EF4-FFF2-40B4-BE49-F238E27FC236}">
                    <a16:creationId xmlns:a16="http://schemas.microsoft.com/office/drawing/2014/main" id="{F8230880-B1B1-0798-19E4-011C2A75302A}"/>
                  </a:ext>
                </a:extLst>
              </p:cNvPr>
              <p:cNvSpPr/>
              <p:nvPr/>
            </p:nvSpPr>
            <p:spPr>
              <a:xfrm>
                <a:off x="4233672" y="2802636"/>
                <a:ext cx="82296" cy="82296"/>
              </a:xfrm>
              <a:prstGeom prst="rect">
                <a:avLst/>
              </a:prstGeom>
              <a:solidFill>
                <a:srgbClr val="AA625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8" name="Patch 2,3 mosaic cell">
                <a:extLst>
                  <a:ext uri="{FF2B5EF4-FFF2-40B4-BE49-F238E27FC236}">
                    <a16:creationId xmlns:a16="http://schemas.microsoft.com/office/drawing/2014/main" id="{E04D70D7-CB82-DDFF-9FC9-2991855DEDCA}"/>
                  </a:ext>
                </a:extLst>
              </p:cNvPr>
              <p:cNvSpPr/>
              <p:nvPr/>
            </p:nvSpPr>
            <p:spPr>
              <a:xfrm>
                <a:off x="4311396" y="2802636"/>
                <a:ext cx="82296" cy="82296"/>
              </a:xfrm>
              <a:prstGeom prst="rect">
                <a:avLst/>
              </a:prstGeom>
              <a:solidFill>
                <a:srgbClr val="79554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799" name="Patch 2,3 mosaic cell">
                <a:extLst>
                  <a:ext uri="{FF2B5EF4-FFF2-40B4-BE49-F238E27FC236}">
                    <a16:creationId xmlns:a16="http://schemas.microsoft.com/office/drawing/2014/main" id="{F5C1D5D7-8EA4-A177-FADE-AB0013529727}"/>
                  </a:ext>
                </a:extLst>
              </p:cNvPr>
              <p:cNvSpPr/>
              <p:nvPr/>
            </p:nvSpPr>
            <p:spPr>
              <a:xfrm>
                <a:off x="4389120" y="2802636"/>
                <a:ext cx="82296" cy="82296"/>
              </a:xfrm>
              <a:prstGeom prst="rect">
                <a:avLst/>
              </a:prstGeom>
              <a:solidFill>
                <a:srgbClr val="675B5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0" name="Patch 2,3 mosaic cell">
                <a:extLst>
                  <a:ext uri="{FF2B5EF4-FFF2-40B4-BE49-F238E27FC236}">
                    <a16:creationId xmlns:a16="http://schemas.microsoft.com/office/drawing/2014/main" id="{82231D49-FB11-8B9A-5983-B0365EDC33D9}"/>
                  </a:ext>
                </a:extLst>
              </p:cNvPr>
              <p:cNvSpPr/>
              <p:nvPr/>
            </p:nvSpPr>
            <p:spPr>
              <a:xfrm>
                <a:off x="4155948" y="2880360"/>
                <a:ext cx="82296" cy="82296"/>
              </a:xfrm>
              <a:prstGeom prst="rect">
                <a:avLst/>
              </a:prstGeom>
              <a:solidFill>
                <a:srgbClr val="CF716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1" name="Patch 2,3 mosaic cell">
                <a:extLst>
                  <a:ext uri="{FF2B5EF4-FFF2-40B4-BE49-F238E27FC236}">
                    <a16:creationId xmlns:a16="http://schemas.microsoft.com/office/drawing/2014/main" id="{E9E2F311-AE93-1DEF-310D-F26474E47F0C}"/>
                  </a:ext>
                </a:extLst>
              </p:cNvPr>
              <p:cNvSpPr/>
              <p:nvPr/>
            </p:nvSpPr>
            <p:spPr>
              <a:xfrm>
                <a:off x="4233672" y="2880360"/>
                <a:ext cx="82296" cy="82296"/>
              </a:xfrm>
              <a:prstGeom prst="rect">
                <a:avLst/>
              </a:prstGeom>
              <a:solidFill>
                <a:srgbClr val="C0676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2" name="Patch 2,3 mosaic cell">
                <a:extLst>
                  <a:ext uri="{FF2B5EF4-FFF2-40B4-BE49-F238E27FC236}">
                    <a16:creationId xmlns:a16="http://schemas.microsoft.com/office/drawing/2014/main" id="{859C8F3C-1FDE-0894-9AD4-D4305F508FD5}"/>
                  </a:ext>
                </a:extLst>
              </p:cNvPr>
              <p:cNvSpPr/>
              <p:nvPr/>
            </p:nvSpPr>
            <p:spPr>
              <a:xfrm>
                <a:off x="4311396" y="2880360"/>
                <a:ext cx="82296" cy="82296"/>
              </a:xfrm>
              <a:prstGeom prst="rect">
                <a:avLst/>
              </a:prstGeom>
              <a:solidFill>
                <a:srgbClr val="995A4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3" name="Patch 2,3 mosaic cell">
                <a:extLst>
                  <a:ext uri="{FF2B5EF4-FFF2-40B4-BE49-F238E27FC236}">
                    <a16:creationId xmlns:a16="http://schemas.microsoft.com/office/drawing/2014/main" id="{AD188D7E-03C1-E646-5C1D-A0446AF7CFEF}"/>
                  </a:ext>
                </a:extLst>
              </p:cNvPr>
              <p:cNvSpPr/>
              <p:nvPr/>
            </p:nvSpPr>
            <p:spPr>
              <a:xfrm>
                <a:off x="4389120" y="2880360"/>
                <a:ext cx="82296" cy="82296"/>
              </a:xfrm>
              <a:prstGeom prst="rect">
                <a:avLst/>
              </a:prstGeom>
              <a:solidFill>
                <a:srgbClr val="774C4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4" name="Patch 2,3 mosaic cell">
                <a:extLst>
                  <a:ext uri="{FF2B5EF4-FFF2-40B4-BE49-F238E27FC236}">
                    <a16:creationId xmlns:a16="http://schemas.microsoft.com/office/drawing/2014/main" id="{078040E6-1C0D-4497-CE70-3BE64DF24C78}"/>
                  </a:ext>
                </a:extLst>
              </p:cNvPr>
              <p:cNvSpPr/>
              <p:nvPr/>
            </p:nvSpPr>
            <p:spPr>
              <a:xfrm>
                <a:off x="4155948" y="2958084"/>
                <a:ext cx="82296" cy="82296"/>
              </a:xfrm>
              <a:prstGeom prst="rect">
                <a:avLst/>
              </a:prstGeom>
              <a:solidFill>
                <a:srgbClr val="D3736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5" name="Patch 2,3 mosaic cell">
                <a:extLst>
                  <a:ext uri="{FF2B5EF4-FFF2-40B4-BE49-F238E27FC236}">
                    <a16:creationId xmlns:a16="http://schemas.microsoft.com/office/drawing/2014/main" id="{CF286EC9-447D-A4C7-F005-9451B236710E}"/>
                  </a:ext>
                </a:extLst>
              </p:cNvPr>
              <p:cNvSpPr/>
              <p:nvPr/>
            </p:nvSpPr>
            <p:spPr>
              <a:xfrm>
                <a:off x="4233672" y="2958084"/>
                <a:ext cx="82296" cy="82296"/>
              </a:xfrm>
              <a:prstGeom prst="rect">
                <a:avLst/>
              </a:prstGeom>
              <a:solidFill>
                <a:srgbClr val="C76C5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6" name="Patch 2,3 mosaic cell">
                <a:extLst>
                  <a:ext uri="{FF2B5EF4-FFF2-40B4-BE49-F238E27FC236}">
                    <a16:creationId xmlns:a16="http://schemas.microsoft.com/office/drawing/2014/main" id="{55E2201D-580D-6DBA-CB50-E39C185E240D}"/>
                  </a:ext>
                </a:extLst>
              </p:cNvPr>
              <p:cNvSpPr/>
              <p:nvPr/>
            </p:nvSpPr>
            <p:spPr>
              <a:xfrm>
                <a:off x="4311396" y="2958084"/>
                <a:ext cx="82296" cy="82296"/>
              </a:xfrm>
              <a:prstGeom prst="rect">
                <a:avLst/>
              </a:prstGeom>
              <a:solidFill>
                <a:srgbClr val="AC675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7" name="Patch 2,3 mosaic cell">
                <a:extLst>
                  <a:ext uri="{FF2B5EF4-FFF2-40B4-BE49-F238E27FC236}">
                    <a16:creationId xmlns:a16="http://schemas.microsoft.com/office/drawing/2014/main" id="{97428711-9248-7E01-D0E1-7F7D09F0B6CF}"/>
                  </a:ext>
                </a:extLst>
              </p:cNvPr>
              <p:cNvSpPr/>
              <p:nvPr/>
            </p:nvSpPr>
            <p:spPr>
              <a:xfrm>
                <a:off x="4389120" y="2958084"/>
                <a:ext cx="82296" cy="82296"/>
              </a:xfrm>
              <a:prstGeom prst="rect">
                <a:avLst/>
              </a:prstGeom>
              <a:solidFill>
                <a:srgbClr val="82443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8" name="Patch tile border">
                <a:extLst>
                  <a:ext uri="{FF2B5EF4-FFF2-40B4-BE49-F238E27FC236}">
                    <a16:creationId xmlns:a16="http://schemas.microsoft.com/office/drawing/2014/main" id="{C2836C3B-4A4F-C9C0-0A7A-2C336FB5E6DB}"/>
                  </a:ext>
                </a:extLst>
              </p:cNvPr>
              <p:cNvSpPr/>
              <p:nvPr/>
            </p:nvSpPr>
            <p:spPr>
              <a:xfrm>
                <a:off x="4155948" y="2724912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09" name="Patch 3,0 mosaic cell">
                <a:extLst>
                  <a:ext uri="{FF2B5EF4-FFF2-40B4-BE49-F238E27FC236}">
                    <a16:creationId xmlns:a16="http://schemas.microsoft.com/office/drawing/2014/main" id="{D9EA416D-97FC-F2A7-969D-3FAC630D74A7}"/>
                  </a:ext>
                </a:extLst>
              </p:cNvPr>
              <p:cNvSpPr/>
              <p:nvPr/>
            </p:nvSpPr>
            <p:spPr>
              <a:xfrm>
                <a:off x="3072384" y="3086100"/>
                <a:ext cx="82296" cy="82296"/>
              </a:xfrm>
              <a:prstGeom prst="rect">
                <a:avLst/>
              </a:prstGeom>
              <a:solidFill>
                <a:srgbClr val="C27B7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0" name="Patch 3,0 mosaic cell">
                <a:extLst>
                  <a:ext uri="{FF2B5EF4-FFF2-40B4-BE49-F238E27FC236}">
                    <a16:creationId xmlns:a16="http://schemas.microsoft.com/office/drawing/2014/main" id="{9FF73439-C8C3-ED3A-7D85-0762CA6C7C49}"/>
                  </a:ext>
                </a:extLst>
              </p:cNvPr>
              <p:cNvSpPr/>
              <p:nvPr/>
            </p:nvSpPr>
            <p:spPr>
              <a:xfrm>
                <a:off x="3150108" y="3086100"/>
                <a:ext cx="82296" cy="82296"/>
              </a:xfrm>
              <a:prstGeom prst="rect">
                <a:avLst/>
              </a:prstGeom>
              <a:solidFill>
                <a:srgbClr val="B2625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1" name="Patch 3,0 mosaic cell">
                <a:extLst>
                  <a:ext uri="{FF2B5EF4-FFF2-40B4-BE49-F238E27FC236}">
                    <a16:creationId xmlns:a16="http://schemas.microsoft.com/office/drawing/2014/main" id="{8A847A63-A04F-B6BE-E11E-8EDB0977BA94}"/>
                  </a:ext>
                </a:extLst>
              </p:cNvPr>
              <p:cNvSpPr/>
              <p:nvPr/>
            </p:nvSpPr>
            <p:spPr>
              <a:xfrm>
                <a:off x="3227832" y="3086100"/>
                <a:ext cx="82296" cy="82296"/>
              </a:xfrm>
              <a:prstGeom prst="rect">
                <a:avLst/>
              </a:prstGeom>
              <a:solidFill>
                <a:srgbClr val="A64E4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2" name="Patch 3,0 mosaic cell">
                <a:extLst>
                  <a:ext uri="{FF2B5EF4-FFF2-40B4-BE49-F238E27FC236}">
                    <a16:creationId xmlns:a16="http://schemas.microsoft.com/office/drawing/2014/main" id="{098CBA8D-3AF4-77DE-F7B9-A26F1AD4A04B}"/>
                  </a:ext>
                </a:extLst>
              </p:cNvPr>
              <p:cNvSpPr/>
              <p:nvPr/>
            </p:nvSpPr>
            <p:spPr>
              <a:xfrm>
                <a:off x="3305556" y="3086100"/>
                <a:ext cx="82296" cy="82296"/>
              </a:xfrm>
              <a:prstGeom prst="rect">
                <a:avLst/>
              </a:prstGeom>
              <a:solidFill>
                <a:srgbClr val="B8565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3" name="Patch 3,0 mosaic cell">
                <a:extLst>
                  <a:ext uri="{FF2B5EF4-FFF2-40B4-BE49-F238E27FC236}">
                    <a16:creationId xmlns:a16="http://schemas.microsoft.com/office/drawing/2014/main" id="{1A137A9F-06B8-5B2B-6B24-B3522175186B}"/>
                  </a:ext>
                </a:extLst>
              </p:cNvPr>
              <p:cNvSpPr/>
              <p:nvPr/>
            </p:nvSpPr>
            <p:spPr>
              <a:xfrm>
                <a:off x="3072384" y="3163824"/>
                <a:ext cx="82296" cy="82296"/>
              </a:xfrm>
              <a:prstGeom prst="rect">
                <a:avLst/>
              </a:prstGeom>
              <a:solidFill>
                <a:srgbClr val="A6535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4" name="Patch 3,0 mosaic cell">
                <a:extLst>
                  <a:ext uri="{FF2B5EF4-FFF2-40B4-BE49-F238E27FC236}">
                    <a16:creationId xmlns:a16="http://schemas.microsoft.com/office/drawing/2014/main" id="{40F5FC08-6C48-0F57-7839-7FC148B6CB5C}"/>
                  </a:ext>
                </a:extLst>
              </p:cNvPr>
              <p:cNvSpPr/>
              <p:nvPr/>
            </p:nvSpPr>
            <p:spPr>
              <a:xfrm>
                <a:off x="3150108" y="3163824"/>
                <a:ext cx="82296" cy="82296"/>
              </a:xfrm>
              <a:prstGeom prst="rect">
                <a:avLst/>
              </a:prstGeom>
              <a:solidFill>
                <a:srgbClr val="A7545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5" name="Patch 3,0 mosaic cell">
                <a:extLst>
                  <a:ext uri="{FF2B5EF4-FFF2-40B4-BE49-F238E27FC236}">
                    <a16:creationId xmlns:a16="http://schemas.microsoft.com/office/drawing/2014/main" id="{9C21B0F0-0E40-4BFE-BF32-68149C2FF6EE}"/>
                  </a:ext>
                </a:extLst>
              </p:cNvPr>
              <p:cNvSpPr/>
              <p:nvPr/>
            </p:nvSpPr>
            <p:spPr>
              <a:xfrm>
                <a:off x="3227832" y="3163824"/>
                <a:ext cx="82296" cy="82296"/>
              </a:xfrm>
              <a:prstGeom prst="rect">
                <a:avLst/>
              </a:prstGeom>
              <a:solidFill>
                <a:srgbClr val="A4535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6" name="Patch 3,0 mosaic cell">
                <a:extLst>
                  <a:ext uri="{FF2B5EF4-FFF2-40B4-BE49-F238E27FC236}">
                    <a16:creationId xmlns:a16="http://schemas.microsoft.com/office/drawing/2014/main" id="{037076EE-EF0A-1A7E-C6D3-AD2250AFA0E9}"/>
                  </a:ext>
                </a:extLst>
              </p:cNvPr>
              <p:cNvSpPr/>
              <p:nvPr/>
            </p:nvSpPr>
            <p:spPr>
              <a:xfrm>
                <a:off x="3305556" y="3163824"/>
                <a:ext cx="82296" cy="82296"/>
              </a:xfrm>
              <a:prstGeom prst="rect">
                <a:avLst/>
              </a:prstGeom>
              <a:solidFill>
                <a:srgbClr val="B65A5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7" name="Patch 3,0 mosaic cell">
                <a:extLst>
                  <a:ext uri="{FF2B5EF4-FFF2-40B4-BE49-F238E27FC236}">
                    <a16:creationId xmlns:a16="http://schemas.microsoft.com/office/drawing/2014/main" id="{C00EFE5C-435D-844C-389F-3004C8751AD8}"/>
                  </a:ext>
                </a:extLst>
              </p:cNvPr>
              <p:cNvSpPr/>
              <p:nvPr/>
            </p:nvSpPr>
            <p:spPr>
              <a:xfrm>
                <a:off x="3072384" y="3241548"/>
                <a:ext cx="82296" cy="82296"/>
              </a:xfrm>
              <a:prstGeom prst="rect">
                <a:avLst/>
              </a:prstGeom>
              <a:solidFill>
                <a:srgbClr val="8F3A3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8" name="Patch 3,0 mosaic cell">
                <a:extLst>
                  <a:ext uri="{FF2B5EF4-FFF2-40B4-BE49-F238E27FC236}">
                    <a16:creationId xmlns:a16="http://schemas.microsoft.com/office/drawing/2014/main" id="{8159B7DB-4C96-C305-D607-02233A2840F7}"/>
                  </a:ext>
                </a:extLst>
              </p:cNvPr>
              <p:cNvSpPr/>
              <p:nvPr/>
            </p:nvSpPr>
            <p:spPr>
              <a:xfrm>
                <a:off x="3150108" y="3241548"/>
                <a:ext cx="82296" cy="82296"/>
              </a:xfrm>
              <a:prstGeom prst="rect">
                <a:avLst/>
              </a:prstGeom>
              <a:solidFill>
                <a:srgbClr val="A34E4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19" name="Patch 3,0 mosaic cell">
                <a:extLst>
                  <a:ext uri="{FF2B5EF4-FFF2-40B4-BE49-F238E27FC236}">
                    <a16:creationId xmlns:a16="http://schemas.microsoft.com/office/drawing/2014/main" id="{B15392DA-93F8-FAE2-6954-EA61B45B5F08}"/>
                  </a:ext>
                </a:extLst>
              </p:cNvPr>
              <p:cNvSpPr/>
              <p:nvPr/>
            </p:nvSpPr>
            <p:spPr>
              <a:xfrm>
                <a:off x="3227832" y="3241548"/>
                <a:ext cx="82296" cy="82296"/>
              </a:xfrm>
              <a:prstGeom prst="rect">
                <a:avLst/>
              </a:prstGeom>
              <a:solidFill>
                <a:srgbClr val="A85B5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0" name="Patch 3,0 mosaic cell">
                <a:extLst>
                  <a:ext uri="{FF2B5EF4-FFF2-40B4-BE49-F238E27FC236}">
                    <a16:creationId xmlns:a16="http://schemas.microsoft.com/office/drawing/2014/main" id="{E5DBFD94-7FEE-F3C1-5544-8CF4569C2001}"/>
                  </a:ext>
                </a:extLst>
              </p:cNvPr>
              <p:cNvSpPr/>
              <p:nvPr/>
            </p:nvSpPr>
            <p:spPr>
              <a:xfrm>
                <a:off x="3305556" y="3241548"/>
                <a:ext cx="82296" cy="82296"/>
              </a:xfrm>
              <a:prstGeom prst="rect">
                <a:avLst/>
              </a:prstGeom>
              <a:solidFill>
                <a:srgbClr val="BD757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1" name="Patch 3,0 mosaic cell">
                <a:extLst>
                  <a:ext uri="{FF2B5EF4-FFF2-40B4-BE49-F238E27FC236}">
                    <a16:creationId xmlns:a16="http://schemas.microsoft.com/office/drawing/2014/main" id="{8B72ED01-67AC-7F93-442D-F9D814436008}"/>
                  </a:ext>
                </a:extLst>
              </p:cNvPr>
              <p:cNvSpPr/>
              <p:nvPr/>
            </p:nvSpPr>
            <p:spPr>
              <a:xfrm>
                <a:off x="3072384" y="3319272"/>
                <a:ext cx="82296" cy="82296"/>
              </a:xfrm>
              <a:prstGeom prst="rect">
                <a:avLst/>
              </a:prstGeom>
              <a:solidFill>
                <a:srgbClr val="894B4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2" name="Patch 3,0 mosaic cell">
                <a:extLst>
                  <a:ext uri="{FF2B5EF4-FFF2-40B4-BE49-F238E27FC236}">
                    <a16:creationId xmlns:a16="http://schemas.microsoft.com/office/drawing/2014/main" id="{61B746A2-D05C-FD51-D67B-B96791CA4A33}"/>
                  </a:ext>
                </a:extLst>
              </p:cNvPr>
              <p:cNvSpPr/>
              <p:nvPr/>
            </p:nvSpPr>
            <p:spPr>
              <a:xfrm>
                <a:off x="3150108" y="3319272"/>
                <a:ext cx="82296" cy="82296"/>
              </a:xfrm>
              <a:prstGeom prst="rect">
                <a:avLst/>
              </a:prstGeom>
              <a:solidFill>
                <a:srgbClr val="96494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3" name="Patch 3,0 mosaic cell">
                <a:extLst>
                  <a:ext uri="{FF2B5EF4-FFF2-40B4-BE49-F238E27FC236}">
                    <a16:creationId xmlns:a16="http://schemas.microsoft.com/office/drawing/2014/main" id="{5B56804A-E0A8-FA4B-FBA9-7284EB6D7E58}"/>
                  </a:ext>
                </a:extLst>
              </p:cNvPr>
              <p:cNvSpPr/>
              <p:nvPr/>
            </p:nvSpPr>
            <p:spPr>
              <a:xfrm>
                <a:off x="3227832" y="3319272"/>
                <a:ext cx="82296" cy="82296"/>
              </a:xfrm>
              <a:prstGeom prst="rect">
                <a:avLst/>
              </a:prstGeom>
              <a:solidFill>
                <a:srgbClr val="A4595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4" name="Patch 3,0 mosaic cell">
                <a:extLst>
                  <a:ext uri="{FF2B5EF4-FFF2-40B4-BE49-F238E27FC236}">
                    <a16:creationId xmlns:a16="http://schemas.microsoft.com/office/drawing/2014/main" id="{A5776BCF-DC1F-2612-988E-BF04E7D5A484}"/>
                  </a:ext>
                </a:extLst>
              </p:cNvPr>
              <p:cNvSpPr/>
              <p:nvPr/>
            </p:nvSpPr>
            <p:spPr>
              <a:xfrm>
                <a:off x="3305556" y="3319272"/>
                <a:ext cx="82296" cy="82296"/>
              </a:xfrm>
              <a:prstGeom prst="rect">
                <a:avLst/>
              </a:prstGeom>
              <a:solidFill>
                <a:srgbClr val="AD5B5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5" name="Patch tile border">
                <a:extLst>
                  <a:ext uri="{FF2B5EF4-FFF2-40B4-BE49-F238E27FC236}">
                    <a16:creationId xmlns:a16="http://schemas.microsoft.com/office/drawing/2014/main" id="{D52F34D2-4C0A-1B06-6F38-D3210DFE01DE}"/>
                  </a:ext>
                </a:extLst>
              </p:cNvPr>
              <p:cNvSpPr/>
              <p:nvPr/>
            </p:nvSpPr>
            <p:spPr>
              <a:xfrm>
                <a:off x="3072384" y="3086100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6" name="Patch 3,1 mosaic cell">
                <a:extLst>
                  <a:ext uri="{FF2B5EF4-FFF2-40B4-BE49-F238E27FC236}">
                    <a16:creationId xmlns:a16="http://schemas.microsoft.com/office/drawing/2014/main" id="{41B2F7D1-4DD8-3E63-BA68-F2587AB96516}"/>
                  </a:ext>
                </a:extLst>
              </p:cNvPr>
              <p:cNvSpPr/>
              <p:nvPr/>
            </p:nvSpPr>
            <p:spPr>
              <a:xfrm>
                <a:off x="3433572" y="3086100"/>
                <a:ext cx="82296" cy="82296"/>
              </a:xfrm>
              <a:prstGeom prst="rect">
                <a:avLst/>
              </a:prstGeom>
              <a:solidFill>
                <a:srgbClr val="AB484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7" name="Patch 3,1 mosaic cell">
                <a:extLst>
                  <a:ext uri="{FF2B5EF4-FFF2-40B4-BE49-F238E27FC236}">
                    <a16:creationId xmlns:a16="http://schemas.microsoft.com/office/drawing/2014/main" id="{DE1884BD-7C21-E7B4-1EC1-9E411B2ABABC}"/>
                  </a:ext>
                </a:extLst>
              </p:cNvPr>
              <p:cNvSpPr/>
              <p:nvPr/>
            </p:nvSpPr>
            <p:spPr>
              <a:xfrm>
                <a:off x="3511296" y="3086100"/>
                <a:ext cx="82296" cy="82296"/>
              </a:xfrm>
              <a:prstGeom prst="rect">
                <a:avLst/>
              </a:prstGeom>
              <a:solidFill>
                <a:srgbClr val="602C2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8" name="Patch 3,1 mosaic cell">
                <a:extLst>
                  <a:ext uri="{FF2B5EF4-FFF2-40B4-BE49-F238E27FC236}">
                    <a16:creationId xmlns:a16="http://schemas.microsoft.com/office/drawing/2014/main" id="{B30A64CC-42AA-D41B-9FA7-FBD356BC6708}"/>
                  </a:ext>
                </a:extLst>
              </p:cNvPr>
              <p:cNvSpPr/>
              <p:nvPr/>
            </p:nvSpPr>
            <p:spPr>
              <a:xfrm>
                <a:off x="3589020" y="3086100"/>
                <a:ext cx="82296" cy="82296"/>
              </a:xfrm>
              <a:prstGeom prst="rect">
                <a:avLst/>
              </a:prstGeom>
              <a:solidFill>
                <a:srgbClr val="6D333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29" name="Patch 3,1 mosaic cell">
                <a:extLst>
                  <a:ext uri="{FF2B5EF4-FFF2-40B4-BE49-F238E27FC236}">
                    <a16:creationId xmlns:a16="http://schemas.microsoft.com/office/drawing/2014/main" id="{00D47802-34DB-2056-FC51-F0A7B420BCC1}"/>
                  </a:ext>
                </a:extLst>
              </p:cNvPr>
              <p:cNvSpPr/>
              <p:nvPr/>
            </p:nvSpPr>
            <p:spPr>
              <a:xfrm>
                <a:off x="3666744" y="3086100"/>
                <a:ext cx="82296" cy="82296"/>
              </a:xfrm>
              <a:prstGeom prst="rect">
                <a:avLst/>
              </a:prstGeom>
              <a:solidFill>
                <a:srgbClr val="873D4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0" name="Patch 3,1 mosaic cell">
                <a:extLst>
                  <a:ext uri="{FF2B5EF4-FFF2-40B4-BE49-F238E27FC236}">
                    <a16:creationId xmlns:a16="http://schemas.microsoft.com/office/drawing/2014/main" id="{AA3E96BF-E34C-A5DF-1484-9715FDAE55D5}"/>
                  </a:ext>
                </a:extLst>
              </p:cNvPr>
              <p:cNvSpPr/>
              <p:nvPr/>
            </p:nvSpPr>
            <p:spPr>
              <a:xfrm>
                <a:off x="3433572" y="3163824"/>
                <a:ext cx="82296" cy="82296"/>
              </a:xfrm>
              <a:prstGeom prst="rect">
                <a:avLst/>
              </a:prstGeom>
              <a:solidFill>
                <a:srgbClr val="B54C4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1" name="Patch 3,1 mosaic cell">
                <a:extLst>
                  <a:ext uri="{FF2B5EF4-FFF2-40B4-BE49-F238E27FC236}">
                    <a16:creationId xmlns:a16="http://schemas.microsoft.com/office/drawing/2014/main" id="{5E3FD4CC-A4C6-9209-38E9-9B882E1A6135}"/>
                  </a:ext>
                </a:extLst>
              </p:cNvPr>
              <p:cNvSpPr/>
              <p:nvPr/>
            </p:nvSpPr>
            <p:spPr>
              <a:xfrm>
                <a:off x="3511296" y="3163824"/>
                <a:ext cx="82296" cy="82296"/>
              </a:xfrm>
              <a:prstGeom prst="rect">
                <a:avLst/>
              </a:prstGeom>
              <a:solidFill>
                <a:srgbClr val="813B3B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2" name="Patch 3,1 mosaic cell">
                <a:extLst>
                  <a:ext uri="{FF2B5EF4-FFF2-40B4-BE49-F238E27FC236}">
                    <a16:creationId xmlns:a16="http://schemas.microsoft.com/office/drawing/2014/main" id="{B1782ACC-14C6-6636-26A1-D69E0FA9CF2C}"/>
                  </a:ext>
                </a:extLst>
              </p:cNvPr>
              <p:cNvSpPr/>
              <p:nvPr/>
            </p:nvSpPr>
            <p:spPr>
              <a:xfrm>
                <a:off x="3589020" y="3163824"/>
                <a:ext cx="82296" cy="82296"/>
              </a:xfrm>
              <a:prstGeom prst="rect">
                <a:avLst/>
              </a:prstGeom>
              <a:solidFill>
                <a:srgbClr val="8A464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3" name="Patch 3,1 mosaic cell">
                <a:extLst>
                  <a:ext uri="{FF2B5EF4-FFF2-40B4-BE49-F238E27FC236}">
                    <a16:creationId xmlns:a16="http://schemas.microsoft.com/office/drawing/2014/main" id="{EF0A6D0A-9710-9456-23BD-D932F5D38328}"/>
                  </a:ext>
                </a:extLst>
              </p:cNvPr>
              <p:cNvSpPr/>
              <p:nvPr/>
            </p:nvSpPr>
            <p:spPr>
              <a:xfrm>
                <a:off x="3666744" y="3163824"/>
                <a:ext cx="82296" cy="82296"/>
              </a:xfrm>
              <a:prstGeom prst="rect">
                <a:avLst/>
              </a:prstGeom>
              <a:solidFill>
                <a:srgbClr val="9C4C5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4" name="Patch 3,1 mosaic cell">
                <a:extLst>
                  <a:ext uri="{FF2B5EF4-FFF2-40B4-BE49-F238E27FC236}">
                    <a16:creationId xmlns:a16="http://schemas.microsoft.com/office/drawing/2014/main" id="{4C901DA4-B75E-600F-C144-D98D4D3DC1A8}"/>
                  </a:ext>
                </a:extLst>
              </p:cNvPr>
              <p:cNvSpPr/>
              <p:nvPr/>
            </p:nvSpPr>
            <p:spPr>
              <a:xfrm>
                <a:off x="3433572" y="3241548"/>
                <a:ext cx="82296" cy="82296"/>
              </a:xfrm>
              <a:prstGeom prst="rect">
                <a:avLst/>
              </a:prstGeom>
              <a:solidFill>
                <a:srgbClr val="B1524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5" name="Patch 3,1 mosaic cell">
                <a:extLst>
                  <a:ext uri="{FF2B5EF4-FFF2-40B4-BE49-F238E27FC236}">
                    <a16:creationId xmlns:a16="http://schemas.microsoft.com/office/drawing/2014/main" id="{5EE7A338-4586-8E1E-065B-742040BEF377}"/>
                  </a:ext>
                </a:extLst>
              </p:cNvPr>
              <p:cNvSpPr/>
              <p:nvPr/>
            </p:nvSpPr>
            <p:spPr>
              <a:xfrm>
                <a:off x="3511296" y="3241548"/>
                <a:ext cx="82296" cy="82296"/>
              </a:xfrm>
              <a:prstGeom prst="rect">
                <a:avLst/>
              </a:prstGeom>
              <a:solidFill>
                <a:srgbClr val="8E444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6" name="Patch 3,1 mosaic cell">
                <a:extLst>
                  <a:ext uri="{FF2B5EF4-FFF2-40B4-BE49-F238E27FC236}">
                    <a16:creationId xmlns:a16="http://schemas.microsoft.com/office/drawing/2014/main" id="{F2A97CF4-9A65-4E42-6000-E1554E5CCDF7}"/>
                  </a:ext>
                </a:extLst>
              </p:cNvPr>
              <p:cNvSpPr/>
              <p:nvPr/>
            </p:nvSpPr>
            <p:spPr>
              <a:xfrm>
                <a:off x="3589020" y="3241548"/>
                <a:ext cx="82296" cy="82296"/>
              </a:xfrm>
              <a:prstGeom prst="rect">
                <a:avLst/>
              </a:prstGeom>
              <a:solidFill>
                <a:srgbClr val="9A535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7" name="Patch 3,1 mosaic cell">
                <a:extLst>
                  <a:ext uri="{FF2B5EF4-FFF2-40B4-BE49-F238E27FC236}">
                    <a16:creationId xmlns:a16="http://schemas.microsoft.com/office/drawing/2014/main" id="{0752F599-F5B2-3525-90D8-AFF564A21834}"/>
                  </a:ext>
                </a:extLst>
              </p:cNvPr>
              <p:cNvSpPr/>
              <p:nvPr/>
            </p:nvSpPr>
            <p:spPr>
              <a:xfrm>
                <a:off x="3666744" y="3241548"/>
                <a:ext cx="82296" cy="82296"/>
              </a:xfrm>
              <a:prstGeom prst="rect">
                <a:avLst/>
              </a:prstGeom>
              <a:solidFill>
                <a:srgbClr val="A6595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8" name="Patch 3,1 mosaic cell">
                <a:extLst>
                  <a:ext uri="{FF2B5EF4-FFF2-40B4-BE49-F238E27FC236}">
                    <a16:creationId xmlns:a16="http://schemas.microsoft.com/office/drawing/2014/main" id="{946EDDB9-48FD-FD45-C1A4-44498832DC92}"/>
                  </a:ext>
                </a:extLst>
              </p:cNvPr>
              <p:cNvSpPr/>
              <p:nvPr/>
            </p:nvSpPr>
            <p:spPr>
              <a:xfrm>
                <a:off x="3433572" y="3319272"/>
                <a:ext cx="82296" cy="82296"/>
              </a:xfrm>
              <a:prstGeom prst="rect">
                <a:avLst/>
              </a:prstGeom>
              <a:solidFill>
                <a:srgbClr val="9F4D4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39" name="Patch 3,1 mosaic cell">
                <a:extLst>
                  <a:ext uri="{FF2B5EF4-FFF2-40B4-BE49-F238E27FC236}">
                    <a16:creationId xmlns:a16="http://schemas.microsoft.com/office/drawing/2014/main" id="{4CFFDE74-3C09-206A-8017-0314A271C343}"/>
                  </a:ext>
                </a:extLst>
              </p:cNvPr>
              <p:cNvSpPr/>
              <p:nvPr/>
            </p:nvSpPr>
            <p:spPr>
              <a:xfrm>
                <a:off x="3511296" y="3319272"/>
                <a:ext cx="82296" cy="82296"/>
              </a:xfrm>
              <a:prstGeom prst="rect">
                <a:avLst/>
              </a:prstGeom>
              <a:solidFill>
                <a:srgbClr val="7F3C3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0" name="Patch 3,1 mosaic cell">
                <a:extLst>
                  <a:ext uri="{FF2B5EF4-FFF2-40B4-BE49-F238E27FC236}">
                    <a16:creationId xmlns:a16="http://schemas.microsoft.com/office/drawing/2014/main" id="{C6D2362B-C486-DEE2-AB92-7005725B5B4C}"/>
                  </a:ext>
                </a:extLst>
              </p:cNvPr>
              <p:cNvSpPr/>
              <p:nvPr/>
            </p:nvSpPr>
            <p:spPr>
              <a:xfrm>
                <a:off x="3589020" y="3319272"/>
                <a:ext cx="82296" cy="82296"/>
              </a:xfrm>
              <a:prstGeom prst="rect">
                <a:avLst/>
              </a:prstGeom>
              <a:solidFill>
                <a:srgbClr val="92505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1" name="Patch 3,1 mosaic cell">
                <a:extLst>
                  <a:ext uri="{FF2B5EF4-FFF2-40B4-BE49-F238E27FC236}">
                    <a16:creationId xmlns:a16="http://schemas.microsoft.com/office/drawing/2014/main" id="{5752240F-AB8A-A87C-3FEF-A76772170CF0}"/>
                  </a:ext>
                </a:extLst>
              </p:cNvPr>
              <p:cNvSpPr/>
              <p:nvPr/>
            </p:nvSpPr>
            <p:spPr>
              <a:xfrm>
                <a:off x="3666744" y="3319272"/>
                <a:ext cx="82296" cy="82296"/>
              </a:xfrm>
              <a:prstGeom prst="rect">
                <a:avLst/>
              </a:prstGeom>
              <a:solidFill>
                <a:srgbClr val="96525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2" name="Patch tile border">
                <a:extLst>
                  <a:ext uri="{FF2B5EF4-FFF2-40B4-BE49-F238E27FC236}">
                    <a16:creationId xmlns:a16="http://schemas.microsoft.com/office/drawing/2014/main" id="{94672B34-61A6-136F-810D-B0F749C06741}"/>
                  </a:ext>
                </a:extLst>
              </p:cNvPr>
              <p:cNvSpPr/>
              <p:nvPr/>
            </p:nvSpPr>
            <p:spPr>
              <a:xfrm>
                <a:off x="3433572" y="3086100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3" name="Patch 3,2 mosaic cell">
                <a:extLst>
                  <a:ext uri="{FF2B5EF4-FFF2-40B4-BE49-F238E27FC236}">
                    <a16:creationId xmlns:a16="http://schemas.microsoft.com/office/drawing/2014/main" id="{18BC101C-A881-13EF-5E47-295082D67EB9}"/>
                  </a:ext>
                </a:extLst>
              </p:cNvPr>
              <p:cNvSpPr/>
              <p:nvPr/>
            </p:nvSpPr>
            <p:spPr>
              <a:xfrm>
                <a:off x="3794760" y="3086100"/>
                <a:ext cx="82296" cy="82296"/>
              </a:xfrm>
              <a:prstGeom prst="rect">
                <a:avLst/>
              </a:prstGeom>
              <a:solidFill>
                <a:srgbClr val="A04D5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4" name="Patch 3,2 mosaic cell">
                <a:extLst>
                  <a:ext uri="{FF2B5EF4-FFF2-40B4-BE49-F238E27FC236}">
                    <a16:creationId xmlns:a16="http://schemas.microsoft.com/office/drawing/2014/main" id="{B62594D5-E3FD-08B8-88E6-DA0C1BE5AA08}"/>
                  </a:ext>
                </a:extLst>
              </p:cNvPr>
              <p:cNvSpPr/>
              <p:nvPr/>
            </p:nvSpPr>
            <p:spPr>
              <a:xfrm>
                <a:off x="3872484" y="3086100"/>
                <a:ext cx="82296" cy="82296"/>
              </a:xfrm>
              <a:prstGeom prst="rect">
                <a:avLst/>
              </a:prstGeom>
              <a:solidFill>
                <a:srgbClr val="A7525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5" name="Patch 3,2 mosaic cell">
                <a:extLst>
                  <a:ext uri="{FF2B5EF4-FFF2-40B4-BE49-F238E27FC236}">
                    <a16:creationId xmlns:a16="http://schemas.microsoft.com/office/drawing/2014/main" id="{275FF293-4FF5-6BBE-7770-B905231F2BDF}"/>
                  </a:ext>
                </a:extLst>
              </p:cNvPr>
              <p:cNvSpPr/>
              <p:nvPr/>
            </p:nvSpPr>
            <p:spPr>
              <a:xfrm>
                <a:off x="3950208" y="3086100"/>
                <a:ext cx="82296" cy="82296"/>
              </a:xfrm>
              <a:prstGeom prst="rect">
                <a:avLst/>
              </a:prstGeom>
              <a:solidFill>
                <a:srgbClr val="9E5055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6" name="Patch 3,2 mosaic cell">
                <a:extLst>
                  <a:ext uri="{FF2B5EF4-FFF2-40B4-BE49-F238E27FC236}">
                    <a16:creationId xmlns:a16="http://schemas.microsoft.com/office/drawing/2014/main" id="{50BA21B6-3C35-FDCF-9237-4113A62169F1}"/>
                  </a:ext>
                </a:extLst>
              </p:cNvPr>
              <p:cNvSpPr/>
              <p:nvPr/>
            </p:nvSpPr>
            <p:spPr>
              <a:xfrm>
                <a:off x="4027932" y="3086100"/>
                <a:ext cx="82296" cy="82296"/>
              </a:xfrm>
              <a:prstGeom prst="rect">
                <a:avLst/>
              </a:prstGeom>
              <a:solidFill>
                <a:srgbClr val="8E494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7" name="Patch 3,2 mosaic cell">
                <a:extLst>
                  <a:ext uri="{FF2B5EF4-FFF2-40B4-BE49-F238E27FC236}">
                    <a16:creationId xmlns:a16="http://schemas.microsoft.com/office/drawing/2014/main" id="{BBE19C95-0EA6-5705-5852-46F11EBA59BD}"/>
                  </a:ext>
                </a:extLst>
              </p:cNvPr>
              <p:cNvSpPr/>
              <p:nvPr/>
            </p:nvSpPr>
            <p:spPr>
              <a:xfrm>
                <a:off x="3794760" y="3163824"/>
                <a:ext cx="82296" cy="82296"/>
              </a:xfrm>
              <a:prstGeom prst="rect">
                <a:avLst/>
              </a:prstGeom>
              <a:solidFill>
                <a:srgbClr val="9F4C5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8" name="Patch 3,2 mosaic cell">
                <a:extLst>
                  <a:ext uri="{FF2B5EF4-FFF2-40B4-BE49-F238E27FC236}">
                    <a16:creationId xmlns:a16="http://schemas.microsoft.com/office/drawing/2014/main" id="{57DF75EB-3FC1-FE6F-9752-8040DC80FA02}"/>
                  </a:ext>
                </a:extLst>
              </p:cNvPr>
              <p:cNvSpPr/>
              <p:nvPr/>
            </p:nvSpPr>
            <p:spPr>
              <a:xfrm>
                <a:off x="3872484" y="3163824"/>
                <a:ext cx="82296" cy="82296"/>
              </a:xfrm>
              <a:prstGeom prst="rect">
                <a:avLst/>
              </a:prstGeom>
              <a:solidFill>
                <a:srgbClr val="A0505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49" name="Patch 3,2 mosaic cell">
                <a:extLst>
                  <a:ext uri="{FF2B5EF4-FFF2-40B4-BE49-F238E27FC236}">
                    <a16:creationId xmlns:a16="http://schemas.microsoft.com/office/drawing/2014/main" id="{A5CCA0A8-8165-E4C6-1001-5995FCE1C086}"/>
                  </a:ext>
                </a:extLst>
              </p:cNvPr>
              <p:cNvSpPr/>
              <p:nvPr/>
            </p:nvSpPr>
            <p:spPr>
              <a:xfrm>
                <a:off x="3950208" y="3163824"/>
                <a:ext cx="82296" cy="82296"/>
              </a:xfrm>
              <a:prstGeom prst="rect">
                <a:avLst/>
              </a:prstGeom>
              <a:solidFill>
                <a:srgbClr val="964D52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0" name="Patch 3,2 mosaic cell">
                <a:extLst>
                  <a:ext uri="{FF2B5EF4-FFF2-40B4-BE49-F238E27FC236}">
                    <a16:creationId xmlns:a16="http://schemas.microsoft.com/office/drawing/2014/main" id="{9F97F70C-6842-AB6E-2A91-7A3A42879470}"/>
                  </a:ext>
                </a:extLst>
              </p:cNvPr>
              <p:cNvSpPr/>
              <p:nvPr/>
            </p:nvSpPr>
            <p:spPr>
              <a:xfrm>
                <a:off x="4027932" y="3163824"/>
                <a:ext cx="82296" cy="82296"/>
              </a:xfrm>
              <a:prstGeom prst="rect">
                <a:avLst/>
              </a:prstGeom>
              <a:solidFill>
                <a:srgbClr val="89444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1" name="Patch 3,2 mosaic cell">
                <a:extLst>
                  <a:ext uri="{FF2B5EF4-FFF2-40B4-BE49-F238E27FC236}">
                    <a16:creationId xmlns:a16="http://schemas.microsoft.com/office/drawing/2014/main" id="{E2C5574F-653C-7C73-5730-1FBA57E6C7A7}"/>
                  </a:ext>
                </a:extLst>
              </p:cNvPr>
              <p:cNvSpPr/>
              <p:nvPr/>
            </p:nvSpPr>
            <p:spPr>
              <a:xfrm>
                <a:off x="3794760" y="3241548"/>
                <a:ext cx="82296" cy="82296"/>
              </a:xfrm>
              <a:prstGeom prst="rect">
                <a:avLst/>
              </a:prstGeom>
              <a:solidFill>
                <a:srgbClr val="9D5358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2" name="Patch 3,2 mosaic cell">
                <a:extLst>
                  <a:ext uri="{FF2B5EF4-FFF2-40B4-BE49-F238E27FC236}">
                    <a16:creationId xmlns:a16="http://schemas.microsoft.com/office/drawing/2014/main" id="{578FC0E7-CD16-02E3-184F-26AE300816C3}"/>
                  </a:ext>
                </a:extLst>
              </p:cNvPr>
              <p:cNvSpPr/>
              <p:nvPr/>
            </p:nvSpPr>
            <p:spPr>
              <a:xfrm>
                <a:off x="3872484" y="3241548"/>
                <a:ext cx="82296" cy="82296"/>
              </a:xfrm>
              <a:prstGeom prst="rect">
                <a:avLst/>
              </a:prstGeom>
              <a:solidFill>
                <a:srgbClr val="88414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3" name="Patch 3,2 mosaic cell">
                <a:extLst>
                  <a:ext uri="{FF2B5EF4-FFF2-40B4-BE49-F238E27FC236}">
                    <a16:creationId xmlns:a16="http://schemas.microsoft.com/office/drawing/2014/main" id="{620DF492-CBD0-AE38-E1F6-38CE04587AF9}"/>
                  </a:ext>
                </a:extLst>
              </p:cNvPr>
              <p:cNvSpPr/>
              <p:nvPr/>
            </p:nvSpPr>
            <p:spPr>
              <a:xfrm>
                <a:off x="3950208" y="3241548"/>
                <a:ext cx="82296" cy="82296"/>
              </a:xfrm>
              <a:prstGeom prst="rect">
                <a:avLst/>
              </a:prstGeom>
              <a:solidFill>
                <a:srgbClr val="7C404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4" name="Patch 3,2 mosaic cell">
                <a:extLst>
                  <a:ext uri="{FF2B5EF4-FFF2-40B4-BE49-F238E27FC236}">
                    <a16:creationId xmlns:a16="http://schemas.microsoft.com/office/drawing/2014/main" id="{6C3DCF25-011C-7CB1-89E6-3B2141B3D76F}"/>
                  </a:ext>
                </a:extLst>
              </p:cNvPr>
              <p:cNvSpPr/>
              <p:nvPr/>
            </p:nvSpPr>
            <p:spPr>
              <a:xfrm>
                <a:off x="4027932" y="3241548"/>
                <a:ext cx="82296" cy="82296"/>
              </a:xfrm>
              <a:prstGeom prst="rect">
                <a:avLst/>
              </a:prstGeom>
              <a:solidFill>
                <a:srgbClr val="884E4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5" name="Patch 3,2 mosaic cell">
                <a:extLst>
                  <a:ext uri="{FF2B5EF4-FFF2-40B4-BE49-F238E27FC236}">
                    <a16:creationId xmlns:a16="http://schemas.microsoft.com/office/drawing/2014/main" id="{D8E7F6B6-282A-477F-24E0-ADF8F1AAFB5E}"/>
                  </a:ext>
                </a:extLst>
              </p:cNvPr>
              <p:cNvSpPr/>
              <p:nvPr/>
            </p:nvSpPr>
            <p:spPr>
              <a:xfrm>
                <a:off x="3794760" y="3319272"/>
                <a:ext cx="82296" cy="82296"/>
              </a:xfrm>
              <a:prstGeom prst="rect">
                <a:avLst/>
              </a:prstGeom>
              <a:solidFill>
                <a:srgbClr val="884B4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6" name="Patch 3,2 mosaic cell">
                <a:extLst>
                  <a:ext uri="{FF2B5EF4-FFF2-40B4-BE49-F238E27FC236}">
                    <a16:creationId xmlns:a16="http://schemas.microsoft.com/office/drawing/2014/main" id="{0607E203-E27C-A82F-9C0E-B4AD86DAFE2C}"/>
                  </a:ext>
                </a:extLst>
              </p:cNvPr>
              <p:cNvSpPr/>
              <p:nvPr/>
            </p:nvSpPr>
            <p:spPr>
              <a:xfrm>
                <a:off x="3872484" y="3319272"/>
                <a:ext cx="82296" cy="82296"/>
              </a:xfrm>
              <a:prstGeom prst="rect">
                <a:avLst/>
              </a:prstGeom>
              <a:solidFill>
                <a:srgbClr val="612D2D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7" name="Patch 3,2 mosaic cell">
                <a:extLst>
                  <a:ext uri="{FF2B5EF4-FFF2-40B4-BE49-F238E27FC236}">
                    <a16:creationId xmlns:a16="http://schemas.microsoft.com/office/drawing/2014/main" id="{1B09DA8C-7949-B558-03CA-32FB1CE99B8F}"/>
                  </a:ext>
                </a:extLst>
              </p:cNvPr>
              <p:cNvSpPr/>
              <p:nvPr/>
            </p:nvSpPr>
            <p:spPr>
              <a:xfrm>
                <a:off x="3950208" y="3319272"/>
                <a:ext cx="82296" cy="82296"/>
              </a:xfrm>
              <a:prstGeom prst="rect">
                <a:avLst/>
              </a:prstGeom>
              <a:solidFill>
                <a:srgbClr val="5F313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8" name="Patch 3,2 mosaic cell">
                <a:extLst>
                  <a:ext uri="{FF2B5EF4-FFF2-40B4-BE49-F238E27FC236}">
                    <a16:creationId xmlns:a16="http://schemas.microsoft.com/office/drawing/2014/main" id="{55E9F301-B078-6FC5-1F91-677D749EA8C5}"/>
                  </a:ext>
                </a:extLst>
              </p:cNvPr>
              <p:cNvSpPr/>
              <p:nvPr/>
            </p:nvSpPr>
            <p:spPr>
              <a:xfrm>
                <a:off x="4027932" y="3319272"/>
                <a:ext cx="82296" cy="82296"/>
              </a:xfrm>
              <a:prstGeom prst="rect">
                <a:avLst/>
              </a:prstGeom>
              <a:solidFill>
                <a:srgbClr val="85514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59" name="Patch tile border">
                <a:extLst>
                  <a:ext uri="{FF2B5EF4-FFF2-40B4-BE49-F238E27FC236}">
                    <a16:creationId xmlns:a16="http://schemas.microsoft.com/office/drawing/2014/main" id="{85B58031-64D3-0AF3-6885-F3105A85F962}"/>
                  </a:ext>
                </a:extLst>
              </p:cNvPr>
              <p:cNvSpPr/>
              <p:nvPr/>
            </p:nvSpPr>
            <p:spPr>
              <a:xfrm>
                <a:off x="3794760" y="3086100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0" name="Patch 3,3 mosaic cell">
                <a:extLst>
                  <a:ext uri="{FF2B5EF4-FFF2-40B4-BE49-F238E27FC236}">
                    <a16:creationId xmlns:a16="http://schemas.microsoft.com/office/drawing/2014/main" id="{1C7B5A4A-B1BD-C5A9-45B1-339998B17BC0}"/>
                  </a:ext>
                </a:extLst>
              </p:cNvPr>
              <p:cNvSpPr/>
              <p:nvPr/>
            </p:nvSpPr>
            <p:spPr>
              <a:xfrm>
                <a:off x="4155948" y="3086100"/>
                <a:ext cx="82296" cy="82296"/>
              </a:xfrm>
              <a:prstGeom prst="rect">
                <a:avLst/>
              </a:prstGeom>
              <a:solidFill>
                <a:srgbClr val="BA5B4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1" name="Patch 3,3 mosaic cell">
                <a:extLst>
                  <a:ext uri="{FF2B5EF4-FFF2-40B4-BE49-F238E27FC236}">
                    <a16:creationId xmlns:a16="http://schemas.microsoft.com/office/drawing/2014/main" id="{BF81BCF3-9ADC-7786-89F5-7EDD1F0B276C}"/>
                  </a:ext>
                </a:extLst>
              </p:cNvPr>
              <p:cNvSpPr/>
              <p:nvPr/>
            </p:nvSpPr>
            <p:spPr>
              <a:xfrm>
                <a:off x="4233672" y="3086100"/>
                <a:ext cx="82296" cy="82296"/>
              </a:xfrm>
              <a:prstGeom prst="rect">
                <a:avLst/>
              </a:prstGeom>
              <a:solidFill>
                <a:srgbClr val="AF544A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2" name="Patch 3,3 mosaic cell">
                <a:extLst>
                  <a:ext uri="{FF2B5EF4-FFF2-40B4-BE49-F238E27FC236}">
                    <a16:creationId xmlns:a16="http://schemas.microsoft.com/office/drawing/2014/main" id="{91147FA9-AE17-3CFD-D847-1C6CE0C589C2}"/>
                  </a:ext>
                </a:extLst>
              </p:cNvPr>
              <p:cNvSpPr/>
              <p:nvPr/>
            </p:nvSpPr>
            <p:spPr>
              <a:xfrm>
                <a:off x="4311396" y="3086100"/>
                <a:ext cx="82296" cy="82296"/>
              </a:xfrm>
              <a:prstGeom prst="rect">
                <a:avLst/>
              </a:prstGeom>
              <a:solidFill>
                <a:srgbClr val="9C5349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3" name="Patch 3,3 mosaic cell">
                <a:extLst>
                  <a:ext uri="{FF2B5EF4-FFF2-40B4-BE49-F238E27FC236}">
                    <a16:creationId xmlns:a16="http://schemas.microsoft.com/office/drawing/2014/main" id="{AE7856B6-36EB-7693-BBEA-E59DCE649B17}"/>
                  </a:ext>
                </a:extLst>
              </p:cNvPr>
              <p:cNvSpPr/>
              <p:nvPr/>
            </p:nvSpPr>
            <p:spPr>
              <a:xfrm>
                <a:off x="4389120" y="3086100"/>
                <a:ext cx="82296" cy="82296"/>
              </a:xfrm>
              <a:prstGeom prst="rect">
                <a:avLst/>
              </a:prstGeom>
              <a:solidFill>
                <a:srgbClr val="7A383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4" name="Patch 3,3 mosaic cell">
                <a:extLst>
                  <a:ext uri="{FF2B5EF4-FFF2-40B4-BE49-F238E27FC236}">
                    <a16:creationId xmlns:a16="http://schemas.microsoft.com/office/drawing/2014/main" id="{A6315483-AAA3-BE25-547F-C3725500F56E}"/>
                  </a:ext>
                </a:extLst>
              </p:cNvPr>
              <p:cNvSpPr/>
              <p:nvPr/>
            </p:nvSpPr>
            <p:spPr>
              <a:xfrm>
                <a:off x="4155948" y="3163824"/>
                <a:ext cx="82296" cy="82296"/>
              </a:xfrm>
              <a:prstGeom prst="rect">
                <a:avLst/>
              </a:prstGeom>
              <a:solidFill>
                <a:srgbClr val="A3474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5" name="Patch 3,3 mosaic cell">
                <a:extLst>
                  <a:ext uri="{FF2B5EF4-FFF2-40B4-BE49-F238E27FC236}">
                    <a16:creationId xmlns:a16="http://schemas.microsoft.com/office/drawing/2014/main" id="{2E7C95CA-1B5F-4FF5-85C2-8882E76FC2FF}"/>
                  </a:ext>
                </a:extLst>
              </p:cNvPr>
              <p:cNvSpPr/>
              <p:nvPr/>
            </p:nvSpPr>
            <p:spPr>
              <a:xfrm>
                <a:off x="4233672" y="3163824"/>
                <a:ext cx="82296" cy="82296"/>
              </a:xfrm>
              <a:prstGeom prst="rect">
                <a:avLst/>
              </a:prstGeom>
              <a:solidFill>
                <a:srgbClr val="9A3E3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6" name="Patch 3,3 mosaic cell">
                <a:extLst>
                  <a:ext uri="{FF2B5EF4-FFF2-40B4-BE49-F238E27FC236}">
                    <a16:creationId xmlns:a16="http://schemas.microsoft.com/office/drawing/2014/main" id="{8861B076-ABD0-3B74-F78A-69F2975626CB}"/>
                  </a:ext>
                </a:extLst>
              </p:cNvPr>
              <p:cNvSpPr/>
              <p:nvPr/>
            </p:nvSpPr>
            <p:spPr>
              <a:xfrm>
                <a:off x="4311396" y="3163824"/>
                <a:ext cx="82296" cy="82296"/>
              </a:xfrm>
              <a:prstGeom prst="rect">
                <a:avLst/>
              </a:prstGeom>
              <a:solidFill>
                <a:srgbClr val="944C4C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7" name="Patch 3,3 mosaic cell">
                <a:extLst>
                  <a:ext uri="{FF2B5EF4-FFF2-40B4-BE49-F238E27FC236}">
                    <a16:creationId xmlns:a16="http://schemas.microsoft.com/office/drawing/2014/main" id="{6850993F-22FD-990D-7B6E-76B127A3F87D}"/>
                  </a:ext>
                </a:extLst>
              </p:cNvPr>
              <p:cNvSpPr/>
              <p:nvPr/>
            </p:nvSpPr>
            <p:spPr>
              <a:xfrm>
                <a:off x="4389120" y="3163824"/>
                <a:ext cx="82296" cy="82296"/>
              </a:xfrm>
              <a:prstGeom prst="rect">
                <a:avLst/>
              </a:prstGeom>
              <a:solidFill>
                <a:srgbClr val="712F3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8" name="Patch 3,3 mosaic cell">
                <a:extLst>
                  <a:ext uri="{FF2B5EF4-FFF2-40B4-BE49-F238E27FC236}">
                    <a16:creationId xmlns:a16="http://schemas.microsoft.com/office/drawing/2014/main" id="{5CBC665D-37F2-A20F-3054-819D698CD89C}"/>
                  </a:ext>
                </a:extLst>
              </p:cNvPr>
              <p:cNvSpPr/>
              <p:nvPr/>
            </p:nvSpPr>
            <p:spPr>
              <a:xfrm>
                <a:off x="4155948" y="3241548"/>
                <a:ext cx="82296" cy="82296"/>
              </a:xfrm>
              <a:prstGeom prst="rect">
                <a:avLst/>
              </a:prstGeom>
              <a:solidFill>
                <a:srgbClr val="96423F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69" name="Patch 3,3 mosaic cell">
                <a:extLst>
                  <a:ext uri="{FF2B5EF4-FFF2-40B4-BE49-F238E27FC236}">
                    <a16:creationId xmlns:a16="http://schemas.microsoft.com/office/drawing/2014/main" id="{671DA535-F32F-9FEC-D4DB-96B18D33C745}"/>
                  </a:ext>
                </a:extLst>
              </p:cNvPr>
              <p:cNvSpPr/>
              <p:nvPr/>
            </p:nvSpPr>
            <p:spPr>
              <a:xfrm>
                <a:off x="4233672" y="3241548"/>
                <a:ext cx="82296" cy="82296"/>
              </a:xfrm>
              <a:prstGeom prst="rect">
                <a:avLst/>
              </a:prstGeom>
              <a:solidFill>
                <a:srgbClr val="923D3E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0" name="Patch 3,3 mosaic cell">
                <a:extLst>
                  <a:ext uri="{FF2B5EF4-FFF2-40B4-BE49-F238E27FC236}">
                    <a16:creationId xmlns:a16="http://schemas.microsoft.com/office/drawing/2014/main" id="{DE626F72-34C8-2B74-D8A6-4D15B55DDB94}"/>
                  </a:ext>
                </a:extLst>
              </p:cNvPr>
              <p:cNvSpPr/>
              <p:nvPr/>
            </p:nvSpPr>
            <p:spPr>
              <a:xfrm>
                <a:off x="4311396" y="3241548"/>
                <a:ext cx="82296" cy="82296"/>
              </a:xfrm>
              <a:prstGeom prst="rect">
                <a:avLst/>
              </a:prstGeom>
              <a:solidFill>
                <a:srgbClr val="884246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1" name="Patch 3,3 mosaic cell">
                <a:extLst>
                  <a:ext uri="{FF2B5EF4-FFF2-40B4-BE49-F238E27FC236}">
                    <a16:creationId xmlns:a16="http://schemas.microsoft.com/office/drawing/2014/main" id="{49C5FAE5-1F16-4859-7BBA-D53E23A49D79}"/>
                  </a:ext>
                </a:extLst>
              </p:cNvPr>
              <p:cNvSpPr/>
              <p:nvPr/>
            </p:nvSpPr>
            <p:spPr>
              <a:xfrm>
                <a:off x="4389120" y="3241548"/>
                <a:ext cx="82296" cy="82296"/>
              </a:xfrm>
              <a:prstGeom prst="rect">
                <a:avLst/>
              </a:prstGeom>
              <a:solidFill>
                <a:srgbClr val="6F3737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2" name="Patch 3,3 mosaic cell">
                <a:extLst>
                  <a:ext uri="{FF2B5EF4-FFF2-40B4-BE49-F238E27FC236}">
                    <a16:creationId xmlns:a16="http://schemas.microsoft.com/office/drawing/2014/main" id="{D1F40C6A-C849-D3BF-484F-F48D37375C72}"/>
                  </a:ext>
                </a:extLst>
              </p:cNvPr>
              <p:cNvSpPr/>
              <p:nvPr/>
            </p:nvSpPr>
            <p:spPr>
              <a:xfrm>
                <a:off x="4155948" y="3319272"/>
                <a:ext cx="82296" cy="82296"/>
              </a:xfrm>
              <a:prstGeom prst="rect">
                <a:avLst/>
              </a:prstGeom>
              <a:solidFill>
                <a:srgbClr val="8D4443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3" name="Patch 3,3 mosaic cell">
                <a:extLst>
                  <a:ext uri="{FF2B5EF4-FFF2-40B4-BE49-F238E27FC236}">
                    <a16:creationId xmlns:a16="http://schemas.microsoft.com/office/drawing/2014/main" id="{0E8EEEA1-1EE9-B8E2-AB48-3EC812C0412B}"/>
                  </a:ext>
                </a:extLst>
              </p:cNvPr>
              <p:cNvSpPr/>
              <p:nvPr/>
            </p:nvSpPr>
            <p:spPr>
              <a:xfrm>
                <a:off x="4233672" y="3319272"/>
                <a:ext cx="82296" cy="82296"/>
              </a:xfrm>
              <a:prstGeom prst="rect">
                <a:avLst/>
              </a:prstGeom>
              <a:solidFill>
                <a:srgbClr val="8B4541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4" name="Patch 3,3 mosaic cell">
                <a:extLst>
                  <a:ext uri="{FF2B5EF4-FFF2-40B4-BE49-F238E27FC236}">
                    <a16:creationId xmlns:a16="http://schemas.microsoft.com/office/drawing/2014/main" id="{A5082F92-0A64-DD6A-2C4B-110D45FFDB0D}"/>
                  </a:ext>
                </a:extLst>
              </p:cNvPr>
              <p:cNvSpPr/>
              <p:nvPr/>
            </p:nvSpPr>
            <p:spPr>
              <a:xfrm>
                <a:off x="4311396" y="3319272"/>
                <a:ext cx="82296" cy="82296"/>
              </a:xfrm>
              <a:prstGeom prst="rect">
                <a:avLst/>
              </a:prstGeom>
              <a:solidFill>
                <a:srgbClr val="7C4444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5" name="Patch 3,3 mosaic cell">
                <a:extLst>
                  <a:ext uri="{FF2B5EF4-FFF2-40B4-BE49-F238E27FC236}">
                    <a16:creationId xmlns:a16="http://schemas.microsoft.com/office/drawing/2014/main" id="{8DFDA4CB-E87C-93E5-8F85-AF5003578338}"/>
                  </a:ext>
                </a:extLst>
              </p:cNvPr>
              <p:cNvSpPr/>
              <p:nvPr/>
            </p:nvSpPr>
            <p:spPr>
              <a:xfrm>
                <a:off x="4389120" y="3319272"/>
                <a:ext cx="82296" cy="82296"/>
              </a:xfrm>
              <a:prstGeom prst="rect">
                <a:avLst/>
              </a:prstGeom>
              <a:solidFill>
                <a:srgbClr val="5D3030"/>
              </a:solidFill>
              <a:ln>
                <a:noFill/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6" name="Patch tile border">
                <a:extLst>
                  <a:ext uri="{FF2B5EF4-FFF2-40B4-BE49-F238E27FC236}">
                    <a16:creationId xmlns:a16="http://schemas.microsoft.com/office/drawing/2014/main" id="{45A1C3E0-0106-C040-3C36-25347EF33B0C}"/>
                  </a:ext>
                </a:extLst>
              </p:cNvPr>
              <p:cNvSpPr/>
              <p:nvPr/>
            </p:nvSpPr>
            <p:spPr>
              <a:xfrm>
                <a:off x="4155948" y="3086100"/>
                <a:ext cx="310896" cy="310896"/>
              </a:xfrm>
              <a:prstGeom prst="rect">
                <a:avLst/>
              </a:prstGeom>
              <a:noFill/>
              <a:ln w="1016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  <p:sp>
            <p:nvSpPr>
              <p:cNvPr id="1877" name="Patch grid border">
                <a:extLst>
                  <a:ext uri="{FF2B5EF4-FFF2-40B4-BE49-F238E27FC236}">
                    <a16:creationId xmlns:a16="http://schemas.microsoft.com/office/drawing/2014/main" id="{3BDD39F3-EEBF-A1A3-9B38-34E320F4983E}"/>
                  </a:ext>
                </a:extLst>
              </p:cNvPr>
              <p:cNvSpPr/>
              <p:nvPr/>
            </p:nvSpPr>
            <p:spPr>
              <a:xfrm>
                <a:off x="3044952" y="1975104"/>
                <a:ext cx="1449324" cy="1449324"/>
              </a:xfrm>
              <a:prstGeom prst="rect">
                <a:avLst/>
              </a:prstGeom>
              <a:noFill/>
              <a:ln w="10160">
                <a:solidFill>
                  <a:srgbClr val="D1D5DB"/>
                </a:solidFill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1878" name="Rectangle 1877">
              <a:extLst>
                <a:ext uri="{FF2B5EF4-FFF2-40B4-BE49-F238E27FC236}">
                  <a16:creationId xmlns:a16="http://schemas.microsoft.com/office/drawing/2014/main" id="{FCDB0F63-8C7C-19FC-6C70-031C974F1632}"/>
                </a:ext>
              </a:extLst>
            </p:cNvPr>
            <p:cNvSpPr/>
            <p:nvPr/>
          </p:nvSpPr>
          <p:spPr>
            <a:xfrm>
              <a:off x="2927219" y="2230449"/>
              <a:ext cx="164593" cy="16927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r>
                <a:rPr lang="en-US" sz="500" dirty="0"/>
                <a:t>CLS’</a:t>
              </a:r>
              <a:endParaRPr lang="en-US" sz="300" dirty="0"/>
            </a:p>
          </p:txBody>
        </p:sp>
        <p:sp>
          <p:nvSpPr>
            <p:cNvPr id="1880" name="TextBox 1879">
              <a:extLst>
                <a:ext uri="{FF2B5EF4-FFF2-40B4-BE49-F238E27FC236}">
                  <a16:creationId xmlns:a16="http://schemas.microsoft.com/office/drawing/2014/main" id="{BA89F18E-651B-6698-60B1-328CBF4BE197}"/>
                </a:ext>
              </a:extLst>
            </p:cNvPr>
            <p:cNvSpPr txBox="1"/>
            <p:nvPr/>
          </p:nvSpPr>
          <p:spPr>
            <a:xfrm>
              <a:off x="3105103" y="2356197"/>
              <a:ext cx="109136" cy="461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buNone/>
              </a:pPr>
              <a:r>
                <a:rPr lang="en-US" sz="300" b="0" i="0" dirty="0">
                  <a:effectLst/>
                  <a:latin typeface="+mj-lt"/>
                </a:rPr>
                <a:t>(768,)</a:t>
              </a:r>
            </a:p>
          </p:txBody>
        </p:sp>
        <p:sp>
          <p:nvSpPr>
            <p:cNvPr id="1881" name="TextBox 1880">
              <a:extLst>
                <a:ext uri="{FF2B5EF4-FFF2-40B4-BE49-F238E27FC236}">
                  <a16:creationId xmlns:a16="http://schemas.microsoft.com/office/drawing/2014/main" id="{88DBD22E-1957-FEE7-C985-0C67BD3DFE3E}"/>
                </a:ext>
              </a:extLst>
            </p:cNvPr>
            <p:cNvSpPr txBox="1"/>
            <p:nvPr/>
          </p:nvSpPr>
          <p:spPr>
            <a:xfrm>
              <a:off x="3058688" y="2156656"/>
              <a:ext cx="251182" cy="461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buNone/>
              </a:pPr>
              <a:r>
                <a:rPr lang="en-US" sz="300" b="0" i="0" dirty="0">
                  <a:effectLst/>
                  <a:latin typeface="+mj-lt"/>
                </a:rPr>
                <a:t>16 x 16 x (768,)</a:t>
              </a:r>
            </a:p>
          </p:txBody>
        </p:sp>
        <p:sp>
          <p:nvSpPr>
            <p:cNvPr id="1882" name="TextBox 1881">
              <a:extLst>
                <a:ext uri="{FF2B5EF4-FFF2-40B4-BE49-F238E27FC236}">
                  <a16:creationId xmlns:a16="http://schemas.microsoft.com/office/drawing/2014/main" id="{88F742B7-14D2-4A88-7369-5D02D2B1E743}"/>
                </a:ext>
              </a:extLst>
            </p:cNvPr>
            <p:cNvSpPr txBox="1"/>
            <p:nvPr/>
          </p:nvSpPr>
          <p:spPr>
            <a:xfrm>
              <a:off x="3209924" y="2453436"/>
              <a:ext cx="117205" cy="461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buNone/>
              </a:pPr>
              <a:r>
                <a:rPr lang="en-US" sz="300" b="0" i="0" dirty="0">
                  <a:effectLst/>
                  <a:latin typeface="+mj-lt"/>
                </a:rPr>
                <a:t> (768,)</a:t>
              </a:r>
            </a:p>
          </p:txBody>
        </p:sp>
        <p:sp>
          <p:nvSpPr>
            <p:cNvPr id="2163" name="Rectangle 2162">
              <a:extLst>
                <a:ext uri="{FF2B5EF4-FFF2-40B4-BE49-F238E27FC236}">
                  <a16:creationId xmlns:a16="http://schemas.microsoft.com/office/drawing/2014/main" id="{4688C1E8-E3C8-D0C6-D9D8-436B241EAE0C}"/>
                </a:ext>
              </a:extLst>
            </p:cNvPr>
            <p:cNvSpPr/>
            <p:nvPr/>
          </p:nvSpPr>
          <p:spPr>
            <a:xfrm>
              <a:off x="2724912" y="1568850"/>
              <a:ext cx="640588" cy="646938"/>
            </a:xfrm>
            <a:prstGeom prst="rect">
              <a:avLst/>
            </a:prstGeom>
            <a:solidFill>
              <a:schemeClr val="bg1">
                <a:alpha val="59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9" name="TextBox 2168">
              <a:extLst>
                <a:ext uri="{FF2B5EF4-FFF2-40B4-BE49-F238E27FC236}">
                  <a16:creationId xmlns:a16="http://schemas.microsoft.com/office/drawing/2014/main" id="{8B3BB653-A295-BA99-CAD3-5BF079C27264}"/>
                </a:ext>
              </a:extLst>
            </p:cNvPr>
            <p:cNvSpPr txBox="1"/>
            <p:nvPr/>
          </p:nvSpPr>
          <p:spPr>
            <a:xfrm>
              <a:off x="2724912" y="1392828"/>
              <a:ext cx="553466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400" b="1" dirty="0">
                  <a:solidFill>
                    <a:srgbClr val="111827"/>
                  </a:solidFill>
                  <a:latin typeface="Arial"/>
                </a:rPr>
                <a:t>768-d</a:t>
              </a:r>
            </a:p>
            <a:p>
              <a:pPr algn="ctr"/>
              <a:r>
                <a:rPr lang="en-US" sz="400" b="1" dirty="0">
                  <a:solidFill>
                    <a:srgbClr val="111827"/>
                  </a:solidFill>
                  <a:latin typeface="Arial"/>
                </a:rPr>
                <a:t>frame feature</a:t>
              </a:r>
            </a:p>
          </p:txBody>
        </p:sp>
        <p:pic>
          <p:nvPicPr>
            <p:cNvPr id="2172" name="Graphic 2171" descr="Close with solid fill">
              <a:extLst>
                <a:ext uri="{FF2B5EF4-FFF2-40B4-BE49-F238E27FC236}">
                  <a16:creationId xmlns:a16="http://schemas.microsoft.com/office/drawing/2014/main" id="{D561BC06-98F5-4DC4-752F-FE371ED8C5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782691" y="1612283"/>
              <a:ext cx="471285" cy="471285"/>
            </a:xfrm>
            <a:prstGeom prst="rect">
              <a:avLst/>
            </a:prstGeom>
          </p:spPr>
        </p:pic>
        <p:sp>
          <p:nvSpPr>
            <p:cNvPr id="1879" name="Clip outline">
              <a:extLst>
                <a:ext uri="{FF2B5EF4-FFF2-40B4-BE49-F238E27FC236}">
                  <a16:creationId xmlns:a16="http://schemas.microsoft.com/office/drawing/2014/main" id="{A5E9FE32-5211-D5B8-723A-0D61063379B8}"/>
                </a:ext>
              </a:extLst>
            </p:cNvPr>
            <p:cNvSpPr/>
            <p:nvPr/>
          </p:nvSpPr>
          <p:spPr>
            <a:xfrm>
              <a:off x="2710556" y="2205956"/>
              <a:ext cx="607105" cy="221742"/>
            </a:xfrm>
            <a:prstGeom prst="roundRect">
              <a:avLst>
                <a:gd name="adj" fmla="val 7069"/>
              </a:avLst>
            </a:prstGeom>
            <a:noFill/>
            <a:ln w="12700">
              <a:solidFill>
                <a:srgbClr val="1D4ED8"/>
              </a:solidFill>
              <a:prstDash val="dash"/>
            </a:ln>
          </p:spPr>
          <p:txBody>
            <a:bodyPr rtlCol="0" anchor="ctr"/>
            <a:lstStyle/>
            <a:p>
              <a:endParaRPr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86" name="Table 2185">
                <a:extLst>
                  <a:ext uri="{FF2B5EF4-FFF2-40B4-BE49-F238E27FC236}">
                    <a16:creationId xmlns:a16="http://schemas.microsoft.com/office/drawing/2014/main" id="{856C3EF0-A0A5-B701-0A2E-366A8DFBF9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847888"/>
                  </p:ext>
                </p:extLst>
              </p:nvPr>
            </p:nvGraphicFramePr>
            <p:xfrm>
              <a:off x="9413228" y="1959697"/>
              <a:ext cx="749808" cy="146304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749808">
                      <a:extLst>
                        <a:ext uri="{9D8B030D-6E8A-4147-A177-3AD203B41FA5}">
                          <a16:colId xmlns:a16="http://schemas.microsoft.com/office/drawing/2014/main" val="1400200849"/>
                        </a:ext>
                      </a:extLst>
                    </a:gridCol>
                  </a:tblGrid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 1</a:t>
                          </a:r>
                          <a14:m/>
                        </a:p>
                      </a:txBody>
                      <a:tcPr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9634408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2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6042863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3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897911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4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4683049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5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5531982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6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42317915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dirty="0">
                              <a:solidFill>
                                <a:srgbClr val="111827"/>
                              </a:solidFill>
                            </a:rPr>
                            <a:t>frame 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580007"/>
                      </a:ext>
                    </a:extLst>
                  </a:tr>
                  <a:tr h="161866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8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964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86" name="Table 2185">
                <a:extLst>
                  <a:ext uri="{FF2B5EF4-FFF2-40B4-BE49-F238E27FC236}">
                    <a16:creationId xmlns:a16="http://schemas.microsoft.com/office/drawing/2014/main" id="{856C3EF0-A0A5-B701-0A2E-366A8DFBF9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5847888"/>
                  </p:ext>
                </p:extLst>
              </p:nvPr>
            </p:nvGraphicFramePr>
            <p:xfrm>
              <a:off x="9413228" y="1959697"/>
              <a:ext cx="749808" cy="146304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749808">
                      <a:extLst>
                        <a:ext uri="{9D8B030D-6E8A-4147-A177-3AD203B41FA5}">
                          <a16:colId xmlns:a16="http://schemas.microsoft.com/office/drawing/2014/main" val="1400200849"/>
                        </a:ext>
                      </a:extLst>
                    </a:gridCol>
                  </a:tblGrid>
                  <a:tr h="182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667" t="-6667" r="-1667" b="-6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9634408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2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604286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3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897911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4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4683049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5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553198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6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42317915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dirty="0">
                              <a:solidFill>
                                <a:srgbClr val="111827"/>
                              </a:solidFill>
                            </a:rPr>
                            <a:t>frame 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580007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600" b="0" i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frame</a:t>
                          </a:r>
                          <a:r>
                            <a:rPr lang="en-US" sz="600" b="0" i="0" baseline="0" dirty="0">
                              <a:solidFill>
                                <a:srgbClr val="111827"/>
                              </a:solidFill>
                              <a:latin typeface="+mn-lt"/>
                            </a:rPr>
                            <a:t> 8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9640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88" name="TextBox 2187">
            <a:extLst>
              <a:ext uri="{FF2B5EF4-FFF2-40B4-BE49-F238E27FC236}">
                <a16:creationId xmlns:a16="http://schemas.microsoft.com/office/drawing/2014/main" id="{8C4DBCFB-036C-83F4-BF0E-2D3B83715A8D}"/>
              </a:ext>
            </a:extLst>
          </p:cNvPr>
          <p:cNvSpPr txBox="1"/>
          <p:nvPr/>
        </p:nvSpPr>
        <p:spPr>
          <a:xfrm>
            <a:off x="9852140" y="3422737"/>
            <a:ext cx="380125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700" b="0" i="0" dirty="0">
                <a:effectLst/>
                <a:latin typeface="+mj-lt"/>
              </a:rPr>
              <a:t> (8, 768)</a:t>
            </a:r>
          </a:p>
        </p:txBody>
      </p:sp>
      <p:sp>
        <p:nvSpPr>
          <p:cNvPr id="2189" name="TextBox 2188">
            <a:extLst>
              <a:ext uri="{FF2B5EF4-FFF2-40B4-BE49-F238E27FC236}">
                <a16:creationId xmlns:a16="http://schemas.microsoft.com/office/drawing/2014/main" id="{F6F8C733-4572-61D7-F043-452C58413EFF}"/>
              </a:ext>
            </a:extLst>
          </p:cNvPr>
          <p:cNvSpPr txBox="1"/>
          <p:nvPr/>
        </p:nvSpPr>
        <p:spPr>
          <a:xfrm>
            <a:off x="9283348" y="1804785"/>
            <a:ext cx="98645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700" b="1" dirty="0">
                <a:solidFill>
                  <a:srgbClr val="111111"/>
                </a:solidFill>
                <a:latin typeface="Aptos" pitchFamily="34" charset="0"/>
              </a:rPr>
              <a:t>frame tensor (8 x 768)</a:t>
            </a:r>
          </a:p>
        </p:txBody>
      </p:sp>
      <p:cxnSp>
        <p:nvCxnSpPr>
          <p:cNvPr id="2201" name="Straight Connector 2200">
            <a:extLst>
              <a:ext uri="{FF2B5EF4-FFF2-40B4-BE49-F238E27FC236}">
                <a16:creationId xmlns:a16="http://schemas.microsoft.com/office/drawing/2014/main" id="{B34F3608-B6CE-C312-C5E0-B56DDFB03A1F}"/>
              </a:ext>
            </a:extLst>
          </p:cNvPr>
          <p:cNvCxnSpPr>
            <a:cxnSpLocks/>
          </p:cNvCxnSpPr>
          <p:nvPr/>
        </p:nvCxnSpPr>
        <p:spPr>
          <a:xfrm flipH="1">
            <a:off x="4955540" y="1260963"/>
            <a:ext cx="165100" cy="5016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4" name="Straight Connector 2203">
            <a:extLst>
              <a:ext uri="{FF2B5EF4-FFF2-40B4-BE49-F238E27FC236}">
                <a16:creationId xmlns:a16="http://schemas.microsoft.com/office/drawing/2014/main" id="{85883D2F-035D-A7CE-94A4-F76B729685D7}"/>
              </a:ext>
            </a:extLst>
          </p:cNvPr>
          <p:cNvCxnSpPr>
            <a:cxnSpLocks/>
          </p:cNvCxnSpPr>
          <p:nvPr/>
        </p:nvCxnSpPr>
        <p:spPr>
          <a:xfrm>
            <a:off x="4045685" y="755572"/>
            <a:ext cx="409575" cy="5143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33D7-4466-2DD8-F3E2-C68127EB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7AE4417-AABC-80BD-F497-5E66350ED2D8}"/>
              </a:ext>
            </a:extLst>
          </p:cNvPr>
          <p:cNvSpPr/>
          <p:nvPr/>
        </p:nvSpPr>
        <p:spPr>
          <a:xfrm>
            <a:off x="9095510" y="1691693"/>
            <a:ext cx="1447800" cy="3545325"/>
          </a:xfrm>
          <a:prstGeom prst="roundRect">
            <a:avLst>
              <a:gd name="adj" fmla="val 7576"/>
            </a:avLst>
          </a:prstGeom>
          <a:noFill/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6" name="Rounded Rectangle 2695">
            <a:extLst>
              <a:ext uri="{FF2B5EF4-FFF2-40B4-BE49-F238E27FC236}">
                <a16:creationId xmlns:a16="http://schemas.microsoft.com/office/drawing/2014/main" id="{3FCD88FA-D4C1-C646-0C26-466A67D70767}"/>
              </a:ext>
            </a:extLst>
          </p:cNvPr>
          <p:cNvSpPr/>
          <p:nvPr/>
        </p:nvSpPr>
        <p:spPr>
          <a:xfrm>
            <a:off x="52621" y="4959756"/>
            <a:ext cx="8658012" cy="1114518"/>
          </a:xfrm>
          <a:prstGeom prst="roundRect">
            <a:avLst>
              <a:gd name="adj" fmla="val 3966"/>
            </a:avLst>
          </a:prstGeom>
          <a:solidFill>
            <a:srgbClr val="DDF6FF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86" name="Rounded Rectangle 2485">
            <a:extLst>
              <a:ext uri="{FF2B5EF4-FFF2-40B4-BE49-F238E27FC236}">
                <a16:creationId xmlns:a16="http://schemas.microsoft.com/office/drawing/2014/main" id="{3F3E1852-C170-ABD5-5C4C-790FBEE0A477}"/>
              </a:ext>
            </a:extLst>
          </p:cNvPr>
          <p:cNvSpPr/>
          <p:nvPr/>
        </p:nvSpPr>
        <p:spPr>
          <a:xfrm>
            <a:off x="58167" y="3034876"/>
            <a:ext cx="8658012" cy="1863695"/>
          </a:xfrm>
          <a:prstGeom prst="roundRect">
            <a:avLst>
              <a:gd name="adj" fmla="val 3966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Block">
            <a:extLst>
              <a:ext uri="{FF2B5EF4-FFF2-40B4-BE49-F238E27FC236}">
                <a16:creationId xmlns:a16="http://schemas.microsoft.com/office/drawing/2014/main" id="{6E71727A-1169-3D03-6E53-AA77AA60F7F7}"/>
              </a:ext>
            </a:extLst>
          </p:cNvPr>
          <p:cNvSpPr/>
          <p:nvPr/>
        </p:nvSpPr>
        <p:spPr>
          <a:xfrm>
            <a:off x="11050314" y="3200788"/>
            <a:ext cx="834703" cy="37797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 dirty="0">
                <a:solidFill>
                  <a:srgbClr val="111827"/>
                </a:solidFill>
                <a:latin typeface="Arial"/>
              </a:rPr>
              <a:t>HTA-inspired</a:t>
            </a:r>
          </a:p>
          <a:p>
            <a:pPr algn="ctr"/>
            <a:r>
              <a:rPr sz="740" b="1" dirty="0">
                <a:solidFill>
                  <a:srgbClr val="111827"/>
                </a:solidFill>
                <a:latin typeface="Arial"/>
              </a:rPr>
              <a:t>6-block</a:t>
            </a:r>
          </a:p>
          <a:p>
            <a:pPr algn="ctr"/>
            <a:r>
              <a:rPr sz="740" b="1" dirty="0">
                <a:solidFill>
                  <a:srgbClr val="111827"/>
                </a:solidFill>
                <a:latin typeface="Arial"/>
              </a:rPr>
              <a:t>temporal head</a:t>
            </a:r>
          </a:p>
        </p:txBody>
      </p:sp>
      <p:cxnSp>
        <p:nvCxnSpPr>
          <p:cNvPr id="134" name="Arrow">
            <a:extLst>
              <a:ext uri="{FF2B5EF4-FFF2-40B4-BE49-F238E27FC236}">
                <a16:creationId xmlns:a16="http://schemas.microsoft.com/office/drawing/2014/main" id="{00FD4871-09A8-DD66-87F7-A24983E3FF8F}"/>
              </a:ext>
            </a:extLst>
          </p:cNvPr>
          <p:cNvCxnSpPr/>
          <p:nvPr/>
        </p:nvCxnSpPr>
        <p:spPr>
          <a:xfrm>
            <a:off x="10608130" y="3422737"/>
            <a:ext cx="402336" cy="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35" name="Block">
            <a:extLst>
              <a:ext uri="{FF2B5EF4-FFF2-40B4-BE49-F238E27FC236}">
                <a16:creationId xmlns:a16="http://schemas.microsoft.com/office/drawing/2014/main" id="{7B6509D2-3FE7-0205-27E4-F3E02F346025}"/>
              </a:ext>
            </a:extLst>
          </p:cNvPr>
          <p:cNvSpPr/>
          <p:nvPr/>
        </p:nvSpPr>
        <p:spPr>
          <a:xfrm>
            <a:off x="11467665" y="1429417"/>
            <a:ext cx="868680" cy="357545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rial"/>
              </a:rPr>
              <a:t>R</a:t>
            </a:r>
            <a:r>
              <a:rPr sz="1050" b="1" dirty="0">
                <a:solidFill>
                  <a:srgbClr val="111827"/>
                </a:solidFill>
                <a:latin typeface="Arial"/>
              </a:rPr>
              <a:t>SD</a:t>
            </a:r>
          </a:p>
          <a:p>
            <a:pPr algn="ctr"/>
            <a:r>
              <a:rPr sz="1050" b="1" dirty="0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sp>
        <p:nvSpPr>
          <p:cNvPr id="136" name="Block">
            <a:extLst>
              <a:ext uri="{FF2B5EF4-FFF2-40B4-BE49-F238E27FC236}">
                <a16:creationId xmlns:a16="http://schemas.microsoft.com/office/drawing/2014/main" id="{48F2F634-C05C-0BA1-F980-048770F11C2F}"/>
              </a:ext>
            </a:extLst>
          </p:cNvPr>
          <p:cNvSpPr/>
          <p:nvPr/>
        </p:nvSpPr>
        <p:spPr>
          <a:xfrm>
            <a:off x="9937371" y="668695"/>
            <a:ext cx="868680" cy="357545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rial"/>
              </a:rPr>
              <a:t>P</a:t>
            </a:r>
            <a:r>
              <a:rPr sz="1050" b="1" dirty="0">
                <a:solidFill>
                  <a:srgbClr val="111827"/>
                </a:solidFill>
                <a:latin typeface="Arial"/>
              </a:rPr>
              <a:t>hase</a:t>
            </a:r>
          </a:p>
          <a:p>
            <a:pPr algn="ctr"/>
            <a:r>
              <a:rPr sz="1050" b="1" dirty="0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sp>
        <p:nvSpPr>
          <p:cNvPr id="137" name="Block">
            <a:extLst>
              <a:ext uri="{FF2B5EF4-FFF2-40B4-BE49-F238E27FC236}">
                <a16:creationId xmlns:a16="http://schemas.microsoft.com/office/drawing/2014/main" id="{8F27BF91-00F1-D186-D92F-5DE75285BC94}"/>
              </a:ext>
            </a:extLst>
          </p:cNvPr>
          <p:cNvSpPr/>
          <p:nvPr/>
        </p:nvSpPr>
        <p:spPr>
          <a:xfrm>
            <a:off x="10721910" y="1039220"/>
            <a:ext cx="868680" cy="35754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111827"/>
                </a:solidFill>
                <a:latin typeface="Arial"/>
              </a:rPr>
              <a:t>D</a:t>
            </a:r>
            <a:r>
              <a:rPr sz="1050" b="1" dirty="0">
                <a:solidFill>
                  <a:srgbClr val="111827"/>
                </a:solidFill>
                <a:latin typeface="Arial"/>
              </a:rPr>
              <a:t>eviation</a:t>
            </a:r>
          </a:p>
          <a:p>
            <a:pPr algn="ctr"/>
            <a:r>
              <a:rPr sz="1050" b="1" dirty="0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6A7F11-9343-2D01-7CC7-0E4FE26435E3}"/>
              </a:ext>
            </a:extLst>
          </p:cNvPr>
          <p:cNvGrpSpPr/>
          <p:nvPr/>
        </p:nvGrpSpPr>
        <p:grpSpPr>
          <a:xfrm>
            <a:off x="167322" y="1345899"/>
            <a:ext cx="2070974" cy="1051615"/>
            <a:chOff x="353060" y="99956"/>
            <a:chExt cx="2070974" cy="1051615"/>
          </a:xfrm>
        </p:grpSpPr>
        <p:sp>
          <p:nvSpPr>
            <p:cNvPr id="6" name="Surgical video">
              <a:extLst>
                <a:ext uri="{FF2B5EF4-FFF2-40B4-BE49-F238E27FC236}">
                  <a16:creationId xmlns:a16="http://schemas.microsoft.com/office/drawing/2014/main" id="{A78DCD4E-B081-711F-A021-4D7A36929A12}"/>
                </a:ext>
              </a:extLst>
            </p:cNvPr>
            <p:cNvSpPr txBox="1"/>
            <p:nvPr/>
          </p:nvSpPr>
          <p:spPr>
            <a:xfrm>
              <a:off x="860806" y="99956"/>
              <a:ext cx="1005840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00" b="1" dirty="0">
                  <a:solidFill>
                    <a:srgbClr val="111827"/>
                  </a:solidFill>
                  <a:latin typeface="Arial"/>
                </a:rPr>
                <a:t>surgical video</a:t>
              </a:r>
            </a:p>
          </p:txBody>
        </p:sp>
        <p:sp>
          <p:nvSpPr>
            <p:cNvPr id="39" name="Clip label">
              <a:extLst>
                <a:ext uri="{FF2B5EF4-FFF2-40B4-BE49-F238E27FC236}">
                  <a16:creationId xmlns:a16="http://schemas.microsoft.com/office/drawing/2014/main" id="{C7289951-5A02-DB94-47D8-CCF9B222B584}"/>
                </a:ext>
              </a:extLst>
            </p:cNvPr>
            <p:cNvSpPr txBox="1"/>
            <p:nvPr/>
          </p:nvSpPr>
          <p:spPr>
            <a:xfrm>
              <a:off x="805942" y="1090016"/>
              <a:ext cx="1060704" cy="615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400" b="1" dirty="0">
                  <a:solidFill>
                    <a:srgbClr val="1D4ED8"/>
                  </a:solidFill>
                  <a:latin typeface="Arial"/>
                </a:rPr>
                <a:t>8-frame clip</a:t>
              </a:r>
              <a:r>
                <a:rPr lang="en-US" sz="400" b="1" dirty="0">
                  <a:solidFill>
                    <a:srgbClr val="1D4ED8"/>
                  </a:solidFill>
                  <a:latin typeface="Arial"/>
                </a:rPr>
                <a:t> at time </a:t>
              </a:r>
              <a:r>
                <a:rPr lang="en-US" sz="400" b="1" i="1" dirty="0">
                  <a:solidFill>
                    <a:srgbClr val="1D4ED8"/>
                  </a:solidFill>
                  <a:latin typeface="Arial"/>
                </a:rPr>
                <a:t>t</a:t>
              </a:r>
              <a:endParaRPr sz="400" b="1" i="1" dirty="0">
                <a:solidFill>
                  <a:srgbClr val="1D4ED8"/>
                </a:solidFill>
                <a:latin typeface="Arial"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4929C14-F9AC-8EC8-43E9-492B4D572D2C}"/>
                </a:ext>
              </a:extLst>
            </p:cNvPr>
            <p:cNvGrpSpPr/>
            <p:nvPr/>
          </p:nvGrpSpPr>
          <p:grpSpPr>
            <a:xfrm>
              <a:off x="356616" y="541972"/>
              <a:ext cx="1934337" cy="297645"/>
              <a:chOff x="356616" y="831640"/>
              <a:chExt cx="1934337" cy="297645"/>
            </a:xfrm>
          </p:grpSpPr>
          <p:sp>
            <p:nvSpPr>
              <p:cNvPr id="161" name="Triangle 160">
                <a:extLst>
                  <a:ext uri="{FF2B5EF4-FFF2-40B4-BE49-F238E27FC236}">
                    <a16:creationId xmlns:a16="http://schemas.microsoft.com/office/drawing/2014/main" id="{945CE6F3-440F-330B-3344-179CC8479132}"/>
                  </a:ext>
                </a:extLst>
              </p:cNvPr>
              <p:cNvSpPr/>
              <p:nvPr/>
            </p:nvSpPr>
            <p:spPr>
              <a:xfrm>
                <a:off x="438531" y="907035"/>
                <a:ext cx="1852422" cy="222250"/>
              </a:xfrm>
              <a:prstGeom prst="triangle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  <a:lumMod val="0"/>
                      <a:lumOff val="10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" name="Arrow">
                <a:extLst>
                  <a:ext uri="{FF2B5EF4-FFF2-40B4-BE49-F238E27FC236}">
                    <a16:creationId xmlns:a16="http://schemas.microsoft.com/office/drawing/2014/main" id="{3D053BBC-5A28-71F8-D6BB-1358076E2B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16" y="859535"/>
                <a:ext cx="1934337" cy="0"/>
              </a:xfrm>
              <a:prstGeom prst="line">
                <a:avLst/>
              </a:prstGeom>
              <a:ln w="13970">
                <a:solidFill>
                  <a:srgbClr val="334155"/>
                </a:solidFill>
                <a:headEnd w="sm" len="sm"/>
                <a:tailEnd type="triangle" w="sm" len="sm"/>
              </a:ln>
            </p:spPr>
          </p:cxn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F268F7D6-8784-120C-5595-42B6E7F21190}"/>
                  </a:ext>
                </a:extLst>
              </p:cNvPr>
              <p:cNvSpPr/>
              <p:nvPr/>
            </p:nvSpPr>
            <p:spPr>
              <a:xfrm>
                <a:off x="1335024" y="831640"/>
                <a:ext cx="55789" cy="55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F896B1A9-2394-40FF-908B-B43EC5E9AF33}"/>
                  </a:ext>
                </a:extLst>
              </p:cNvPr>
              <p:cNvSpPr/>
              <p:nvPr/>
            </p:nvSpPr>
            <p:spPr>
              <a:xfrm flipH="1">
                <a:off x="438278" y="83667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34935D7-B7EF-E852-1B58-E9134DFF8EB8}"/>
                </a:ext>
              </a:extLst>
            </p:cNvPr>
            <p:cNvSpPr txBox="1"/>
            <p:nvPr/>
          </p:nvSpPr>
          <p:spPr>
            <a:xfrm>
              <a:off x="353060" y="547642"/>
              <a:ext cx="21672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/>
                <a:t>0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06B52A9-D7CA-0F9F-90B0-745DF76CFAEF}"/>
                </a:ext>
              </a:extLst>
            </p:cNvPr>
            <p:cNvSpPr txBox="1"/>
            <p:nvPr/>
          </p:nvSpPr>
          <p:spPr>
            <a:xfrm>
              <a:off x="1253426" y="553992"/>
              <a:ext cx="205505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i="1" dirty="0"/>
                <a:t>t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02DA114F-EEE1-F6B8-0BC1-4108CBB3DC6E}"/>
                </a:ext>
              </a:extLst>
            </p:cNvPr>
            <p:cNvSpPr txBox="1"/>
            <p:nvPr/>
          </p:nvSpPr>
          <p:spPr>
            <a:xfrm>
              <a:off x="2208911" y="485228"/>
              <a:ext cx="215123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/>
                <a:t>T</a:t>
              </a: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B5AFA5F2-641E-5BBF-40A8-F9AFB2225331}"/>
                </a:ext>
              </a:extLst>
            </p:cNvPr>
            <p:cNvGrpSpPr/>
            <p:nvPr/>
          </p:nvGrpSpPr>
          <p:grpSpPr>
            <a:xfrm>
              <a:off x="438531" y="841013"/>
              <a:ext cx="1815719" cy="233171"/>
              <a:chOff x="438531" y="1130681"/>
              <a:chExt cx="1815719" cy="233171"/>
            </a:xfrm>
          </p:grpSpPr>
          <p:sp>
            <p:nvSpPr>
              <p:cNvPr id="33" name="Clip outline">
                <a:extLst>
                  <a:ext uri="{FF2B5EF4-FFF2-40B4-BE49-F238E27FC236}">
                    <a16:creationId xmlns:a16="http://schemas.microsoft.com/office/drawing/2014/main" id="{97327EFF-5B7B-ECE3-FADC-E02AF6EB02B7}"/>
                  </a:ext>
                </a:extLst>
              </p:cNvPr>
              <p:cNvSpPr/>
              <p:nvPr/>
            </p:nvSpPr>
            <p:spPr>
              <a:xfrm>
                <a:off x="438531" y="1130681"/>
                <a:ext cx="1815719" cy="233171"/>
              </a:xfrm>
              <a:prstGeom prst="roundRect">
                <a:avLst/>
              </a:prstGeom>
              <a:noFill/>
              <a:ln w="12700">
                <a:solidFill>
                  <a:srgbClr val="1D4ED8"/>
                </a:solidFill>
                <a:prstDash val="dash"/>
              </a:ln>
            </p:spPr>
            <p:txBody>
              <a:bodyPr rtlCol="0" anchor="ctr"/>
              <a:lstStyle/>
              <a:p>
                <a:endParaRPr dirty="0"/>
              </a:p>
            </p:txBody>
          </p:sp>
          <p:pic>
            <p:nvPicPr>
              <p:cNvPr id="162" name="Prefix frame 1">
                <a:extLst>
                  <a:ext uri="{FF2B5EF4-FFF2-40B4-BE49-F238E27FC236}">
                    <a16:creationId xmlns:a16="http://schemas.microsoft.com/office/drawing/2014/main" id="{0116E9A4-CCD0-8C74-0A06-C400C9526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9000" b="9000"/>
              <a:stretch>
                <a:fillRect/>
              </a:stretch>
            </p:blipFill>
            <p:spPr>
              <a:xfrm>
                <a:off x="456946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3" name="Prefix frame 2">
                <a:extLst>
                  <a:ext uri="{FF2B5EF4-FFF2-40B4-BE49-F238E27FC236}">
                    <a16:creationId xmlns:a16="http://schemas.microsoft.com/office/drawing/2014/main" id="{2D345419-30D1-0611-56A1-8650AC8D6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9000" b="9000"/>
              <a:stretch>
                <a:fillRect/>
              </a:stretch>
            </p:blipFill>
            <p:spPr>
              <a:xfrm>
                <a:off x="679304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4" name="Prefix frame 3">
                <a:extLst>
                  <a:ext uri="{FF2B5EF4-FFF2-40B4-BE49-F238E27FC236}">
                    <a16:creationId xmlns:a16="http://schemas.microsoft.com/office/drawing/2014/main" id="{0DEDF600-299E-DE92-3D21-73AA96636D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9000" b="9000"/>
              <a:stretch>
                <a:fillRect/>
              </a:stretch>
            </p:blipFill>
            <p:spPr>
              <a:xfrm>
                <a:off x="901662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5" name="Prefix frame 4">
                <a:extLst>
                  <a:ext uri="{FF2B5EF4-FFF2-40B4-BE49-F238E27FC236}">
                    <a16:creationId xmlns:a16="http://schemas.microsoft.com/office/drawing/2014/main" id="{C124E62B-34DA-F72E-CA73-B7B7B7927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9000" b="9000"/>
              <a:stretch>
                <a:fillRect/>
              </a:stretch>
            </p:blipFill>
            <p:spPr>
              <a:xfrm>
                <a:off x="1124020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6" name="Prefix frame 5">
                <a:extLst>
                  <a:ext uri="{FF2B5EF4-FFF2-40B4-BE49-F238E27FC236}">
                    <a16:creationId xmlns:a16="http://schemas.microsoft.com/office/drawing/2014/main" id="{595496E8-4847-6C99-ECB2-5F90930583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9000" b="9000"/>
              <a:stretch>
                <a:fillRect/>
              </a:stretch>
            </p:blipFill>
            <p:spPr>
              <a:xfrm>
                <a:off x="1346378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7" name="Prefix frame 6">
                <a:extLst>
                  <a:ext uri="{FF2B5EF4-FFF2-40B4-BE49-F238E27FC236}">
                    <a16:creationId xmlns:a16="http://schemas.microsoft.com/office/drawing/2014/main" id="{187B7133-D0F9-1392-E912-0ADCC48CB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9000" b="9000"/>
              <a:stretch>
                <a:fillRect/>
              </a:stretch>
            </p:blipFill>
            <p:spPr>
              <a:xfrm>
                <a:off x="1568736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8" name="Prefix frame 7">
                <a:extLst>
                  <a:ext uri="{FF2B5EF4-FFF2-40B4-BE49-F238E27FC236}">
                    <a16:creationId xmlns:a16="http://schemas.microsoft.com/office/drawing/2014/main" id="{8E55A33F-95D0-42BD-28D6-DA971D787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9000" b="9000"/>
              <a:stretch>
                <a:fillRect/>
              </a:stretch>
            </p:blipFill>
            <p:spPr>
              <a:xfrm>
                <a:off x="1791094" y="1149277"/>
                <a:ext cx="219587" cy="197938"/>
              </a:xfrm>
              <a:prstGeom prst="rect">
                <a:avLst/>
              </a:prstGeom>
            </p:spPr>
          </p:pic>
          <p:pic>
            <p:nvPicPr>
              <p:cNvPr id="169" name="Prefix frame 8">
                <a:extLst>
                  <a:ext uri="{FF2B5EF4-FFF2-40B4-BE49-F238E27FC236}">
                    <a16:creationId xmlns:a16="http://schemas.microsoft.com/office/drawing/2014/main" id="{C05CF9B6-96E6-EC5F-F5E8-2EE6D61DEA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t="9000" b="9000"/>
              <a:stretch>
                <a:fillRect/>
              </a:stretch>
            </p:blipFill>
            <p:spPr>
              <a:xfrm>
                <a:off x="2013454" y="1149277"/>
                <a:ext cx="219587" cy="197938"/>
              </a:xfrm>
              <a:prstGeom prst="rect">
                <a:avLst/>
              </a:prstGeom>
            </p:spPr>
          </p:pic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D090BFCB-4061-6F3D-CF8E-BAF9DE3F2BF0}"/>
                </a:ext>
              </a:extLst>
            </p:cNvPr>
            <p:cNvGrpSpPr/>
            <p:nvPr/>
          </p:nvGrpSpPr>
          <p:grpSpPr>
            <a:xfrm>
              <a:off x="670040" y="221889"/>
              <a:ext cx="1398409" cy="267462"/>
              <a:chOff x="670040" y="511557"/>
              <a:chExt cx="1398409" cy="267462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4F013B2A-8713-A4A5-2BC4-5BFA7E1B99F0}"/>
                  </a:ext>
                </a:extLst>
              </p:cNvPr>
              <p:cNvGrpSpPr/>
              <p:nvPr/>
            </p:nvGrpSpPr>
            <p:grpSpPr>
              <a:xfrm>
                <a:off x="955385" y="511557"/>
                <a:ext cx="818713" cy="267462"/>
                <a:chOff x="250408" y="974484"/>
                <a:chExt cx="1574932" cy="449714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1322129-7BB3-4945-4134-7A263C7C4106}"/>
                    </a:ext>
                  </a:extLst>
                </p:cNvPr>
                <p:cNvGrpSpPr/>
                <p:nvPr/>
              </p:nvGrpSpPr>
              <p:grpSpPr>
                <a:xfrm rot="16200000">
                  <a:off x="813017" y="411875"/>
                  <a:ext cx="449714" cy="1574932"/>
                  <a:chOff x="365760" y="1417320"/>
                  <a:chExt cx="932688" cy="1975104"/>
                </a:xfrm>
              </p:grpSpPr>
              <p:sp>
                <p:nvSpPr>
                  <p:cNvPr id="7" name="Filmstrip">
                    <a:extLst>
                      <a:ext uri="{FF2B5EF4-FFF2-40B4-BE49-F238E27FC236}">
                        <a16:creationId xmlns:a16="http://schemas.microsoft.com/office/drawing/2014/main" id="{498CB7A7-549E-C428-167B-8B7656DDE46C}"/>
                      </a:ext>
                    </a:extLst>
                  </p:cNvPr>
                  <p:cNvSpPr/>
                  <p:nvPr/>
                </p:nvSpPr>
                <p:spPr>
                  <a:xfrm>
                    <a:off x="365760" y="1417320"/>
                    <a:ext cx="932688" cy="1975104"/>
                  </a:xfrm>
                  <a:prstGeom prst="rect">
                    <a:avLst/>
                  </a:prstGeom>
                  <a:solidFill>
                    <a:srgbClr val="0B0F19"/>
                  </a:solidFill>
                  <a:ln w="10160">
                    <a:solidFill>
                      <a:srgbClr val="000000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8" name="Film hole left">
                    <a:extLst>
                      <a:ext uri="{FF2B5EF4-FFF2-40B4-BE49-F238E27FC236}">
                        <a16:creationId xmlns:a16="http://schemas.microsoft.com/office/drawing/2014/main" id="{1A0BF664-18E9-73D7-FF3D-99FFBF3AEF5D}"/>
                      </a:ext>
                    </a:extLst>
                  </p:cNvPr>
                  <p:cNvSpPr/>
                  <p:nvPr/>
                </p:nvSpPr>
                <p:spPr>
                  <a:xfrm>
                    <a:off x="402336" y="1527048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9" name="Film hole right">
                    <a:extLst>
                      <a:ext uri="{FF2B5EF4-FFF2-40B4-BE49-F238E27FC236}">
                        <a16:creationId xmlns:a16="http://schemas.microsoft.com/office/drawing/2014/main" id="{B38A830D-782C-4577-8DD9-F8F3DD04C92E}"/>
                      </a:ext>
                    </a:extLst>
                  </p:cNvPr>
                  <p:cNvSpPr/>
                  <p:nvPr/>
                </p:nvSpPr>
                <p:spPr>
                  <a:xfrm>
                    <a:off x="1207008" y="1527048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0" name="Film hole left">
                    <a:extLst>
                      <a:ext uri="{FF2B5EF4-FFF2-40B4-BE49-F238E27FC236}">
                        <a16:creationId xmlns:a16="http://schemas.microsoft.com/office/drawing/2014/main" id="{84BB7D82-166A-79D1-BF8D-44D474EC28B4}"/>
                      </a:ext>
                    </a:extLst>
                  </p:cNvPr>
                  <p:cNvSpPr/>
                  <p:nvPr/>
                </p:nvSpPr>
                <p:spPr>
                  <a:xfrm>
                    <a:off x="402336" y="1741932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1" name="Film hole right">
                    <a:extLst>
                      <a:ext uri="{FF2B5EF4-FFF2-40B4-BE49-F238E27FC236}">
                        <a16:creationId xmlns:a16="http://schemas.microsoft.com/office/drawing/2014/main" id="{C38153F0-EE7F-1992-7455-96710EE600C9}"/>
                      </a:ext>
                    </a:extLst>
                  </p:cNvPr>
                  <p:cNvSpPr/>
                  <p:nvPr/>
                </p:nvSpPr>
                <p:spPr>
                  <a:xfrm>
                    <a:off x="1207008" y="1741932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2" name="Film hole left">
                    <a:extLst>
                      <a:ext uri="{FF2B5EF4-FFF2-40B4-BE49-F238E27FC236}">
                        <a16:creationId xmlns:a16="http://schemas.microsoft.com/office/drawing/2014/main" id="{A442C4B3-ECB1-0BD0-EDC7-5F4D68E5BA23}"/>
                      </a:ext>
                    </a:extLst>
                  </p:cNvPr>
                  <p:cNvSpPr/>
                  <p:nvPr/>
                </p:nvSpPr>
                <p:spPr>
                  <a:xfrm>
                    <a:off x="402336" y="1956816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3" name="Film hole right">
                    <a:extLst>
                      <a:ext uri="{FF2B5EF4-FFF2-40B4-BE49-F238E27FC236}">
                        <a16:creationId xmlns:a16="http://schemas.microsoft.com/office/drawing/2014/main" id="{F990845E-F181-21C1-F0E8-711F81D86A6A}"/>
                      </a:ext>
                    </a:extLst>
                  </p:cNvPr>
                  <p:cNvSpPr/>
                  <p:nvPr/>
                </p:nvSpPr>
                <p:spPr>
                  <a:xfrm>
                    <a:off x="1207008" y="1956816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4" name="Film hole left">
                    <a:extLst>
                      <a:ext uri="{FF2B5EF4-FFF2-40B4-BE49-F238E27FC236}">
                        <a16:creationId xmlns:a16="http://schemas.microsoft.com/office/drawing/2014/main" id="{7343FE6D-707A-FE31-9D07-1F167C02E30A}"/>
                      </a:ext>
                    </a:extLst>
                  </p:cNvPr>
                  <p:cNvSpPr/>
                  <p:nvPr/>
                </p:nvSpPr>
                <p:spPr>
                  <a:xfrm>
                    <a:off x="402336" y="2171700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5" name="Film hole right">
                    <a:extLst>
                      <a:ext uri="{FF2B5EF4-FFF2-40B4-BE49-F238E27FC236}">
                        <a16:creationId xmlns:a16="http://schemas.microsoft.com/office/drawing/2014/main" id="{4402F876-8F8D-3216-1170-54E2B44C2D65}"/>
                      </a:ext>
                    </a:extLst>
                  </p:cNvPr>
                  <p:cNvSpPr/>
                  <p:nvPr/>
                </p:nvSpPr>
                <p:spPr>
                  <a:xfrm>
                    <a:off x="1207008" y="2171700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6" name="Film hole left">
                    <a:extLst>
                      <a:ext uri="{FF2B5EF4-FFF2-40B4-BE49-F238E27FC236}">
                        <a16:creationId xmlns:a16="http://schemas.microsoft.com/office/drawing/2014/main" id="{7B7B3716-FABA-094E-CCFF-98B566E62EB4}"/>
                      </a:ext>
                    </a:extLst>
                  </p:cNvPr>
                  <p:cNvSpPr/>
                  <p:nvPr/>
                </p:nvSpPr>
                <p:spPr>
                  <a:xfrm>
                    <a:off x="402336" y="2386584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7" name="Film hole right">
                    <a:extLst>
                      <a:ext uri="{FF2B5EF4-FFF2-40B4-BE49-F238E27FC236}">
                        <a16:creationId xmlns:a16="http://schemas.microsoft.com/office/drawing/2014/main" id="{8839B2A0-70FD-C91F-1E5E-0A856799D7E4}"/>
                      </a:ext>
                    </a:extLst>
                  </p:cNvPr>
                  <p:cNvSpPr/>
                  <p:nvPr/>
                </p:nvSpPr>
                <p:spPr>
                  <a:xfrm>
                    <a:off x="1207008" y="2386584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8" name="Film hole left">
                    <a:extLst>
                      <a:ext uri="{FF2B5EF4-FFF2-40B4-BE49-F238E27FC236}">
                        <a16:creationId xmlns:a16="http://schemas.microsoft.com/office/drawing/2014/main" id="{DBEEBA29-25AB-EC7E-3541-04CA7DE63D7F}"/>
                      </a:ext>
                    </a:extLst>
                  </p:cNvPr>
                  <p:cNvSpPr/>
                  <p:nvPr/>
                </p:nvSpPr>
                <p:spPr>
                  <a:xfrm>
                    <a:off x="402336" y="2601468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19" name="Film hole right">
                    <a:extLst>
                      <a:ext uri="{FF2B5EF4-FFF2-40B4-BE49-F238E27FC236}">
                        <a16:creationId xmlns:a16="http://schemas.microsoft.com/office/drawing/2014/main" id="{3EB7DDC9-30A8-57C9-BBC1-26B1BAF5DBF9}"/>
                      </a:ext>
                    </a:extLst>
                  </p:cNvPr>
                  <p:cNvSpPr/>
                  <p:nvPr/>
                </p:nvSpPr>
                <p:spPr>
                  <a:xfrm>
                    <a:off x="1207008" y="2601468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20" name="Film hole left">
                    <a:extLst>
                      <a:ext uri="{FF2B5EF4-FFF2-40B4-BE49-F238E27FC236}">
                        <a16:creationId xmlns:a16="http://schemas.microsoft.com/office/drawing/2014/main" id="{8B575384-31BE-C1DD-3668-EC8A9FB6C0B4}"/>
                      </a:ext>
                    </a:extLst>
                  </p:cNvPr>
                  <p:cNvSpPr/>
                  <p:nvPr/>
                </p:nvSpPr>
                <p:spPr>
                  <a:xfrm>
                    <a:off x="402336" y="2816352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21" name="Film hole right">
                    <a:extLst>
                      <a:ext uri="{FF2B5EF4-FFF2-40B4-BE49-F238E27FC236}">
                        <a16:creationId xmlns:a16="http://schemas.microsoft.com/office/drawing/2014/main" id="{4663D7A3-8982-6BF3-1744-B045578240A4}"/>
                      </a:ext>
                    </a:extLst>
                  </p:cNvPr>
                  <p:cNvSpPr/>
                  <p:nvPr/>
                </p:nvSpPr>
                <p:spPr>
                  <a:xfrm>
                    <a:off x="1207008" y="2816352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22" name="Film hole left">
                    <a:extLst>
                      <a:ext uri="{FF2B5EF4-FFF2-40B4-BE49-F238E27FC236}">
                        <a16:creationId xmlns:a16="http://schemas.microsoft.com/office/drawing/2014/main" id="{5EF57B6B-E361-6EEA-A627-1F84A701C39F}"/>
                      </a:ext>
                    </a:extLst>
                  </p:cNvPr>
                  <p:cNvSpPr/>
                  <p:nvPr/>
                </p:nvSpPr>
                <p:spPr>
                  <a:xfrm>
                    <a:off x="402336" y="3031236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23" name="Film hole right">
                    <a:extLst>
                      <a:ext uri="{FF2B5EF4-FFF2-40B4-BE49-F238E27FC236}">
                        <a16:creationId xmlns:a16="http://schemas.microsoft.com/office/drawing/2014/main" id="{58B442D7-318B-8E87-3038-8C207C8CC27F}"/>
                      </a:ext>
                    </a:extLst>
                  </p:cNvPr>
                  <p:cNvSpPr/>
                  <p:nvPr/>
                </p:nvSpPr>
                <p:spPr>
                  <a:xfrm>
                    <a:off x="1207008" y="3031236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24" name="Film hole left">
                    <a:extLst>
                      <a:ext uri="{FF2B5EF4-FFF2-40B4-BE49-F238E27FC236}">
                        <a16:creationId xmlns:a16="http://schemas.microsoft.com/office/drawing/2014/main" id="{90A972F3-A7E5-8C46-546C-BBFA28DA6193}"/>
                      </a:ext>
                    </a:extLst>
                  </p:cNvPr>
                  <p:cNvSpPr/>
                  <p:nvPr/>
                </p:nvSpPr>
                <p:spPr>
                  <a:xfrm>
                    <a:off x="402336" y="3246120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  <p:sp>
                <p:nvSpPr>
                  <p:cNvPr id="25" name="Film hole right">
                    <a:extLst>
                      <a:ext uri="{FF2B5EF4-FFF2-40B4-BE49-F238E27FC236}">
                        <a16:creationId xmlns:a16="http://schemas.microsoft.com/office/drawing/2014/main" id="{05657EC5-11A9-E4A4-208C-39BCE743A85E}"/>
                      </a:ext>
                    </a:extLst>
                  </p:cNvPr>
                  <p:cNvSpPr/>
                  <p:nvPr/>
                </p:nvSpPr>
                <p:spPr>
                  <a:xfrm>
                    <a:off x="1207008" y="3246120"/>
                    <a:ext cx="54864" cy="4572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">
                    <a:solidFill>
                      <a:srgbClr val="FFFFFF"/>
                    </a:solidFill>
                  </a:ln>
                </p:spPr>
                <p:txBody>
                  <a:bodyPr rtlCol="0" anchor="ctr"/>
                  <a:lstStyle/>
                  <a:p>
                    <a:endParaRPr/>
                  </a:p>
                </p:txBody>
              </p:sp>
            </p:grpSp>
            <p:pic>
              <p:nvPicPr>
                <p:cNvPr id="26" name="Film frame 1">
                  <a:extLst>
                    <a:ext uri="{FF2B5EF4-FFF2-40B4-BE49-F238E27FC236}">
                      <a16:creationId xmlns:a16="http://schemas.microsoft.com/office/drawing/2014/main" id="{386F0C4E-823C-4B28-1A11-43781119E2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7000" b="7000"/>
                <a:stretch>
                  <a:fillRect/>
                </a:stretch>
              </p:blipFill>
              <p:spPr>
                <a:xfrm>
                  <a:off x="250408" y="1109337"/>
                  <a:ext cx="391462" cy="201168"/>
                </a:xfrm>
                <a:prstGeom prst="rect">
                  <a:avLst/>
                </a:prstGeom>
              </p:spPr>
            </p:pic>
            <p:pic>
              <p:nvPicPr>
                <p:cNvPr id="27" name="Film frame 2">
                  <a:extLst>
                    <a:ext uri="{FF2B5EF4-FFF2-40B4-BE49-F238E27FC236}">
                      <a16:creationId xmlns:a16="http://schemas.microsoft.com/office/drawing/2014/main" id="{CE50DE5E-BBBC-42D7-FACD-AC324F2FEE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7000" b="7000"/>
                <a:stretch>
                  <a:fillRect/>
                </a:stretch>
              </p:blipFill>
              <p:spPr>
                <a:xfrm>
                  <a:off x="641870" y="1109337"/>
                  <a:ext cx="391462" cy="201168"/>
                </a:xfrm>
                <a:prstGeom prst="rect">
                  <a:avLst/>
                </a:prstGeom>
              </p:spPr>
            </p:pic>
            <p:pic>
              <p:nvPicPr>
                <p:cNvPr id="28" name="Film frame 3">
                  <a:extLst>
                    <a:ext uri="{FF2B5EF4-FFF2-40B4-BE49-F238E27FC236}">
                      <a16:creationId xmlns:a16="http://schemas.microsoft.com/office/drawing/2014/main" id="{E34FA3F7-EA68-2563-CB9F-7B240BD77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7000" b="7000"/>
                <a:stretch>
                  <a:fillRect/>
                </a:stretch>
              </p:blipFill>
              <p:spPr>
                <a:xfrm>
                  <a:off x="1033332" y="1109337"/>
                  <a:ext cx="391462" cy="201168"/>
                </a:xfrm>
                <a:prstGeom prst="rect">
                  <a:avLst/>
                </a:prstGeom>
              </p:spPr>
            </p:pic>
            <p:pic>
              <p:nvPicPr>
                <p:cNvPr id="29" name="Film frame 4">
                  <a:extLst>
                    <a:ext uri="{FF2B5EF4-FFF2-40B4-BE49-F238E27FC236}">
                      <a16:creationId xmlns:a16="http://schemas.microsoft.com/office/drawing/2014/main" id="{D1093A78-2216-7374-27E0-F826A0BDE6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t="7000" b="7000"/>
                <a:stretch>
                  <a:fillRect/>
                </a:stretch>
              </p:blipFill>
              <p:spPr>
                <a:xfrm>
                  <a:off x="1424794" y="1109337"/>
                  <a:ext cx="391462" cy="201168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27D17A1C-60AB-0DA1-01D9-217F76446DCA}"/>
                      </a:ext>
                    </a:extLst>
                  </p:cNvPr>
                  <p:cNvSpPr txBox="1"/>
                  <p:nvPr/>
                </p:nvSpPr>
                <p:spPr>
                  <a:xfrm>
                    <a:off x="1744322" y="514748"/>
                    <a:ext cx="324127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27D17A1C-60AB-0DA1-01D9-217F76446D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4322" y="514748"/>
                    <a:ext cx="324127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63D1E81F-CD7B-57D4-B256-0A551036C40C}"/>
                      </a:ext>
                    </a:extLst>
                  </p:cNvPr>
                  <p:cNvSpPr txBox="1"/>
                  <p:nvPr/>
                </p:nvSpPr>
                <p:spPr>
                  <a:xfrm>
                    <a:off x="670040" y="514748"/>
                    <a:ext cx="324127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63D1E81F-CD7B-57D4-B256-0A551036C4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0040" y="514748"/>
                    <a:ext cx="324127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162" name="Arrow">
            <a:extLst>
              <a:ext uri="{FF2B5EF4-FFF2-40B4-BE49-F238E27FC236}">
                <a16:creationId xmlns:a16="http://schemas.microsoft.com/office/drawing/2014/main" id="{AD052CDF-329B-8D4C-A814-19F685446C8D}"/>
              </a:ext>
            </a:extLst>
          </p:cNvPr>
          <p:cNvCxnSpPr>
            <a:cxnSpLocks/>
          </p:cNvCxnSpPr>
          <p:nvPr/>
        </p:nvCxnSpPr>
        <p:spPr>
          <a:xfrm>
            <a:off x="2200930" y="2088798"/>
            <a:ext cx="404655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165" name="Arrow">
            <a:extLst>
              <a:ext uri="{FF2B5EF4-FFF2-40B4-BE49-F238E27FC236}">
                <a16:creationId xmlns:a16="http://schemas.microsoft.com/office/drawing/2014/main" id="{FF71F960-7EB9-5611-6CA6-55991024D4A3}"/>
              </a:ext>
            </a:extLst>
          </p:cNvPr>
          <p:cNvCxnSpPr>
            <a:cxnSpLocks/>
          </p:cNvCxnSpPr>
          <p:nvPr/>
        </p:nvCxnSpPr>
        <p:spPr>
          <a:xfrm flipV="1">
            <a:off x="8341014" y="2069961"/>
            <a:ext cx="1072214" cy="470532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graphicFrame>
        <p:nvGraphicFramePr>
          <p:cNvPr id="2186" name="Table 2185">
            <a:extLst>
              <a:ext uri="{FF2B5EF4-FFF2-40B4-BE49-F238E27FC236}">
                <a16:creationId xmlns:a16="http://schemas.microsoft.com/office/drawing/2014/main" id="{36F0BD78-D09E-3F72-336B-54B41ABE012A}"/>
              </a:ext>
            </a:extLst>
          </p:cNvPr>
          <p:cNvGraphicFramePr>
            <a:graphicFrameLocks noGrp="1"/>
          </p:cNvGraphicFramePr>
          <p:nvPr/>
        </p:nvGraphicFramePr>
        <p:xfrm>
          <a:off x="9413228" y="1959697"/>
          <a:ext cx="749808" cy="14630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49808">
                  <a:extLst>
                    <a:ext uri="{9D8B030D-6E8A-4147-A177-3AD203B41FA5}">
                      <a16:colId xmlns:a16="http://schemas.microsoft.com/office/drawing/2014/main" val="1400200849"/>
                    </a:ext>
                  </a:extLst>
                </a:gridCol>
              </a:tblGrid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chemeClr val="bg1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chemeClr val="bg1"/>
                          </a:solidFill>
                          <a:latin typeface="+mn-lt"/>
                        </a:rPr>
                        <a:t> 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634408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rgbClr val="111827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rgbClr val="111827"/>
                          </a:solidFill>
                          <a:latin typeface="+mn-lt"/>
                        </a:rPr>
                        <a:t> 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042863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rgbClr val="111827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rgbClr val="111827"/>
                          </a:solidFill>
                          <a:latin typeface="+mn-lt"/>
                        </a:rPr>
                        <a:t> 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97911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rgbClr val="111827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rgbClr val="111827"/>
                          </a:solidFill>
                          <a:latin typeface="+mn-lt"/>
                        </a:rPr>
                        <a:t> 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683049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rgbClr val="111827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rgbClr val="111827"/>
                          </a:solidFill>
                          <a:latin typeface="+mn-lt"/>
                        </a:rPr>
                        <a:t> 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531982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rgbClr val="111827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rgbClr val="111827"/>
                          </a:solidFill>
                          <a:latin typeface="+mn-lt"/>
                        </a:rPr>
                        <a:t> 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317915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dirty="0">
                          <a:solidFill>
                            <a:srgbClr val="111827"/>
                          </a:solidFill>
                        </a:rPr>
                        <a:t>frame 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580007"/>
                  </a:ext>
                </a:extLst>
              </a:tr>
              <a:tr h="16186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0" i="0" dirty="0">
                          <a:solidFill>
                            <a:srgbClr val="111827"/>
                          </a:solidFill>
                          <a:latin typeface="+mn-lt"/>
                        </a:rPr>
                        <a:t>frame</a:t>
                      </a:r>
                      <a:r>
                        <a:rPr lang="en-US" sz="600" b="0" i="0" baseline="0" dirty="0">
                          <a:solidFill>
                            <a:srgbClr val="111827"/>
                          </a:solidFill>
                          <a:latin typeface="+mn-lt"/>
                        </a:rPr>
                        <a:t> 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64094"/>
                  </a:ext>
                </a:extLst>
              </a:tr>
            </a:tbl>
          </a:graphicData>
        </a:graphic>
      </p:graphicFrame>
      <p:sp>
        <p:nvSpPr>
          <p:cNvPr id="2188" name="TextBox 2187">
            <a:extLst>
              <a:ext uri="{FF2B5EF4-FFF2-40B4-BE49-F238E27FC236}">
                <a16:creationId xmlns:a16="http://schemas.microsoft.com/office/drawing/2014/main" id="{9033D73D-4D98-833D-00B6-40B506B30B10}"/>
              </a:ext>
            </a:extLst>
          </p:cNvPr>
          <p:cNvSpPr txBox="1"/>
          <p:nvPr/>
        </p:nvSpPr>
        <p:spPr>
          <a:xfrm>
            <a:off x="9852140" y="3422737"/>
            <a:ext cx="380125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700" b="0" i="0" dirty="0">
                <a:effectLst/>
                <a:latin typeface="+mj-lt"/>
              </a:rPr>
              <a:t> (8, 768)</a:t>
            </a:r>
          </a:p>
        </p:txBody>
      </p:sp>
      <p:sp>
        <p:nvSpPr>
          <p:cNvPr id="2189" name="TextBox 2188">
            <a:extLst>
              <a:ext uri="{FF2B5EF4-FFF2-40B4-BE49-F238E27FC236}">
                <a16:creationId xmlns:a16="http://schemas.microsoft.com/office/drawing/2014/main" id="{E3FB6B48-CA45-F726-4691-AEBECA5F9F99}"/>
              </a:ext>
            </a:extLst>
          </p:cNvPr>
          <p:cNvSpPr txBox="1"/>
          <p:nvPr/>
        </p:nvSpPr>
        <p:spPr>
          <a:xfrm>
            <a:off x="9283348" y="1804785"/>
            <a:ext cx="986454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700" b="1" dirty="0">
                <a:solidFill>
                  <a:srgbClr val="111111"/>
                </a:solidFill>
                <a:latin typeface="Aptos" pitchFamily="34" charset="0"/>
              </a:rPr>
              <a:t>frame tensor (8 x 768)</a:t>
            </a:r>
          </a:p>
        </p:txBody>
      </p:sp>
      <p:grpSp>
        <p:nvGrpSpPr>
          <p:cNvPr id="2359" name="Group 2358">
            <a:extLst>
              <a:ext uri="{FF2B5EF4-FFF2-40B4-BE49-F238E27FC236}">
                <a16:creationId xmlns:a16="http://schemas.microsoft.com/office/drawing/2014/main" id="{9EF4006A-97A5-5FB6-A8F9-645BBE164B3F}"/>
              </a:ext>
            </a:extLst>
          </p:cNvPr>
          <p:cNvGrpSpPr/>
          <p:nvPr/>
        </p:nvGrpSpPr>
        <p:grpSpPr>
          <a:xfrm>
            <a:off x="17228" y="3659065"/>
            <a:ext cx="1701410" cy="1178884"/>
            <a:chOff x="242189" y="3415284"/>
            <a:chExt cx="1701410" cy="1178884"/>
          </a:xfrm>
        </p:grpSpPr>
        <p:grpSp>
          <p:nvGrpSpPr>
            <p:cNvPr id="2257" name="Group 2256">
              <a:extLst>
                <a:ext uri="{FF2B5EF4-FFF2-40B4-BE49-F238E27FC236}">
                  <a16:creationId xmlns:a16="http://schemas.microsoft.com/office/drawing/2014/main" id="{A216574E-365D-B2D7-F0F0-66F7BE6B8452}"/>
                </a:ext>
              </a:extLst>
            </p:cNvPr>
            <p:cNvGrpSpPr/>
            <p:nvPr/>
          </p:nvGrpSpPr>
          <p:grpSpPr>
            <a:xfrm>
              <a:off x="260477" y="3415284"/>
              <a:ext cx="1683122" cy="292608"/>
              <a:chOff x="260477" y="3415284"/>
              <a:chExt cx="1683122" cy="292608"/>
            </a:xfrm>
          </p:grpSpPr>
          <p:sp>
            <p:nvSpPr>
              <p:cNvPr id="2210" name="Text 18">
                <a:extLst>
                  <a:ext uri="{FF2B5EF4-FFF2-40B4-BE49-F238E27FC236}">
                    <a16:creationId xmlns:a16="http://schemas.microsoft.com/office/drawing/2014/main" id="{00FB159D-2DB6-39ED-25B5-390F1D8D0FBD}"/>
                  </a:ext>
                </a:extLst>
              </p:cNvPr>
              <p:cNvSpPr/>
              <p:nvPr/>
            </p:nvSpPr>
            <p:spPr>
              <a:xfrm>
                <a:off x="260477" y="3415284"/>
                <a:ext cx="457200" cy="292608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surgery 1</a:t>
                </a:r>
                <a:endParaRPr lang="en-US" sz="600" dirty="0"/>
              </a:p>
            </p:txBody>
          </p:sp>
          <p:sp>
            <p:nvSpPr>
              <p:cNvPr id="2211" name="Shape 19">
                <a:extLst>
                  <a:ext uri="{FF2B5EF4-FFF2-40B4-BE49-F238E27FC236}">
                    <a16:creationId xmlns:a16="http://schemas.microsoft.com/office/drawing/2014/main" id="{545B2ECB-E106-A336-DB18-576EA0A74C13}"/>
                  </a:ext>
                </a:extLst>
              </p:cNvPr>
              <p:cNvSpPr/>
              <p:nvPr/>
            </p:nvSpPr>
            <p:spPr>
              <a:xfrm>
                <a:off x="717677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59AA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A</a:t>
                </a:r>
              </a:p>
            </p:txBody>
          </p:sp>
          <p:sp>
            <p:nvSpPr>
              <p:cNvPr id="2213" name="Shape 21">
                <a:extLst>
                  <a:ext uri="{FF2B5EF4-FFF2-40B4-BE49-F238E27FC236}">
                    <a16:creationId xmlns:a16="http://schemas.microsoft.com/office/drawing/2014/main" id="{D63FA757-424D-4DCC-039F-128286AD4A0E}"/>
                  </a:ext>
                </a:extLst>
              </p:cNvPr>
              <p:cNvSpPr/>
              <p:nvPr/>
            </p:nvSpPr>
            <p:spPr>
              <a:xfrm>
                <a:off x="894615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215" name="Shape 23">
                <a:extLst>
                  <a:ext uri="{FF2B5EF4-FFF2-40B4-BE49-F238E27FC236}">
                    <a16:creationId xmlns:a16="http://schemas.microsoft.com/office/drawing/2014/main" id="{6813221D-B070-ADB4-0603-5133122B48F9}"/>
                  </a:ext>
                </a:extLst>
              </p:cNvPr>
              <p:cNvSpPr/>
              <p:nvPr/>
            </p:nvSpPr>
            <p:spPr>
              <a:xfrm>
                <a:off x="1071553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217" name="Shape 25">
                <a:extLst>
                  <a:ext uri="{FF2B5EF4-FFF2-40B4-BE49-F238E27FC236}">
                    <a16:creationId xmlns:a16="http://schemas.microsoft.com/office/drawing/2014/main" id="{71D691B2-5043-E0DE-5302-D0F09AD06CA9}"/>
                  </a:ext>
                </a:extLst>
              </p:cNvPr>
              <p:cNvSpPr/>
              <p:nvPr/>
            </p:nvSpPr>
            <p:spPr>
              <a:xfrm>
                <a:off x="1248491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AEC7D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C</a:t>
                </a:r>
              </a:p>
            </p:txBody>
          </p:sp>
          <p:sp>
            <p:nvSpPr>
              <p:cNvPr id="2219" name="Shape 27">
                <a:extLst>
                  <a:ext uri="{FF2B5EF4-FFF2-40B4-BE49-F238E27FC236}">
                    <a16:creationId xmlns:a16="http://schemas.microsoft.com/office/drawing/2014/main" id="{B6747815-C325-C36B-261B-92D1789B3445}"/>
                  </a:ext>
                </a:extLst>
              </p:cNvPr>
              <p:cNvSpPr/>
              <p:nvPr/>
            </p:nvSpPr>
            <p:spPr>
              <a:xfrm>
                <a:off x="1425429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B7E06F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D</a:t>
                </a:r>
              </a:p>
            </p:txBody>
          </p:sp>
          <p:sp>
            <p:nvSpPr>
              <p:cNvPr id="2221" name="Shape 29">
                <a:extLst>
                  <a:ext uri="{FF2B5EF4-FFF2-40B4-BE49-F238E27FC236}">
                    <a16:creationId xmlns:a16="http://schemas.microsoft.com/office/drawing/2014/main" id="{A9E89ED9-B01C-A977-8395-18BF191BEDB8}"/>
                  </a:ext>
                </a:extLst>
              </p:cNvPr>
              <p:cNvSpPr/>
              <p:nvPr/>
            </p:nvSpPr>
            <p:spPr>
              <a:xfrm>
                <a:off x="1602367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ACD0F2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E</a:t>
                </a:r>
              </a:p>
            </p:txBody>
          </p:sp>
          <p:sp>
            <p:nvSpPr>
              <p:cNvPr id="2223" name="Shape 31">
                <a:extLst>
                  <a:ext uri="{FF2B5EF4-FFF2-40B4-BE49-F238E27FC236}">
                    <a16:creationId xmlns:a16="http://schemas.microsoft.com/office/drawing/2014/main" id="{840237E6-04E9-9B76-13A9-36F1ED5BB86E}"/>
                  </a:ext>
                </a:extLst>
              </p:cNvPr>
              <p:cNvSpPr/>
              <p:nvPr/>
            </p:nvSpPr>
            <p:spPr>
              <a:xfrm>
                <a:off x="1779305" y="34618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C8AFE7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F</a:t>
                </a:r>
              </a:p>
            </p:txBody>
          </p:sp>
        </p:grpSp>
        <p:grpSp>
          <p:nvGrpSpPr>
            <p:cNvPr id="2258" name="Group 2257">
              <a:extLst>
                <a:ext uri="{FF2B5EF4-FFF2-40B4-BE49-F238E27FC236}">
                  <a16:creationId xmlns:a16="http://schemas.microsoft.com/office/drawing/2014/main" id="{C612F722-90D8-2B0E-5EEA-2D3DBD09802F}"/>
                </a:ext>
              </a:extLst>
            </p:cNvPr>
            <p:cNvGrpSpPr/>
            <p:nvPr/>
          </p:nvGrpSpPr>
          <p:grpSpPr>
            <a:xfrm>
              <a:off x="260477" y="3726172"/>
              <a:ext cx="1679266" cy="292608"/>
              <a:chOff x="260477" y="3758184"/>
              <a:chExt cx="1679266" cy="292608"/>
            </a:xfrm>
          </p:grpSpPr>
          <p:sp>
            <p:nvSpPr>
              <p:cNvPr id="2225" name="Text 34">
                <a:extLst>
                  <a:ext uri="{FF2B5EF4-FFF2-40B4-BE49-F238E27FC236}">
                    <a16:creationId xmlns:a16="http://schemas.microsoft.com/office/drawing/2014/main" id="{A9BE14FD-8AD5-444D-EDF2-E91C64674B09}"/>
                  </a:ext>
                </a:extLst>
              </p:cNvPr>
              <p:cNvSpPr/>
              <p:nvPr/>
            </p:nvSpPr>
            <p:spPr>
              <a:xfrm>
                <a:off x="260477" y="3758184"/>
                <a:ext cx="457200" cy="292608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surgery 2</a:t>
                </a:r>
                <a:endParaRPr lang="en-US" sz="600" dirty="0"/>
              </a:p>
            </p:txBody>
          </p:sp>
          <p:sp>
            <p:nvSpPr>
              <p:cNvPr id="2226" name="Shape 35">
                <a:extLst>
                  <a:ext uri="{FF2B5EF4-FFF2-40B4-BE49-F238E27FC236}">
                    <a16:creationId xmlns:a16="http://schemas.microsoft.com/office/drawing/2014/main" id="{C29FFC23-345B-3630-DA27-7F28CE5749A9}"/>
                  </a:ext>
                </a:extLst>
              </p:cNvPr>
              <p:cNvSpPr/>
              <p:nvPr/>
            </p:nvSpPr>
            <p:spPr>
              <a:xfrm>
                <a:off x="717677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59AA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A</a:t>
                </a:r>
              </a:p>
            </p:txBody>
          </p:sp>
          <p:sp>
            <p:nvSpPr>
              <p:cNvPr id="2228" name="Shape 37">
                <a:extLst>
                  <a:ext uri="{FF2B5EF4-FFF2-40B4-BE49-F238E27FC236}">
                    <a16:creationId xmlns:a16="http://schemas.microsoft.com/office/drawing/2014/main" id="{EC2F4799-0E4F-1746-5C90-7461D601FAA8}"/>
                  </a:ext>
                </a:extLst>
              </p:cNvPr>
              <p:cNvSpPr/>
              <p:nvPr/>
            </p:nvSpPr>
            <p:spPr>
              <a:xfrm>
                <a:off x="893972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230" name="Shape 39">
                <a:extLst>
                  <a:ext uri="{FF2B5EF4-FFF2-40B4-BE49-F238E27FC236}">
                    <a16:creationId xmlns:a16="http://schemas.microsoft.com/office/drawing/2014/main" id="{A5A75A50-791C-0A65-CECB-CCD32ACBDA37}"/>
                  </a:ext>
                </a:extLst>
              </p:cNvPr>
              <p:cNvSpPr/>
              <p:nvPr/>
            </p:nvSpPr>
            <p:spPr>
              <a:xfrm>
                <a:off x="1070267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AEC7D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C</a:t>
                </a:r>
              </a:p>
            </p:txBody>
          </p:sp>
          <p:sp>
            <p:nvSpPr>
              <p:cNvPr id="2232" name="Shape 41">
                <a:extLst>
                  <a:ext uri="{FF2B5EF4-FFF2-40B4-BE49-F238E27FC236}">
                    <a16:creationId xmlns:a16="http://schemas.microsoft.com/office/drawing/2014/main" id="{103D2772-8205-A54C-62ED-A6150794BA1D}"/>
                  </a:ext>
                </a:extLst>
              </p:cNvPr>
              <p:cNvSpPr/>
              <p:nvPr/>
            </p:nvSpPr>
            <p:spPr>
              <a:xfrm>
                <a:off x="1246562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AEC7D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C</a:t>
                </a:r>
              </a:p>
            </p:txBody>
          </p:sp>
          <p:sp>
            <p:nvSpPr>
              <p:cNvPr id="2234" name="Shape 43">
                <a:extLst>
                  <a:ext uri="{FF2B5EF4-FFF2-40B4-BE49-F238E27FC236}">
                    <a16:creationId xmlns:a16="http://schemas.microsoft.com/office/drawing/2014/main" id="{52C2075C-5F40-0647-309F-7C668E5CF7D5}"/>
                  </a:ext>
                </a:extLst>
              </p:cNvPr>
              <p:cNvSpPr/>
              <p:nvPr/>
            </p:nvSpPr>
            <p:spPr>
              <a:xfrm>
                <a:off x="1422857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B7E06F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D</a:t>
                </a:r>
              </a:p>
            </p:txBody>
          </p:sp>
          <p:sp>
            <p:nvSpPr>
              <p:cNvPr id="2236" name="Shape 45">
                <a:extLst>
                  <a:ext uri="{FF2B5EF4-FFF2-40B4-BE49-F238E27FC236}">
                    <a16:creationId xmlns:a16="http://schemas.microsoft.com/office/drawing/2014/main" id="{D63141C8-EB84-7B18-73A3-95EC2E6DF402}"/>
                  </a:ext>
                </a:extLst>
              </p:cNvPr>
              <p:cNvSpPr/>
              <p:nvPr/>
            </p:nvSpPr>
            <p:spPr>
              <a:xfrm>
                <a:off x="1599152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ACD0F2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E</a:t>
                </a:r>
              </a:p>
            </p:txBody>
          </p:sp>
          <p:sp>
            <p:nvSpPr>
              <p:cNvPr id="2238" name="Shape 47">
                <a:extLst>
                  <a:ext uri="{FF2B5EF4-FFF2-40B4-BE49-F238E27FC236}">
                    <a16:creationId xmlns:a16="http://schemas.microsoft.com/office/drawing/2014/main" id="{6759F7B3-F676-6E63-5748-892401FFA2D3}"/>
                  </a:ext>
                </a:extLst>
              </p:cNvPr>
              <p:cNvSpPr/>
              <p:nvPr/>
            </p:nvSpPr>
            <p:spPr>
              <a:xfrm>
                <a:off x="1775449" y="3815055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C8AFE7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F</a:t>
                </a:r>
              </a:p>
            </p:txBody>
          </p:sp>
        </p:grpSp>
        <p:grpSp>
          <p:nvGrpSpPr>
            <p:cNvPr id="2259" name="Group 2258">
              <a:extLst>
                <a:ext uri="{FF2B5EF4-FFF2-40B4-BE49-F238E27FC236}">
                  <a16:creationId xmlns:a16="http://schemas.microsoft.com/office/drawing/2014/main" id="{FA3098F2-C71C-DB01-0CA2-0BC8366FCD24}"/>
                </a:ext>
              </a:extLst>
            </p:cNvPr>
            <p:cNvGrpSpPr/>
            <p:nvPr/>
          </p:nvGrpSpPr>
          <p:grpSpPr>
            <a:xfrm>
              <a:off x="242189" y="4301560"/>
              <a:ext cx="1701410" cy="292608"/>
              <a:chOff x="242189" y="4544457"/>
              <a:chExt cx="1701410" cy="292608"/>
            </a:xfrm>
          </p:grpSpPr>
          <p:sp>
            <p:nvSpPr>
              <p:cNvPr id="2240" name="Text 50">
                <a:extLst>
                  <a:ext uri="{FF2B5EF4-FFF2-40B4-BE49-F238E27FC236}">
                    <a16:creationId xmlns:a16="http://schemas.microsoft.com/office/drawing/2014/main" id="{EA8F2596-0902-8996-DF9A-1AFED6DCEA4E}"/>
                  </a:ext>
                </a:extLst>
              </p:cNvPr>
              <p:cNvSpPr/>
              <p:nvPr/>
            </p:nvSpPr>
            <p:spPr>
              <a:xfrm>
                <a:off x="242189" y="4544457"/>
                <a:ext cx="457200" cy="292608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surgery n</a:t>
                </a:r>
                <a:endParaRPr lang="en-US" sz="600" dirty="0"/>
              </a:p>
            </p:txBody>
          </p:sp>
          <p:sp>
            <p:nvSpPr>
              <p:cNvPr id="2241" name="Shape 51">
                <a:extLst>
                  <a:ext uri="{FF2B5EF4-FFF2-40B4-BE49-F238E27FC236}">
                    <a16:creationId xmlns:a16="http://schemas.microsoft.com/office/drawing/2014/main" id="{194EFF29-058E-F48E-239A-AF1E32CC6683}"/>
                  </a:ext>
                </a:extLst>
              </p:cNvPr>
              <p:cNvSpPr/>
              <p:nvPr/>
            </p:nvSpPr>
            <p:spPr>
              <a:xfrm>
                <a:off x="717677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59AA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A</a:t>
                </a:r>
              </a:p>
            </p:txBody>
          </p:sp>
          <p:sp>
            <p:nvSpPr>
              <p:cNvPr id="2243" name="Shape 53">
                <a:extLst>
                  <a:ext uri="{FF2B5EF4-FFF2-40B4-BE49-F238E27FC236}">
                    <a16:creationId xmlns:a16="http://schemas.microsoft.com/office/drawing/2014/main" id="{1DA8DFF7-3172-738C-546B-2DC8239AB12D}"/>
                  </a:ext>
                </a:extLst>
              </p:cNvPr>
              <p:cNvSpPr/>
              <p:nvPr/>
            </p:nvSpPr>
            <p:spPr>
              <a:xfrm>
                <a:off x="894615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245" name="Shape 55">
                <a:extLst>
                  <a:ext uri="{FF2B5EF4-FFF2-40B4-BE49-F238E27FC236}">
                    <a16:creationId xmlns:a16="http://schemas.microsoft.com/office/drawing/2014/main" id="{5487B450-A0A6-4152-0DB9-66BEDF363A6D}"/>
                  </a:ext>
                </a:extLst>
              </p:cNvPr>
              <p:cNvSpPr/>
              <p:nvPr/>
            </p:nvSpPr>
            <p:spPr>
              <a:xfrm>
                <a:off x="1071553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247" name="Shape 57">
                <a:extLst>
                  <a:ext uri="{FF2B5EF4-FFF2-40B4-BE49-F238E27FC236}">
                    <a16:creationId xmlns:a16="http://schemas.microsoft.com/office/drawing/2014/main" id="{F8D2012F-8EF0-43DA-79CA-2740B4D2A822}"/>
                  </a:ext>
                </a:extLst>
              </p:cNvPr>
              <p:cNvSpPr/>
              <p:nvPr/>
            </p:nvSpPr>
            <p:spPr>
              <a:xfrm>
                <a:off x="1248491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AEC7D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C</a:t>
                </a:r>
              </a:p>
            </p:txBody>
          </p:sp>
          <p:sp>
            <p:nvSpPr>
              <p:cNvPr id="2249" name="Shape 59">
                <a:extLst>
                  <a:ext uri="{FF2B5EF4-FFF2-40B4-BE49-F238E27FC236}">
                    <a16:creationId xmlns:a16="http://schemas.microsoft.com/office/drawing/2014/main" id="{F5077D06-D68E-E09D-3205-5EF9D5E1DA40}"/>
                  </a:ext>
                </a:extLst>
              </p:cNvPr>
              <p:cNvSpPr/>
              <p:nvPr/>
            </p:nvSpPr>
            <p:spPr>
              <a:xfrm>
                <a:off x="1425429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ACD0F2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D</a:t>
                </a:r>
              </a:p>
            </p:txBody>
          </p:sp>
          <p:sp>
            <p:nvSpPr>
              <p:cNvPr id="2251" name="Shape 61">
                <a:extLst>
                  <a:ext uri="{FF2B5EF4-FFF2-40B4-BE49-F238E27FC236}">
                    <a16:creationId xmlns:a16="http://schemas.microsoft.com/office/drawing/2014/main" id="{824280D5-5AD9-8952-87B9-88D3BC9B143E}"/>
                  </a:ext>
                </a:extLst>
              </p:cNvPr>
              <p:cNvSpPr/>
              <p:nvPr/>
            </p:nvSpPr>
            <p:spPr>
              <a:xfrm>
                <a:off x="1602367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B7E06F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E</a:t>
                </a:r>
              </a:p>
            </p:txBody>
          </p:sp>
          <p:sp>
            <p:nvSpPr>
              <p:cNvPr id="2253" name="Shape 63">
                <a:extLst>
                  <a:ext uri="{FF2B5EF4-FFF2-40B4-BE49-F238E27FC236}">
                    <a16:creationId xmlns:a16="http://schemas.microsoft.com/office/drawing/2014/main" id="{518F8768-0E76-E75D-788A-4BEC1A29533E}"/>
                  </a:ext>
                </a:extLst>
              </p:cNvPr>
              <p:cNvSpPr/>
              <p:nvPr/>
            </p:nvSpPr>
            <p:spPr>
              <a:xfrm>
                <a:off x="1779305" y="4581151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C8AFE7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F</a:t>
                </a:r>
              </a:p>
            </p:txBody>
          </p:sp>
        </p:grpSp>
        <p:sp>
          <p:nvSpPr>
            <p:cNvPr id="2256" name="TextBox 2255">
              <a:extLst>
                <a:ext uri="{FF2B5EF4-FFF2-40B4-BE49-F238E27FC236}">
                  <a16:creationId xmlns:a16="http://schemas.microsoft.com/office/drawing/2014/main" id="{C7D91DB5-AEBF-C027-7367-8D31D94259A2}"/>
                </a:ext>
              </a:extLst>
            </p:cNvPr>
            <p:cNvSpPr txBox="1"/>
            <p:nvPr/>
          </p:nvSpPr>
          <p:spPr>
            <a:xfrm>
              <a:off x="1274452" y="4037060"/>
              <a:ext cx="175022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⋮</a:t>
              </a:r>
              <a:endParaRPr lang="en-US" sz="1000" dirty="0"/>
            </a:p>
          </p:txBody>
        </p:sp>
      </p:grpSp>
      <p:grpSp>
        <p:nvGrpSpPr>
          <p:cNvPr id="2286" name="Group 2285">
            <a:extLst>
              <a:ext uri="{FF2B5EF4-FFF2-40B4-BE49-F238E27FC236}">
                <a16:creationId xmlns:a16="http://schemas.microsoft.com/office/drawing/2014/main" id="{341FE437-96D8-6D43-1B3A-2148A0A1CE74}"/>
              </a:ext>
            </a:extLst>
          </p:cNvPr>
          <p:cNvGrpSpPr/>
          <p:nvPr/>
        </p:nvGrpSpPr>
        <p:grpSpPr>
          <a:xfrm>
            <a:off x="223329" y="3243313"/>
            <a:ext cx="1508443" cy="368218"/>
            <a:chOff x="292100" y="4711606"/>
            <a:chExt cx="1508443" cy="368218"/>
          </a:xfrm>
        </p:grpSpPr>
        <p:sp>
          <p:nvSpPr>
            <p:cNvPr id="2267" name="Shape 69">
              <a:extLst>
                <a:ext uri="{FF2B5EF4-FFF2-40B4-BE49-F238E27FC236}">
                  <a16:creationId xmlns:a16="http://schemas.microsoft.com/office/drawing/2014/main" id="{98122366-A464-C65A-20B7-4E0D4883F6DD}"/>
                </a:ext>
              </a:extLst>
            </p:cNvPr>
            <p:cNvSpPr/>
            <p:nvPr/>
          </p:nvSpPr>
          <p:spPr>
            <a:xfrm>
              <a:off x="292100" y="4711606"/>
              <a:ext cx="1432725" cy="368218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890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8" name="Shape 70">
              <a:extLst>
                <a:ext uri="{FF2B5EF4-FFF2-40B4-BE49-F238E27FC236}">
                  <a16:creationId xmlns:a16="http://schemas.microsoft.com/office/drawing/2014/main" id="{3FE0EBBE-7842-601A-3625-1CF5AAEAF1CC}"/>
                </a:ext>
              </a:extLst>
            </p:cNvPr>
            <p:cNvSpPr/>
            <p:nvPr/>
          </p:nvSpPr>
          <p:spPr>
            <a:xfrm>
              <a:off x="365252" y="4737652"/>
              <a:ext cx="118872" cy="77724"/>
            </a:xfrm>
            <a:prstGeom prst="roundRect">
              <a:avLst>
                <a:gd name="adj" fmla="val 58824"/>
              </a:avLst>
            </a:prstGeom>
            <a:solidFill>
              <a:srgbClr val="F59AAA"/>
            </a:solidFill>
            <a:ln w="3810">
              <a:solidFill>
                <a:srgbClr val="9A9A9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500" dirty="0"/>
                <a:t>A</a:t>
              </a:r>
              <a:endParaRPr lang="en-US" sz="3600" dirty="0"/>
            </a:p>
          </p:txBody>
        </p:sp>
        <p:sp>
          <p:nvSpPr>
            <p:cNvPr id="2270" name="Text 72">
              <a:extLst>
                <a:ext uri="{FF2B5EF4-FFF2-40B4-BE49-F238E27FC236}">
                  <a16:creationId xmlns:a16="http://schemas.microsoft.com/office/drawing/2014/main" id="{681135E9-4A2A-CCAE-B21D-FD4398484E13}"/>
                </a:ext>
              </a:extLst>
            </p:cNvPr>
            <p:cNvSpPr/>
            <p:nvPr/>
          </p:nvSpPr>
          <p:spPr>
            <a:xfrm>
              <a:off x="520700" y="4739863"/>
              <a:ext cx="585216" cy="822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5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Access</a:t>
              </a:r>
              <a:endParaRPr lang="en-US" sz="550" dirty="0"/>
            </a:p>
          </p:txBody>
        </p:sp>
        <p:sp>
          <p:nvSpPr>
            <p:cNvPr id="2271" name="Shape 73">
              <a:extLst>
                <a:ext uri="{FF2B5EF4-FFF2-40B4-BE49-F238E27FC236}">
                  <a16:creationId xmlns:a16="http://schemas.microsoft.com/office/drawing/2014/main" id="{7F8DCFEB-1B95-E722-86B3-65FD59232D63}"/>
                </a:ext>
              </a:extLst>
            </p:cNvPr>
            <p:cNvSpPr/>
            <p:nvPr/>
          </p:nvSpPr>
          <p:spPr>
            <a:xfrm>
              <a:off x="365252" y="4842808"/>
              <a:ext cx="118872" cy="77724"/>
            </a:xfrm>
            <a:prstGeom prst="roundRect">
              <a:avLst>
                <a:gd name="adj" fmla="val 58824"/>
              </a:avLst>
            </a:prstGeom>
            <a:solidFill>
              <a:srgbClr val="F4B26A"/>
            </a:solidFill>
            <a:ln w="3810">
              <a:solidFill>
                <a:srgbClr val="9A9A9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500" dirty="0"/>
                <a:t>B</a:t>
              </a:r>
            </a:p>
          </p:txBody>
        </p:sp>
        <p:sp>
          <p:nvSpPr>
            <p:cNvPr id="2273" name="Text 75">
              <a:extLst>
                <a:ext uri="{FF2B5EF4-FFF2-40B4-BE49-F238E27FC236}">
                  <a16:creationId xmlns:a16="http://schemas.microsoft.com/office/drawing/2014/main" id="{B8D8058D-D9E3-93E1-6F71-C111B0614741}"/>
                </a:ext>
              </a:extLst>
            </p:cNvPr>
            <p:cNvSpPr/>
            <p:nvPr/>
          </p:nvSpPr>
          <p:spPr>
            <a:xfrm>
              <a:off x="520700" y="4845019"/>
              <a:ext cx="585216" cy="822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5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Dissection</a:t>
              </a:r>
              <a:endParaRPr lang="en-US" sz="550" dirty="0"/>
            </a:p>
          </p:txBody>
        </p:sp>
        <p:sp>
          <p:nvSpPr>
            <p:cNvPr id="2274" name="Shape 76">
              <a:extLst>
                <a:ext uri="{FF2B5EF4-FFF2-40B4-BE49-F238E27FC236}">
                  <a16:creationId xmlns:a16="http://schemas.microsoft.com/office/drawing/2014/main" id="{FD6366FC-2776-7FF2-DF97-77CC3D7C3004}"/>
                </a:ext>
              </a:extLst>
            </p:cNvPr>
            <p:cNvSpPr/>
            <p:nvPr/>
          </p:nvSpPr>
          <p:spPr>
            <a:xfrm>
              <a:off x="365252" y="4947964"/>
              <a:ext cx="118872" cy="77724"/>
            </a:xfrm>
            <a:prstGeom prst="roundRect">
              <a:avLst>
                <a:gd name="adj" fmla="val 58824"/>
              </a:avLst>
            </a:prstGeom>
            <a:solidFill>
              <a:srgbClr val="FAEC7D"/>
            </a:solidFill>
            <a:ln w="3810">
              <a:solidFill>
                <a:srgbClr val="9A9A9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500" dirty="0"/>
                <a:t>C</a:t>
              </a:r>
            </a:p>
          </p:txBody>
        </p:sp>
        <p:sp>
          <p:nvSpPr>
            <p:cNvPr id="2276" name="Text 78">
              <a:extLst>
                <a:ext uri="{FF2B5EF4-FFF2-40B4-BE49-F238E27FC236}">
                  <a16:creationId xmlns:a16="http://schemas.microsoft.com/office/drawing/2014/main" id="{80716922-C8FE-5B6B-3EDA-597D05C469E8}"/>
                </a:ext>
              </a:extLst>
            </p:cNvPr>
            <p:cNvSpPr/>
            <p:nvPr/>
          </p:nvSpPr>
          <p:spPr>
            <a:xfrm>
              <a:off x="520700" y="4950175"/>
              <a:ext cx="585216" cy="822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5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Skeletonization</a:t>
              </a:r>
              <a:endParaRPr lang="en-US" sz="550" dirty="0"/>
            </a:p>
          </p:txBody>
        </p:sp>
        <p:sp>
          <p:nvSpPr>
            <p:cNvPr id="2277" name="Shape 79">
              <a:extLst>
                <a:ext uri="{FF2B5EF4-FFF2-40B4-BE49-F238E27FC236}">
                  <a16:creationId xmlns:a16="http://schemas.microsoft.com/office/drawing/2014/main" id="{23621B3E-876E-03F5-6A13-4A5F1E992984}"/>
                </a:ext>
              </a:extLst>
            </p:cNvPr>
            <p:cNvSpPr/>
            <p:nvPr/>
          </p:nvSpPr>
          <p:spPr>
            <a:xfrm>
              <a:off x="1059879" y="4741680"/>
              <a:ext cx="118872" cy="77724"/>
            </a:xfrm>
            <a:prstGeom prst="roundRect">
              <a:avLst>
                <a:gd name="adj" fmla="val 58824"/>
              </a:avLst>
            </a:prstGeom>
            <a:solidFill>
              <a:srgbClr val="B7E06F"/>
            </a:solidFill>
            <a:ln w="3810">
              <a:solidFill>
                <a:srgbClr val="9A9A9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500" dirty="0"/>
                <a:t>D</a:t>
              </a:r>
            </a:p>
          </p:txBody>
        </p:sp>
        <p:sp>
          <p:nvSpPr>
            <p:cNvPr id="2279" name="Text 81">
              <a:extLst>
                <a:ext uri="{FF2B5EF4-FFF2-40B4-BE49-F238E27FC236}">
                  <a16:creationId xmlns:a16="http://schemas.microsoft.com/office/drawing/2014/main" id="{48A29372-8808-B71C-7785-BF19853D8062}"/>
                </a:ext>
              </a:extLst>
            </p:cNvPr>
            <p:cNvSpPr/>
            <p:nvPr/>
          </p:nvSpPr>
          <p:spPr>
            <a:xfrm>
              <a:off x="1215327" y="4743891"/>
              <a:ext cx="585216" cy="822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5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Reconstruction</a:t>
              </a:r>
              <a:endParaRPr lang="en-US" sz="550" dirty="0"/>
            </a:p>
          </p:txBody>
        </p:sp>
        <p:sp>
          <p:nvSpPr>
            <p:cNvPr id="2280" name="Shape 82">
              <a:extLst>
                <a:ext uri="{FF2B5EF4-FFF2-40B4-BE49-F238E27FC236}">
                  <a16:creationId xmlns:a16="http://schemas.microsoft.com/office/drawing/2014/main" id="{CA9ACA4E-244F-1335-CB48-03933D3F7FD3}"/>
                </a:ext>
              </a:extLst>
            </p:cNvPr>
            <p:cNvSpPr/>
            <p:nvPr/>
          </p:nvSpPr>
          <p:spPr>
            <a:xfrm>
              <a:off x="1059879" y="4846836"/>
              <a:ext cx="118872" cy="77724"/>
            </a:xfrm>
            <a:prstGeom prst="roundRect">
              <a:avLst>
                <a:gd name="adj" fmla="val 58824"/>
              </a:avLst>
            </a:prstGeom>
            <a:solidFill>
              <a:srgbClr val="ACD0F2"/>
            </a:solidFill>
            <a:ln w="3810">
              <a:solidFill>
                <a:srgbClr val="9A9A9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500" dirty="0"/>
                <a:t>E</a:t>
              </a:r>
            </a:p>
          </p:txBody>
        </p:sp>
        <p:sp>
          <p:nvSpPr>
            <p:cNvPr id="2282" name="Text 84">
              <a:extLst>
                <a:ext uri="{FF2B5EF4-FFF2-40B4-BE49-F238E27FC236}">
                  <a16:creationId xmlns:a16="http://schemas.microsoft.com/office/drawing/2014/main" id="{F6231A7D-64E0-F98E-0CF6-D8264C611795}"/>
                </a:ext>
              </a:extLst>
            </p:cNvPr>
            <p:cNvSpPr/>
            <p:nvPr/>
          </p:nvSpPr>
          <p:spPr>
            <a:xfrm>
              <a:off x="1215327" y="4849047"/>
              <a:ext cx="585216" cy="822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5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Closure</a:t>
              </a:r>
              <a:endParaRPr lang="en-US" sz="550" dirty="0"/>
            </a:p>
          </p:txBody>
        </p:sp>
        <p:sp>
          <p:nvSpPr>
            <p:cNvPr id="2283" name="Shape 85">
              <a:extLst>
                <a:ext uri="{FF2B5EF4-FFF2-40B4-BE49-F238E27FC236}">
                  <a16:creationId xmlns:a16="http://schemas.microsoft.com/office/drawing/2014/main" id="{C12ACF60-A1BA-4981-3A1D-6CBA63798064}"/>
                </a:ext>
              </a:extLst>
            </p:cNvPr>
            <p:cNvSpPr/>
            <p:nvPr/>
          </p:nvSpPr>
          <p:spPr>
            <a:xfrm>
              <a:off x="1059879" y="4951992"/>
              <a:ext cx="118872" cy="77724"/>
            </a:xfrm>
            <a:prstGeom prst="roundRect">
              <a:avLst>
                <a:gd name="adj" fmla="val 58824"/>
              </a:avLst>
            </a:prstGeom>
            <a:solidFill>
              <a:srgbClr val="C8AFE7"/>
            </a:solidFill>
            <a:ln w="3810">
              <a:solidFill>
                <a:srgbClr val="9A9A9A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500" dirty="0"/>
                <a:t>F</a:t>
              </a:r>
            </a:p>
          </p:txBody>
        </p:sp>
        <p:sp>
          <p:nvSpPr>
            <p:cNvPr id="2285" name="Text 87">
              <a:extLst>
                <a:ext uri="{FF2B5EF4-FFF2-40B4-BE49-F238E27FC236}">
                  <a16:creationId xmlns:a16="http://schemas.microsoft.com/office/drawing/2014/main" id="{79FA9288-04C3-8943-4CF0-F75014C73E69}"/>
                </a:ext>
              </a:extLst>
            </p:cNvPr>
            <p:cNvSpPr/>
            <p:nvPr/>
          </p:nvSpPr>
          <p:spPr>
            <a:xfrm>
              <a:off x="1215327" y="4954203"/>
              <a:ext cx="585216" cy="822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55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Other</a:t>
              </a:r>
              <a:endParaRPr lang="en-US" sz="550" dirty="0"/>
            </a:p>
          </p:txBody>
        </p:sp>
      </p:grpSp>
      <p:grpSp>
        <p:nvGrpSpPr>
          <p:cNvPr id="2475" name="Group 2474">
            <a:extLst>
              <a:ext uri="{FF2B5EF4-FFF2-40B4-BE49-F238E27FC236}">
                <a16:creationId xmlns:a16="http://schemas.microsoft.com/office/drawing/2014/main" id="{12C077F3-1C4F-6BC9-B149-FE3F722F2B4E}"/>
              </a:ext>
            </a:extLst>
          </p:cNvPr>
          <p:cNvGrpSpPr/>
          <p:nvPr/>
        </p:nvGrpSpPr>
        <p:grpSpPr>
          <a:xfrm>
            <a:off x="2041049" y="3289049"/>
            <a:ext cx="1002510" cy="1385487"/>
            <a:chOff x="2157161" y="3289049"/>
            <a:chExt cx="1002510" cy="1385487"/>
          </a:xfrm>
        </p:grpSpPr>
        <p:grpSp>
          <p:nvGrpSpPr>
            <p:cNvPr id="2472" name="Group 2471">
              <a:extLst>
                <a:ext uri="{FF2B5EF4-FFF2-40B4-BE49-F238E27FC236}">
                  <a16:creationId xmlns:a16="http://schemas.microsoft.com/office/drawing/2014/main" id="{FE9AD2A6-8334-C5D9-D10C-275AF88526DA}"/>
                </a:ext>
              </a:extLst>
            </p:cNvPr>
            <p:cNvGrpSpPr/>
            <p:nvPr/>
          </p:nvGrpSpPr>
          <p:grpSpPr>
            <a:xfrm>
              <a:off x="2157161" y="3519544"/>
              <a:ext cx="995198" cy="1154992"/>
              <a:chOff x="2157161" y="3519544"/>
              <a:chExt cx="995198" cy="115499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63" name="Shape 89">
                    <a:extLst>
                      <a:ext uri="{FF2B5EF4-FFF2-40B4-BE49-F238E27FC236}">
                        <a16:creationId xmlns:a16="http://schemas.microsoft.com/office/drawing/2014/main" id="{DD410B8B-D9C6-9DE0-EFD3-F0A9C6ED4D9E}"/>
                      </a:ext>
                    </a:extLst>
                  </p:cNvPr>
                  <p:cNvSpPr/>
                  <p:nvPr/>
                </p:nvSpPr>
                <p:spPr>
                  <a:xfrm>
                    <a:off x="2157161" y="3519544"/>
                    <a:ext cx="995198" cy="283455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FFF5DB"/>
                  </a:solidFill>
                  <a:ln w="12700">
                    <a:solidFill>
                      <a:srgbClr val="D8B66A"/>
                    </a:solidFill>
                    <a:prstDash val="solid"/>
                  </a:ln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𝐴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𝐷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𝐷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𝐸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𝐸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𝐹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263" name="Shape 89">
                    <a:extLst>
                      <a:ext uri="{FF2B5EF4-FFF2-40B4-BE49-F238E27FC236}">
                        <a16:creationId xmlns:a16="http://schemas.microsoft.com/office/drawing/2014/main" id="{DD410B8B-D9C6-9DE0-EFD3-F0A9C6ED4D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7161" y="3519544"/>
                    <a:ext cx="995198" cy="283455"/>
                  </a:xfrm>
                  <a:prstGeom prst="roundRect">
                    <a:avLst>
                      <a:gd name="adj" fmla="val 14286"/>
                    </a:avLst>
                  </a:prstGeom>
                  <a:blipFill>
                    <a:blip r:embed="rId12"/>
                    <a:stretch>
                      <a:fillRect/>
                    </a:stretch>
                  </a:blipFill>
                  <a:ln w="12700">
                    <a:solidFill>
                      <a:srgbClr val="D8B66A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64" name="Shape 89">
                    <a:extLst>
                      <a:ext uri="{FF2B5EF4-FFF2-40B4-BE49-F238E27FC236}">
                        <a16:creationId xmlns:a16="http://schemas.microsoft.com/office/drawing/2014/main" id="{9B7806A9-D925-6816-80E5-61033742A53A}"/>
                      </a:ext>
                    </a:extLst>
                  </p:cNvPr>
                  <p:cNvSpPr/>
                  <p:nvPr/>
                </p:nvSpPr>
                <p:spPr>
                  <a:xfrm>
                    <a:off x="2157161" y="3836757"/>
                    <a:ext cx="995198" cy="283455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FFF5DB"/>
                  </a:solidFill>
                  <a:ln w="12700">
                    <a:solidFill>
                      <a:srgbClr val="D8B66A"/>
                    </a:solidFill>
                    <a:prstDash val="solid"/>
                  </a:ln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𝐴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 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𝐷</m:t>
                          </m:r>
                          <m:r>
                            <a:rPr lang="en-US" sz="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𝐷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𝐸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𝐸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𝐹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264" name="Shape 89">
                    <a:extLst>
                      <a:ext uri="{FF2B5EF4-FFF2-40B4-BE49-F238E27FC236}">
                        <a16:creationId xmlns:a16="http://schemas.microsoft.com/office/drawing/2014/main" id="{9B7806A9-D925-6816-80E5-61033742A53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7161" y="3836757"/>
                    <a:ext cx="995198" cy="283455"/>
                  </a:xfrm>
                  <a:prstGeom prst="roundRect">
                    <a:avLst>
                      <a:gd name="adj" fmla="val 14286"/>
                    </a:avLst>
                  </a:prstGeom>
                  <a:blipFill>
                    <a:blip r:embed="rId13"/>
                    <a:stretch>
                      <a:fillRect/>
                    </a:stretch>
                  </a:blipFill>
                  <a:ln w="12700">
                    <a:solidFill>
                      <a:srgbClr val="D8B66A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65" name="Shape 89">
                    <a:extLst>
                      <a:ext uri="{FF2B5EF4-FFF2-40B4-BE49-F238E27FC236}">
                        <a16:creationId xmlns:a16="http://schemas.microsoft.com/office/drawing/2014/main" id="{AC312D3B-611D-A706-A7D9-52852D281255}"/>
                      </a:ext>
                    </a:extLst>
                  </p:cNvPr>
                  <p:cNvSpPr/>
                  <p:nvPr/>
                </p:nvSpPr>
                <p:spPr>
                  <a:xfrm>
                    <a:off x="2157161" y="4391081"/>
                    <a:ext cx="995198" cy="283455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FFF5DB"/>
                  </a:solidFill>
                  <a:ln w="12700">
                    <a:solidFill>
                      <a:srgbClr val="D8B66A"/>
                    </a:solidFill>
                    <a:prstDash val="solid"/>
                  </a:ln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𝐴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𝐵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 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𝐶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𝐸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𝐸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𝐷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𝐷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→</m:t>
                          </m:r>
                          <m:r>
                            <a:rPr lang="en-US" sz="600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𝐹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265" name="Shape 89">
                    <a:extLst>
                      <a:ext uri="{FF2B5EF4-FFF2-40B4-BE49-F238E27FC236}">
                        <a16:creationId xmlns:a16="http://schemas.microsoft.com/office/drawing/2014/main" id="{AC312D3B-611D-A706-A7D9-52852D28125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57161" y="4391081"/>
                    <a:ext cx="995198" cy="283455"/>
                  </a:xfrm>
                  <a:prstGeom prst="roundRect">
                    <a:avLst>
                      <a:gd name="adj" fmla="val 14286"/>
                    </a:avLst>
                  </a:prstGeom>
                  <a:blipFill>
                    <a:blip r:embed="rId14"/>
                    <a:stretch>
                      <a:fillRect/>
                    </a:stretch>
                  </a:blipFill>
                  <a:ln w="12700">
                    <a:solidFill>
                      <a:srgbClr val="D8B66A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66" name="TextBox 2265">
                <a:extLst>
                  <a:ext uri="{FF2B5EF4-FFF2-40B4-BE49-F238E27FC236}">
                    <a16:creationId xmlns:a16="http://schemas.microsoft.com/office/drawing/2014/main" id="{39DB0663-5224-85DF-723D-C9042FB2275C}"/>
                  </a:ext>
                </a:extLst>
              </p:cNvPr>
              <p:cNvSpPr txBox="1"/>
              <p:nvPr/>
            </p:nvSpPr>
            <p:spPr>
              <a:xfrm>
                <a:off x="2551287" y="4125392"/>
                <a:ext cx="142391" cy="24622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⋮</a:t>
                </a:r>
                <a:endParaRPr lang="en-US" sz="1000" dirty="0"/>
              </a:p>
            </p:txBody>
          </p:sp>
        </p:grpSp>
        <p:sp>
          <p:nvSpPr>
            <p:cNvPr id="2356" name="Text 132">
              <a:extLst>
                <a:ext uri="{FF2B5EF4-FFF2-40B4-BE49-F238E27FC236}">
                  <a16:creationId xmlns:a16="http://schemas.microsoft.com/office/drawing/2014/main" id="{38B73157-C193-0CBA-FCE4-51260BDDD5C0}"/>
                </a:ext>
              </a:extLst>
            </p:cNvPr>
            <p:cNvSpPr/>
            <p:nvPr/>
          </p:nvSpPr>
          <p:spPr>
            <a:xfrm>
              <a:off x="2164473" y="3289049"/>
              <a:ext cx="995198" cy="16927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Bigram corpus</a:t>
              </a:r>
              <a:endParaRPr lang="en-US" sz="700" b="1" dirty="0"/>
            </a:p>
          </p:txBody>
        </p:sp>
      </p:grpSp>
      <p:grpSp>
        <p:nvGrpSpPr>
          <p:cNvPr id="2479" name="Group 2478">
            <a:extLst>
              <a:ext uri="{FF2B5EF4-FFF2-40B4-BE49-F238E27FC236}">
                <a16:creationId xmlns:a16="http://schemas.microsoft.com/office/drawing/2014/main" id="{4C49D4CD-45B4-92E5-3D53-51B043A90F70}"/>
              </a:ext>
            </a:extLst>
          </p:cNvPr>
          <p:cNvGrpSpPr/>
          <p:nvPr/>
        </p:nvGrpSpPr>
        <p:grpSpPr>
          <a:xfrm>
            <a:off x="7113441" y="3286820"/>
            <a:ext cx="1499629" cy="1453448"/>
            <a:chOff x="8805151" y="3282248"/>
            <a:chExt cx="1499629" cy="1453448"/>
          </a:xfrm>
        </p:grpSpPr>
        <p:sp>
          <p:nvSpPr>
            <p:cNvPr id="2411" name="Text 199">
              <a:extLst>
                <a:ext uri="{FF2B5EF4-FFF2-40B4-BE49-F238E27FC236}">
                  <a16:creationId xmlns:a16="http://schemas.microsoft.com/office/drawing/2014/main" id="{49B4D4DC-7E18-ACC7-C33B-D74B804B988A}"/>
                </a:ext>
              </a:extLst>
            </p:cNvPr>
            <p:cNvSpPr/>
            <p:nvPr/>
          </p:nvSpPr>
          <p:spPr>
            <a:xfrm>
              <a:off x="8938260" y="3282248"/>
              <a:ext cx="1143000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Workflow Embedding</a:t>
              </a:r>
              <a:endParaRPr lang="en-US" sz="700" dirty="0"/>
            </a:p>
          </p:txBody>
        </p:sp>
        <p:grpSp>
          <p:nvGrpSpPr>
            <p:cNvPr id="2474" name="Group 2473">
              <a:extLst>
                <a:ext uri="{FF2B5EF4-FFF2-40B4-BE49-F238E27FC236}">
                  <a16:creationId xmlns:a16="http://schemas.microsoft.com/office/drawing/2014/main" id="{0C472702-2E46-0E94-7967-F25F5C7D78F1}"/>
                </a:ext>
              </a:extLst>
            </p:cNvPr>
            <p:cNvGrpSpPr/>
            <p:nvPr/>
          </p:nvGrpSpPr>
          <p:grpSpPr>
            <a:xfrm>
              <a:off x="8805151" y="3479096"/>
              <a:ext cx="1499629" cy="1256600"/>
              <a:chOff x="8805151" y="3479096"/>
              <a:chExt cx="1499629" cy="1256600"/>
            </a:xfrm>
          </p:grpSpPr>
          <p:grpSp>
            <p:nvGrpSpPr>
              <p:cNvPr id="2465" name="Group 2464">
                <a:extLst>
                  <a:ext uri="{FF2B5EF4-FFF2-40B4-BE49-F238E27FC236}">
                    <a16:creationId xmlns:a16="http://schemas.microsoft.com/office/drawing/2014/main" id="{3780CA8C-76D0-18E0-CCC1-09ADD8CBDA1F}"/>
                  </a:ext>
                </a:extLst>
              </p:cNvPr>
              <p:cNvGrpSpPr/>
              <p:nvPr/>
            </p:nvGrpSpPr>
            <p:grpSpPr>
              <a:xfrm>
                <a:off x="8805151" y="3495621"/>
                <a:ext cx="257495" cy="960120"/>
                <a:chOff x="8744824" y="3493008"/>
                <a:chExt cx="170576" cy="1062059"/>
              </a:xfrm>
            </p:grpSpPr>
            <p:sp>
              <p:nvSpPr>
                <p:cNvPr id="2412" name="Shape 200">
                  <a:extLst>
                    <a:ext uri="{FF2B5EF4-FFF2-40B4-BE49-F238E27FC236}">
                      <a16:creationId xmlns:a16="http://schemas.microsoft.com/office/drawing/2014/main" id="{D306D06D-E0CF-E4AE-AA06-ED2588FB47E6}"/>
                    </a:ext>
                  </a:extLst>
                </p:cNvPr>
                <p:cNvSpPr/>
                <p:nvPr/>
              </p:nvSpPr>
              <p:spPr>
                <a:xfrm>
                  <a:off x="8744824" y="3493008"/>
                  <a:ext cx="170576" cy="184235"/>
                </a:xfrm>
                <a:prstGeom prst="roundRect">
                  <a:avLst>
                    <a:gd name="adj" fmla="val 21739"/>
                  </a:avLst>
                </a:prstGeom>
                <a:solidFill>
                  <a:srgbClr val="DCEBFF"/>
                </a:solidFill>
                <a:ln w="6350">
                  <a:solidFill>
                    <a:srgbClr val="999999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sz="1050" dirty="0"/>
                    <a:t>1</a:t>
                  </a:r>
                </a:p>
              </p:txBody>
            </p:sp>
            <p:sp>
              <p:nvSpPr>
                <p:cNvPr id="2425" name="Shape 213">
                  <a:extLst>
                    <a:ext uri="{FF2B5EF4-FFF2-40B4-BE49-F238E27FC236}">
                      <a16:creationId xmlns:a16="http://schemas.microsoft.com/office/drawing/2014/main" id="{9418B32A-5F4C-31A1-AD9D-92E6585600B2}"/>
                    </a:ext>
                  </a:extLst>
                </p:cNvPr>
                <p:cNvSpPr/>
                <p:nvPr/>
              </p:nvSpPr>
              <p:spPr>
                <a:xfrm>
                  <a:off x="8744824" y="3785616"/>
                  <a:ext cx="170576" cy="184235"/>
                </a:xfrm>
                <a:prstGeom prst="roundRect">
                  <a:avLst>
                    <a:gd name="adj" fmla="val 21739"/>
                  </a:avLst>
                </a:prstGeom>
                <a:solidFill>
                  <a:srgbClr val="EAF6E4"/>
                </a:solidFill>
                <a:ln w="6350">
                  <a:solidFill>
                    <a:srgbClr val="999999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sz="1000" dirty="0"/>
                    <a:t>2</a:t>
                  </a:r>
                  <a:endParaRPr lang="en-US" sz="1400" dirty="0"/>
                </a:p>
              </p:txBody>
            </p:sp>
            <p:sp>
              <p:nvSpPr>
                <p:cNvPr id="2438" name="Shape 226">
                  <a:extLst>
                    <a:ext uri="{FF2B5EF4-FFF2-40B4-BE49-F238E27FC236}">
                      <a16:creationId xmlns:a16="http://schemas.microsoft.com/office/drawing/2014/main" id="{248994D9-BEBE-6A3F-81BD-9406CBEEE38F}"/>
                    </a:ext>
                  </a:extLst>
                </p:cNvPr>
                <p:cNvSpPr/>
                <p:nvPr/>
              </p:nvSpPr>
              <p:spPr>
                <a:xfrm>
                  <a:off x="8744824" y="4078224"/>
                  <a:ext cx="170576" cy="184235"/>
                </a:xfrm>
                <a:prstGeom prst="roundRect">
                  <a:avLst>
                    <a:gd name="adj" fmla="val 21739"/>
                  </a:avLst>
                </a:prstGeom>
                <a:solidFill>
                  <a:srgbClr val="FFFFFF"/>
                </a:solidFill>
                <a:ln w="6350">
                  <a:solidFill>
                    <a:srgbClr val="999999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sz="700" dirty="0">
                      <a:solidFill>
                        <a:srgbClr val="111111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⋮</a:t>
                  </a:r>
                  <a:endParaRPr lang="en-US" sz="600" dirty="0"/>
                </a:p>
              </p:txBody>
            </p:sp>
            <p:sp>
              <p:nvSpPr>
                <p:cNvPr id="2451" name="Shape 239">
                  <a:extLst>
                    <a:ext uri="{FF2B5EF4-FFF2-40B4-BE49-F238E27FC236}">
                      <a16:creationId xmlns:a16="http://schemas.microsoft.com/office/drawing/2014/main" id="{D97A020B-AC12-4760-E7E1-F9CC97B3B504}"/>
                    </a:ext>
                  </a:extLst>
                </p:cNvPr>
                <p:cNvSpPr/>
                <p:nvPr/>
              </p:nvSpPr>
              <p:spPr>
                <a:xfrm>
                  <a:off x="8744824" y="4370832"/>
                  <a:ext cx="170576" cy="184235"/>
                </a:xfrm>
                <a:prstGeom prst="roundRect">
                  <a:avLst>
                    <a:gd name="adj" fmla="val 21739"/>
                  </a:avLst>
                </a:prstGeom>
                <a:solidFill>
                  <a:srgbClr val="F4B5B3"/>
                </a:solidFill>
                <a:ln w="6350">
                  <a:solidFill>
                    <a:srgbClr val="999999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sz="1000" dirty="0"/>
                    <a:t>K</a:t>
                  </a:r>
                </a:p>
              </p:txBody>
            </p:sp>
          </p:grpSp>
          <p:grpSp>
            <p:nvGrpSpPr>
              <p:cNvPr id="2473" name="Group 2472">
                <a:extLst>
                  <a:ext uri="{FF2B5EF4-FFF2-40B4-BE49-F238E27FC236}">
                    <a16:creationId xmlns:a16="http://schemas.microsoft.com/office/drawing/2014/main" id="{CA732A5B-00FA-8B10-1018-5C8F23161A17}"/>
                  </a:ext>
                </a:extLst>
              </p:cNvPr>
              <p:cNvGrpSpPr/>
              <p:nvPr/>
            </p:nvGrpSpPr>
            <p:grpSpPr>
              <a:xfrm>
                <a:off x="9105070" y="3479096"/>
                <a:ext cx="1143000" cy="958279"/>
                <a:chOff x="9105070" y="3475691"/>
                <a:chExt cx="1170432" cy="1059733"/>
              </a:xfrm>
            </p:grpSpPr>
            <p:sp>
              <p:nvSpPr>
                <p:cNvPr id="2414" name="Shape 202">
                  <a:extLst>
                    <a:ext uri="{FF2B5EF4-FFF2-40B4-BE49-F238E27FC236}">
                      <a16:creationId xmlns:a16="http://schemas.microsoft.com/office/drawing/2014/main" id="{12DF0A66-4C67-E8F7-B923-672514A95791}"/>
                    </a:ext>
                  </a:extLst>
                </p:cNvPr>
                <p:cNvSpPr/>
                <p:nvPr/>
              </p:nvSpPr>
              <p:spPr>
                <a:xfrm>
                  <a:off x="9105070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5" name="Shape 203">
                  <a:extLst>
                    <a:ext uri="{FF2B5EF4-FFF2-40B4-BE49-F238E27FC236}">
                      <a16:creationId xmlns:a16="http://schemas.microsoft.com/office/drawing/2014/main" id="{DA1CC69B-9045-6196-794C-FECCC5D9FFD7}"/>
                    </a:ext>
                  </a:extLst>
                </p:cNvPr>
                <p:cNvSpPr/>
                <p:nvPr/>
              </p:nvSpPr>
              <p:spPr>
                <a:xfrm>
                  <a:off x="9222113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6" name="Shape 204">
                  <a:extLst>
                    <a:ext uri="{FF2B5EF4-FFF2-40B4-BE49-F238E27FC236}">
                      <a16:creationId xmlns:a16="http://schemas.microsoft.com/office/drawing/2014/main" id="{ECC5065F-DB99-0C10-15C1-12070ADD8634}"/>
                    </a:ext>
                  </a:extLst>
                </p:cNvPr>
                <p:cNvSpPr/>
                <p:nvPr/>
              </p:nvSpPr>
              <p:spPr>
                <a:xfrm>
                  <a:off x="9339156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7" name="Shape 205">
                  <a:extLst>
                    <a:ext uri="{FF2B5EF4-FFF2-40B4-BE49-F238E27FC236}">
                      <a16:creationId xmlns:a16="http://schemas.microsoft.com/office/drawing/2014/main" id="{A81B2C20-D747-7A5C-98FA-4114CE128FCD}"/>
                    </a:ext>
                  </a:extLst>
                </p:cNvPr>
                <p:cNvSpPr/>
                <p:nvPr/>
              </p:nvSpPr>
              <p:spPr>
                <a:xfrm>
                  <a:off x="9456200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8" name="Shape 206">
                  <a:extLst>
                    <a:ext uri="{FF2B5EF4-FFF2-40B4-BE49-F238E27FC236}">
                      <a16:creationId xmlns:a16="http://schemas.microsoft.com/office/drawing/2014/main" id="{2B48BA8E-B34B-5DB9-2C84-F4F133FB3EC1}"/>
                    </a:ext>
                  </a:extLst>
                </p:cNvPr>
                <p:cNvSpPr/>
                <p:nvPr/>
              </p:nvSpPr>
              <p:spPr>
                <a:xfrm>
                  <a:off x="9573243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9" name="Shape 207">
                  <a:extLst>
                    <a:ext uri="{FF2B5EF4-FFF2-40B4-BE49-F238E27FC236}">
                      <a16:creationId xmlns:a16="http://schemas.microsoft.com/office/drawing/2014/main" id="{D59C1DB2-5C09-049B-4539-775EF277C155}"/>
                    </a:ext>
                  </a:extLst>
                </p:cNvPr>
                <p:cNvSpPr/>
                <p:nvPr/>
              </p:nvSpPr>
              <p:spPr>
                <a:xfrm>
                  <a:off x="9690286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0" name="Shape 208">
                  <a:extLst>
                    <a:ext uri="{FF2B5EF4-FFF2-40B4-BE49-F238E27FC236}">
                      <a16:creationId xmlns:a16="http://schemas.microsoft.com/office/drawing/2014/main" id="{F65D86D9-42A4-85A6-04E2-BEB36B2F4E42}"/>
                    </a:ext>
                  </a:extLst>
                </p:cNvPr>
                <p:cNvSpPr/>
                <p:nvPr/>
              </p:nvSpPr>
              <p:spPr>
                <a:xfrm>
                  <a:off x="9807329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1" name="Shape 209">
                  <a:extLst>
                    <a:ext uri="{FF2B5EF4-FFF2-40B4-BE49-F238E27FC236}">
                      <a16:creationId xmlns:a16="http://schemas.microsoft.com/office/drawing/2014/main" id="{6973EF27-3A18-1134-2232-A4B24981D361}"/>
                    </a:ext>
                  </a:extLst>
                </p:cNvPr>
                <p:cNvSpPr/>
                <p:nvPr/>
              </p:nvSpPr>
              <p:spPr>
                <a:xfrm>
                  <a:off x="9924372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2" name="Shape 210">
                  <a:extLst>
                    <a:ext uri="{FF2B5EF4-FFF2-40B4-BE49-F238E27FC236}">
                      <a16:creationId xmlns:a16="http://schemas.microsoft.com/office/drawing/2014/main" id="{46E1AAA6-349C-344E-AC1D-F1655496EBF1}"/>
                    </a:ext>
                  </a:extLst>
                </p:cNvPr>
                <p:cNvSpPr/>
                <p:nvPr/>
              </p:nvSpPr>
              <p:spPr>
                <a:xfrm>
                  <a:off x="10041416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3" name="Shape 211">
                  <a:extLst>
                    <a:ext uri="{FF2B5EF4-FFF2-40B4-BE49-F238E27FC236}">
                      <a16:creationId xmlns:a16="http://schemas.microsoft.com/office/drawing/2014/main" id="{C5FA4B63-0937-E9B8-52B5-38889135D1A8}"/>
                    </a:ext>
                  </a:extLst>
                </p:cNvPr>
                <p:cNvSpPr/>
                <p:nvPr/>
              </p:nvSpPr>
              <p:spPr>
                <a:xfrm>
                  <a:off x="10158459" y="3511296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4" name="Text 212">
                  <a:extLst>
                    <a:ext uri="{FF2B5EF4-FFF2-40B4-BE49-F238E27FC236}">
                      <a16:creationId xmlns:a16="http://schemas.microsoft.com/office/drawing/2014/main" id="{9E91DCEF-5B30-BD77-E17F-22F9B750178A}"/>
                    </a:ext>
                  </a:extLst>
                </p:cNvPr>
                <p:cNvSpPr/>
                <p:nvPr/>
              </p:nvSpPr>
              <p:spPr>
                <a:xfrm>
                  <a:off x="9510273" y="3475691"/>
                  <a:ext cx="257495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700" dirty="0">
                      <a:solidFill>
                        <a:srgbClr val="111111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...</a:t>
                  </a:r>
                  <a:endParaRPr lang="en-US" sz="700" dirty="0"/>
                </a:p>
              </p:txBody>
            </p:sp>
            <p:sp>
              <p:nvSpPr>
                <p:cNvPr id="2427" name="Shape 215">
                  <a:extLst>
                    <a:ext uri="{FF2B5EF4-FFF2-40B4-BE49-F238E27FC236}">
                      <a16:creationId xmlns:a16="http://schemas.microsoft.com/office/drawing/2014/main" id="{32B4F5D5-91B9-E017-E82E-87A0D591F03C}"/>
                    </a:ext>
                  </a:extLst>
                </p:cNvPr>
                <p:cNvSpPr/>
                <p:nvPr/>
              </p:nvSpPr>
              <p:spPr>
                <a:xfrm>
                  <a:off x="9105070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8" name="Shape 216">
                  <a:extLst>
                    <a:ext uri="{FF2B5EF4-FFF2-40B4-BE49-F238E27FC236}">
                      <a16:creationId xmlns:a16="http://schemas.microsoft.com/office/drawing/2014/main" id="{10724D2E-0711-B2AE-7CA8-44B91EA71D57}"/>
                    </a:ext>
                  </a:extLst>
                </p:cNvPr>
                <p:cNvSpPr/>
                <p:nvPr/>
              </p:nvSpPr>
              <p:spPr>
                <a:xfrm>
                  <a:off x="9222113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9" name="Shape 217">
                  <a:extLst>
                    <a:ext uri="{FF2B5EF4-FFF2-40B4-BE49-F238E27FC236}">
                      <a16:creationId xmlns:a16="http://schemas.microsoft.com/office/drawing/2014/main" id="{C4AA2AE6-B2D4-CB00-24B1-71245F7875FB}"/>
                    </a:ext>
                  </a:extLst>
                </p:cNvPr>
                <p:cNvSpPr/>
                <p:nvPr/>
              </p:nvSpPr>
              <p:spPr>
                <a:xfrm>
                  <a:off x="9339156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0" name="Shape 218">
                  <a:extLst>
                    <a:ext uri="{FF2B5EF4-FFF2-40B4-BE49-F238E27FC236}">
                      <a16:creationId xmlns:a16="http://schemas.microsoft.com/office/drawing/2014/main" id="{B8274094-7F5E-7C5B-FED8-B310241DB2D0}"/>
                    </a:ext>
                  </a:extLst>
                </p:cNvPr>
                <p:cNvSpPr/>
                <p:nvPr/>
              </p:nvSpPr>
              <p:spPr>
                <a:xfrm>
                  <a:off x="9456200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1" name="Shape 219">
                  <a:extLst>
                    <a:ext uri="{FF2B5EF4-FFF2-40B4-BE49-F238E27FC236}">
                      <a16:creationId xmlns:a16="http://schemas.microsoft.com/office/drawing/2014/main" id="{4C146DEF-7FEB-7FAD-9EFE-F79B01072087}"/>
                    </a:ext>
                  </a:extLst>
                </p:cNvPr>
                <p:cNvSpPr/>
                <p:nvPr/>
              </p:nvSpPr>
              <p:spPr>
                <a:xfrm>
                  <a:off x="9573243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2" name="Shape 220">
                  <a:extLst>
                    <a:ext uri="{FF2B5EF4-FFF2-40B4-BE49-F238E27FC236}">
                      <a16:creationId xmlns:a16="http://schemas.microsoft.com/office/drawing/2014/main" id="{3DC6A50E-468A-34AB-D723-71971E8D697B}"/>
                    </a:ext>
                  </a:extLst>
                </p:cNvPr>
                <p:cNvSpPr/>
                <p:nvPr/>
              </p:nvSpPr>
              <p:spPr>
                <a:xfrm>
                  <a:off x="9690286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3" name="Shape 221">
                  <a:extLst>
                    <a:ext uri="{FF2B5EF4-FFF2-40B4-BE49-F238E27FC236}">
                      <a16:creationId xmlns:a16="http://schemas.microsoft.com/office/drawing/2014/main" id="{F343018E-8AD6-2361-CA87-3F01E3448F18}"/>
                    </a:ext>
                  </a:extLst>
                </p:cNvPr>
                <p:cNvSpPr/>
                <p:nvPr/>
              </p:nvSpPr>
              <p:spPr>
                <a:xfrm>
                  <a:off x="9807329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4" name="Shape 222">
                  <a:extLst>
                    <a:ext uri="{FF2B5EF4-FFF2-40B4-BE49-F238E27FC236}">
                      <a16:creationId xmlns:a16="http://schemas.microsoft.com/office/drawing/2014/main" id="{1BBBE036-98E8-C7F5-2A4E-1F454E6E3156}"/>
                    </a:ext>
                  </a:extLst>
                </p:cNvPr>
                <p:cNvSpPr/>
                <p:nvPr/>
              </p:nvSpPr>
              <p:spPr>
                <a:xfrm>
                  <a:off x="9924372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5" name="Shape 223">
                  <a:extLst>
                    <a:ext uri="{FF2B5EF4-FFF2-40B4-BE49-F238E27FC236}">
                      <a16:creationId xmlns:a16="http://schemas.microsoft.com/office/drawing/2014/main" id="{A5DBC894-B146-9534-EF21-242BFB59D964}"/>
                    </a:ext>
                  </a:extLst>
                </p:cNvPr>
                <p:cNvSpPr/>
                <p:nvPr/>
              </p:nvSpPr>
              <p:spPr>
                <a:xfrm>
                  <a:off x="10041416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6" name="Shape 224">
                  <a:extLst>
                    <a:ext uri="{FF2B5EF4-FFF2-40B4-BE49-F238E27FC236}">
                      <a16:creationId xmlns:a16="http://schemas.microsoft.com/office/drawing/2014/main" id="{EE90D283-AF03-B9D5-6EBE-FD9526F2AB14}"/>
                    </a:ext>
                  </a:extLst>
                </p:cNvPr>
                <p:cNvSpPr/>
                <p:nvPr/>
              </p:nvSpPr>
              <p:spPr>
                <a:xfrm>
                  <a:off x="10158459" y="3803904"/>
                  <a:ext cx="117043" cy="146304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7" name="Text 225">
                  <a:extLst>
                    <a:ext uri="{FF2B5EF4-FFF2-40B4-BE49-F238E27FC236}">
                      <a16:creationId xmlns:a16="http://schemas.microsoft.com/office/drawing/2014/main" id="{B34BA3B3-8037-B641-7B89-CBBCF79D386B}"/>
                    </a:ext>
                  </a:extLst>
                </p:cNvPr>
                <p:cNvSpPr/>
                <p:nvPr/>
              </p:nvSpPr>
              <p:spPr>
                <a:xfrm>
                  <a:off x="9510273" y="3768304"/>
                  <a:ext cx="257495" cy="146305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700" dirty="0">
                      <a:solidFill>
                        <a:srgbClr val="111111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...</a:t>
                  </a:r>
                  <a:endParaRPr lang="en-US" sz="700" dirty="0"/>
                </a:p>
              </p:txBody>
            </p:sp>
            <p:sp>
              <p:nvSpPr>
                <p:cNvPr id="2440" name="Shape 228">
                  <a:extLst>
                    <a:ext uri="{FF2B5EF4-FFF2-40B4-BE49-F238E27FC236}">
                      <a16:creationId xmlns:a16="http://schemas.microsoft.com/office/drawing/2014/main" id="{0B50DB6E-A07D-BAEC-7CFD-2EF4D800D267}"/>
                    </a:ext>
                  </a:extLst>
                </p:cNvPr>
                <p:cNvSpPr/>
                <p:nvPr/>
              </p:nvSpPr>
              <p:spPr>
                <a:xfrm>
                  <a:off x="9105070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1" name="Shape 229">
                  <a:extLst>
                    <a:ext uri="{FF2B5EF4-FFF2-40B4-BE49-F238E27FC236}">
                      <a16:creationId xmlns:a16="http://schemas.microsoft.com/office/drawing/2014/main" id="{DFAAAEF3-1FC7-49E9-F83F-95DB8313F894}"/>
                    </a:ext>
                  </a:extLst>
                </p:cNvPr>
                <p:cNvSpPr/>
                <p:nvPr/>
              </p:nvSpPr>
              <p:spPr>
                <a:xfrm>
                  <a:off x="9222113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2" name="Shape 230">
                  <a:extLst>
                    <a:ext uri="{FF2B5EF4-FFF2-40B4-BE49-F238E27FC236}">
                      <a16:creationId xmlns:a16="http://schemas.microsoft.com/office/drawing/2014/main" id="{B57E5F58-5B0A-3942-A9D1-424D56BD0D63}"/>
                    </a:ext>
                  </a:extLst>
                </p:cNvPr>
                <p:cNvSpPr/>
                <p:nvPr/>
              </p:nvSpPr>
              <p:spPr>
                <a:xfrm>
                  <a:off x="9339156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3" name="Shape 231">
                  <a:extLst>
                    <a:ext uri="{FF2B5EF4-FFF2-40B4-BE49-F238E27FC236}">
                      <a16:creationId xmlns:a16="http://schemas.microsoft.com/office/drawing/2014/main" id="{F12D3E4E-63FE-C77A-7E2C-F45DAE966A5D}"/>
                    </a:ext>
                  </a:extLst>
                </p:cNvPr>
                <p:cNvSpPr/>
                <p:nvPr/>
              </p:nvSpPr>
              <p:spPr>
                <a:xfrm>
                  <a:off x="9456200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4" name="Shape 232">
                  <a:extLst>
                    <a:ext uri="{FF2B5EF4-FFF2-40B4-BE49-F238E27FC236}">
                      <a16:creationId xmlns:a16="http://schemas.microsoft.com/office/drawing/2014/main" id="{D8F6AFDC-9878-D869-57BC-F3AEB96B4996}"/>
                    </a:ext>
                  </a:extLst>
                </p:cNvPr>
                <p:cNvSpPr/>
                <p:nvPr/>
              </p:nvSpPr>
              <p:spPr>
                <a:xfrm>
                  <a:off x="9573243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5" name="Shape 233">
                  <a:extLst>
                    <a:ext uri="{FF2B5EF4-FFF2-40B4-BE49-F238E27FC236}">
                      <a16:creationId xmlns:a16="http://schemas.microsoft.com/office/drawing/2014/main" id="{DCE0647E-6D53-9DA6-D16C-8EC0F5D98896}"/>
                    </a:ext>
                  </a:extLst>
                </p:cNvPr>
                <p:cNvSpPr/>
                <p:nvPr/>
              </p:nvSpPr>
              <p:spPr>
                <a:xfrm>
                  <a:off x="9690286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6" name="Shape 234">
                  <a:extLst>
                    <a:ext uri="{FF2B5EF4-FFF2-40B4-BE49-F238E27FC236}">
                      <a16:creationId xmlns:a16="http://schemas.microsoft.com/office/drawing/2014/main" id="{A68E84D5-4429-9B6F-4BAE-6B38BD614FDA}"/>
                    </a:ext>
                  </a:extLst>
                </p:cNvPr>
                <p:cNvSpPr/>
                <p:nvPr/>
              </p:nvSpPr>
              <p:spPr>
                <a:xfrm>
                  <a:off x="9807329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7" name="Shape 235">
                  <a:extLst>
                    <a:ext uri="{FF2B5EF4-FFF2-40B4-BE49-F238E27FC236}">
                      <a16:creationId xmlns:a16="http://schemas.microsoft.com/office/drawing/2014/main" id="{59FF5D7D-E31A-CA70-11C7-C6E63475B2FA}"/>
                    </a:ext>
                  </a:extLst>
                </p:cNvPr>
                <p:cNvSpPr/>
                <p:nvPr/>
              </p:nvSpPr>
              <p:spPr>
                <a:xfrm>
                  <a:off x="9924372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8" name="Shape 236">
                  <a:extLst>
                    <a:ext uri="{FF2B5EF4-FFF2-40B4-BE49-F238E27FC236}">
                      <a16:creationId xmlns:a16="http://schemas.microsoft.com/office/drawing/2014/main" id="{B3D92F71-C902-81C7-E4A6-F5CD5DC034CE}"/>
                    </a:ext>
                  </a:extLst>
                </p:cNvPr>
                <p:cNvSpPr/>
                <p:nvPr/>
              </p:nvSpPr>
              <p:spPr>
                <a:xfrm>
                  <a:off x="10041416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9" name="Shape 237">
                  <a:extLst>
                    <a:ext uri="{FF2B5EF4-FFF2-40B4-BE49-F238E27FC236}">
                      <a16:creationId xmlns:a16="http://schemas.microsoft.com/office/drawing/2014/main" id="{DB21A84C-97CA-4552-F0D8-29C7B1FB7546}"/>
                    </a:ext>
                  </a:extLst>
                </p:cNvPr>
                <p:cNvSpPr/>
                <p:nvPr/>
              </p:nvSpPr>
              <p:spPr>
                <a:xfrm>
                  <a:off x="10158459" y="4096512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0" name="Text 238">
                  <a:extLst>
                    <a:ext uri="{FF2B5EF4-FFF2-40B4-BE49-F238E27FC236}">
                      <a16:creationId xmlns:a16="http://schemas.microsoft.com/office/drawing/2014/main" id="{32E31F6E-8D9E-CD92-9F1E-6AE048261CC2}"/>
                    </a:ext>
                  </a:extLst>
                </p:cNvPr>
                <p:cNvSpPr/>
                <p:nvPr/>
              </p:nvSpPr>
              <p:spPr>
                <a:xfrm>
                  <a:off x="9510273" y="4060914"/>
                  <a:ext cx="257495" cy="146305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700" dirty="0">
                      <a:solidFill>
                        <a:srgbClr val="111111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...</a:t>
                  </a:r>
                  <a:endParaRPr lang="en-US" sz="700" dirty="0"/>
                </a:p>
              </p:txBody>
            </p:sp>
            <p:sp>
              <p:nvSpPr>
                <p:cNvPr id="2453" name="Shape 241">
                  <a:extLst>
                    <a:ext uri="{FF2B5EF4-FFF2-40B4-BE49-F238E27FC236}">
                      <a16:creationId xmlns:a16="http://schemas.microsoft.com/office/drawing/2014/main" id="{EF073625-6881-8D2E-04A8-2182432E39D0}"/>
                    </a:ext>
                  </a:extLst>
                </p:cNvPr>
                <p:cNvSpPr/>
                <p:nvPr/>
              </p:nvSpPr>
              <p:spPr>
                <a:xfrm>
                  <a:off x="9105070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4" name="Shape 242">
                  <a:extLst>
                    <a:ext uri="{FF2B5EF4-FFF2-40B4-BE49-F238E27FC236}">
                      <a16:creationId xmlns:a16="http://schemas.microsoft.com/office/drawing/2014/main" id="{A8BBA757-2C0E-CE50-26DB-30CA388F5BF4}"/>
                    </a:ext>
                  </a:extLst>
                </p:cNvPr>
                <p:cNvSpPr/>
                <p:nvPr/>
              </p:nvSpPr>
              <p:spPr>
                <a:xfrm>
                  <a:off x="9222113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5" name="Shape 243">
                  <a:extLst>
                    <a:ext uri="{FF2B5EF4-FFF2-40B4-BE49-F238E27FC236}">
                      <a16:creationId xmlns:a16="http://schemas.microsoft.com/office/drawing/2014/main" id="{1091E0C2-7126-7955-7E3A-809CB706F7BB}"/>
                    </a:ext>
                  </a:extLst>
                </p:cNvPr>
                <p:cNvSpPr/>
                <p:nvPr/>
              </p:nvSpPr>
              <p:spPr>
                <a:xfrm>
                  <a:off x="9339156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6" name="Shape 244">
                  <a:extLst>
                    <a:ext uri="{FF2B5EF4-FFF2-40B4-BE49-F238E27FC236}">
                      <a16:creationId xmlns:a16="http://schemas.microsoft.com/office/drawing/2014/main" id="{E836C5F4-8BA9-257A-6BA2-985174172F6B}"/>
                    </a:ext>
                  </a:extLst>
                </p:cNvPr>
                <p:cNvSpPr/>
                <p:nvPr/>
              </p:nvSpPr>
              <p:spPr>
                <a:xfrm>
                  <a:off x="9456200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7" name="Shape 245">
                  <a:extLst>
                    <a:ext uri="{FF2B5EF4-FFF2-40B4-BE49-F238E27FC236}">
                      <a16:creationId xmlns:a16="http://schemas.microsoft.com/office/drawing/2014/main" id="{F20DA66C-BFA2-E893-CD22-AA565EB6E4A2}"/>
                    </a:ext>
                  </a:extLst>
                </p:cNvPr>
                <p:cNvSpPr/>
                <p:nvPr/>
              </p:nvSpPr>
              <p:spPr>
                <a:xfrm>
                  <a:off x="9573243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8" name="Shape 246">
                  <a:extLst>
                    <a:ext uri="{FF2B5EF4-FFF2-40B4-BE49-F238E27FC236}">
                      <a16:creationId xmlns:a16="http://schemas.microsoft.com/office/drawing/2014/main" id="{C497EB74-E3A4-9D55-1418-D6E4DB70C1FD}"/>
                    </a:ext>
                  </a:extLst>
                </p:cNvPr>
                <p:cNvSpPr/>
                <p:nvPr/>
              </p:nvSpPr>
              <p:spPr>
                <a:xfrm>
                  <a:off x="9690286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9" name="Shape 247">
                  <a:extLst>
                    <a:ext uri="{FF2B5EF4-FFF2-40B4-BE49-F238E27FC236}">
                      <a16:creationId xmlns:a16="http://schemas.microsoft.com/office/drawing/2014/main" id="{31E3BC83-A444-D3AC-6F2F-A34AAC977AC6}"/>
                    </a:ext>
                  </a:extLst>
                </p:cNvPr>
                <p:cNvSpPr/>
                <p:nvPr/>
              </p:nvSpPr>
              <p:spPr>
                <a:xfrm>
                  <a:off x="9807329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" name="Shape 248">
                  <a:extLst>
                    <a:ext uri="{FF2B5EF4-FFF2-40B4-BE49-F238E27FC236}">
                      <a16:creationId xmlns:a16="http://schemas.microsoft.com/office/drawing/2014/main" id="{B9007A9E-A1F5-CF24-EE76-BE96A9461EE7}"/>
                    </a:ext>
                  </a:extLst>
                </p:cNvPr>
                <p:cNvSpPr/>
                <p:nvPr/>
              </p:nvSpPr>
              <p:spPr>
                <a:xfrm>
                  <a:off x="9924372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1" name="Shape 249">
                  <a:extLst>
                    <a:ext uri="{FF2B5EF4-FFF2-40B4-BE49-F238E27FC236}">
                      <a16:creationId xmlns:a16="http://schemas.microsoft.com/office/drawing/2014/main" id="{4C7288BB-7087-E36B-2E29-C4C341F9DC0E}"/>
                    </a:ext>
                  </a:extLst>
                </p:cNvPr>
                <p:cNvSpPr/>
                <p:nvPr/>
              </p:nvSpPr>
              <p:spPr>
                <a:xfrm>
                  <a:off x="10041416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2" name="Shape 250">
                  <a:extLst>
                    <a:ext uri="{FF2B5EF4-FFF2-40B4-BE49-F238E27FC236}">
                      <a16:creationId xmlns:a16="http://schemas.microsoft.com/office/drawing/2014/main" id="{5987BCA9-180A-DCC4-D19A-24A09B93CFD7}"/>
                    </a:ext>
                  </a:extLst>
                </p:cNvPr>
                <p:cNvSpPr/>
                <p:nvPr/>
              </p:nvSpPr>
              <p:spPr>
                <a:xfrm>
                  <a:off x="10158459" y="4389120"/>
                  <a:ext cx="117043" cy="146304"/>
                </a:xfrm>
                <a:prstGeom prst="rect">
                  <a:avLst/>
                </a:prstGeom>
                <a:solidFill>
                  <a:srgbClr val="FFFFFF"/>
                </a:solidFill>
                <a:ln w="5080">
                  <a:solidFill>
                    <a:srgbClr val="BDBDBD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3" name="Text 251">
                  <a:extLst>
                    <a:ext uri="{FF2B5EF4-FFF2-40B4-BE49-F238E27FC236}">
                      <a16:creationId xmlns:a16="http://schemas.microsoft.com/office/drawing/2014/main" id="{3B561BFE-01F8-952F-B68B-65B78C62270B}"/>
                    </a:ext>
                  </a:extLst>
                </p:cNvPr>
                <p:cNvSpPr/>
                <p:nvPr/>
              </p:nvSpPr>
              <p:spPr>
                <a:xfrm>
                  <a:off x="9510273" y="4353521"/>
                  <a:ext cx="257495" cy="146305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700" dirty="0">
                      <a:solidFill>
                        <a:srgbClr val="111111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...</a:t>
                  </a:r>
                  <a:endParaRPr lang="en-US" sz="700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64" name="Text 252">
                    <a:extLst>
                      <a:ext uri="{FF2B5EF4-FFF2-40B4-BE49-F238E27FC236}">
                        <a16:creationId xmlns:a16="http://schemas.microsoft.com/office/drawing/2014/main" id="{99816BB6-567B-6458-01D0-C7C9383D5B8C}"/>
                      </a:ext>
                    </a:extLst>
                  </p:cNvPr>
                  <p:cNvSpPr/>
                  <p:nvPr/>
                </p:nvSpPr>
                <p:spPr>
                  <a:xfrm>
                    <a:off x="8829436" y="4461376"/>
                    <a:ext cx="1475344" cy="27432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508" tIns="508" rIns="508" bIns="508" rtlCol="0" anchor="ctr">
                    <a:normAutofit/>
                  </a:bodyPr>
                  <a:lstStyle/>
                  <a:p>
                    <a:pPr marL="0" indent="0" algn="ctr">
                      <a:buNone/>
                    </a:pPr>
                    <a:r>
                      <a:rPr lang="en-US" sz="600" dirty="0">
                        <a:solidFill>
                          <a:srgbClr val="111111"/>
                        </a:solidFill>
                        <a:latin typeface="Aptos" pitchFamily="34" charset="0"/>
                        <a:ea typeface="Aptos" pitchFamily="34" charset="-122"/>
                        <a:cs typeface="Aptos" pitchFamily="34" charset="-120"/>
                      </a:rPr>
                      <a:t>Each row </a:t>
                    </a:r>
                    <a14:m>
                      <m:oMath xmlns:m="http://schemas.openxmlformats.org/officeDocument/2006/math">
                        <m:r>
                          <a:rPr lang="en-US" sz="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𝐸</m:t>
                        </m:r>
                        <m:r>
                          <a:rPr lang="en-US" sz="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[</m:t>
                        </m:r>
                        <m:r>
                          <a:rPr lang="en-US" sz="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𝑘</m:t>
                        </m:r>
                        <m:r>
                          <a:rPr lang="en-US" sz="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, 768] </m:t>
                        </m:r>
                      </m:oMath>
                    </a14:m>
                    <a:r>
                      <a:rPr lang="en-US" sz="600" dirty="0">
                        <a:solidFill>
                          <a:srgbClr val="111111"/>
                        </a:solidFill>
                        <a:latin typeface="Aptos" pitchFamily="34" charset="0"/>
                        <a:ea typeface="Aptos" pitchFamily="34" charset="-122"/>
                        <a:cs typeface="Aptos" pitchFamily="34" charset="-120"/>
                      </a:rPr>
                      <a:t>is a learnable</a:t>
                    </a:r>
                    <a:endParaRPr lang="en-US" sz="600" dirty="0"/>
                  </a:p>
                  <a:p>
                    <a:pPr marL="0" indent="0" algn="ctr">
                      <a:buNone/>
                    </a:pPr>
                    <a:r>
                      <a:rPr lang="en-US" sz="600" dirty="0">
                        <a:solidFill>
                          <a:srgbClr val="111111"/>
                        </a:solidFill>
                        <a:latin typeface="Aptos" pitchFamily="34" charset="0"/>
                        <a:ea typeface="Aptos" pitchFamily="34" charset="-122"/>
                        <a:cs typeface="Aptos" pitchFamily="34" charset="-120"/>
                      </a:rPr>
                      <a:t>embedding for cluster k.</a:t>
                    </a:r>
                    <a:endParaRPr lang="en-US" sz="600" dirty="0"/>
                  </a:p>
                </p:txBody>
              </p:sp>
            </mc:Choice>
            <mc:Fallback>
              <p:sp>
                <p:nvSpPr>
                  <p:cNvPr id="2464" name="Text 252">
                    <a:extLst>
                      <a:ext uri="{FF2B5EF4-FFF2-40B4-BE49-F238E27FC236}">
                        <a16:creationId xmlns:a16="http://schemas.microsoft.com/office/drawing/2014/main" id="{99816BB6-567B-6458-01D0-C7C9383D5B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29436" y="4461376"/>
                    <a:ext cx="1475344" cy="2743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476" name="Group 2475">
            <a:extLst>
              <a:ext uri="{FF2B5EF4-FFF2-40B4-BE49-F238E27FC236}">
                <a16:creationId xmlns:a16="http://schemas.microsoft.com/office/drawing/2014/main" id="{7D0C3F75-6607-4C37-66F9-557B76DC6245}"/>
              </a:ext>
            </a:extLst>
          </p:cNvPr>
          <p:cNvGrpSpPr/>
          <p:nvPr/>
        </p:nvGrpSpPr>
        <p:grpSpPr>
          <a:xfrm>
            <a:off x="3118757" y="3289049"/>
            <a:ext cx="1266069" cy="1318677"/>
            <a:chOff x="3365500" y="3289049"/>
            <a:chExt cx="1266069" cy="1318677"/>
          </a:xfrm>
        </p:grpSpPr>
        <p:grpSp>
          <p:nvGrpSpPr>
            <p:cNvPr id="2323" name="Group 2322">
              <a:extLst>
                <a:ext uri="{FF2B5EF4-FFF2-40B4-BE49-F238E27FC236}">
                  <a16:creationId xmlns:a16="http://schemas.microsoft.com/office/drawing/2014/main" id="{6572A441-9627-E68E-5B87-4FA8486239E1}"/>
                </a:ext>
              </a:extLst>
            </p:cNvPr>
            <p:cNvGrpSpPr/>
            <p:nvPr/>
          </p:nvGrpSpPr>
          <p:grpSpPr>
            <a:xfrm>
              <a:off x="3365500" y="3418250"/>
              <a:ext cx="1266069" cy="1189476"/>
              <a:chOff x="4818888" y="808023"/>
              <a:chExt cx="1266069" cy="1189476"/>
            </a:xfrm>
          </p:grpSpPr>
          <p:sp>
            <p:nvSpPr>
              <p:cNvPr id="2287" name="Text 97">
                <a:extLst>
                  <a:ext uri="{FF2B5EF4-FFF2-40B4-BE49-F238E27FC236}">
                    <a16:creationId xmlns:a16="http://schemas.microsoft.com/office/drawing/2014/main" id="{DB08BA22-2117-74BA-58C6-71E03E228983}"/>
                  </a:ext>
                </a:extLst>
              </p:cNvPr>
              <p:cNvSpPr/>
              <p:nvPr/>
            </p:nvSpPr>
            <p:spPr>
              <a:xfrm>
                <a:off x="5065776" y="808023"/>
                <a:ext cx="182880" cy="13716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b</a:t>
                </a:r>
                <a:r>
                  <a:rPr lang="en-US" sz="600" i="1" baseline="-25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</a:t>
                </a:r>
                <a:endParaRPr lang="en-US" sz="600" baseline="-25000" dirty="0"/>
              </a:p>
            </p:txBody>
          </p:sp>
          <p:sp>
            <p:nvSpPr>
              <p:cNvPr id="2288" name="Text 98">
                <a:extLst>
                  <a:ext uri="{FF2B5EF4-FFF2-40B4-BE49-F238E27FC236}">
                    <a16:creationId xmlns:a16="http://schemas.microsoft.com/office/drawing/2014/main" id="{08F648ED-1250-85C2-140B-A612F2C6E182}"/>
                  </a:ext>
                </a:extLst>
              </p:cNvPr>
              <p:cNvSpPr/>
              <p:nvPr/>
            </p:nvSpPr>
            <p:spPr>
              <a:xfrm>
                <a:off x="5248656" y="808023"/>
                <a:ext cx="182880" cy="13716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b</a:t>
                </a:r>
                <a:r>
                  <a:rPr lang="en-US" sz="600" i="1" baseline="-25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</a:t>
                </a:r>
                <a:endParaRPr lang="en-US" sz="600" baseline="-25000" dirty="0"/>
              </a:p>
            </p:txBody>
          </p:sp>
          <p:sp>
            <p:nvSpPr>
              <p:cNvPr id="2289" name="Text 99">
                <a:extLst>
                  <a:ext uri="{FF2B5EF4-FFF2-40B4-BE49-F238E27FC236}">
                    <a16:creationId xmlns:a16="http://schemas.microsoft.com/office/drawing/2014/main" id="{A549B125-5FF8-1C14-6C23-9BAF8CA67445}"/>
                  </a:ext>
                </a:extLst>
              </p:cNvPr>
              <p:cNvSpPr/>
              <p:nvPr/>
            </p:nvSpPr>
            <p:spPr>
              <a:xfrm>
                <a:off x="5431536" y="808023"/>
                <a:ext cx="182880" cy="13716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b</a:t>
                </a:r>
                <a:r>
                  <a:rPr lang="en-US" sz="600" i="1" baseline="-25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3</a:t>
                </a:r>
                <a:endParaRPr lang="en-US" sz="600" baseline="-25000" dirty="0"/>
              </a:p>
            </p:txBody>
          </p:sp>
          <p:sp>
            <p:nvSpPr>
              <p:cNvPr id="2290" name="Text 100">
                <a:extLst>
                  <a:ext uri="{FF2B5EF4-FFF2-40B4-BE49-F238E27FC236}">
                    <a16:creationId xmlns:a16="http://schemas.microsoft.com/office/drawing/2014/main" id="{90043859-7C1B-BF49-92D8-A1F0CC383ACC}"/>
                  </a:ext>
                </a:extLst>
              </p:cNvPr>
              <p:cNvSpPr/>
              <p:nvPr/>
            </p:nvSpPr>
            <p:spPr>
              <a:xfrm>
                <a:off x="5614416" y="808023"/>
                <a:ext cx="182880" cy="13716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...</a:t>
                </a:r>
                <a:endParaRPr lang="en-US" sz="600" dirty="0"/>
              </a:p>
            </p:txBody>
          </p:sp>
          <p:sp>
            <p:nvSpPr>
              <p:cNvPr id="2291" name="Text 101">
                <a:extLst>
                  <a:ext uri="{FF2B5EF4-FFF2-40B4-BE49-F238E27FC236}">
                    <a16:creationId xmlns:a16="http://schemas.microsoft.com/office/drawing/2014/main" id="{AA412CE3-12F7-7E80-EFCC-14AE08846F7C}"/>
                  </a:ext>
                </a:extLst>
              </p:cNvPr>
              <p:cNvSpPr/>
              <p:nvPr/>
            </p:nvSpPr>
            <p:spPr>
              <a:xfrm>
                <a:off x="5797296" y="808023"/>
                <a:ext cx="182880" cy="13716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b</a:t>
                </a:r>
                <a:r>
                  <a:rPr lang="en-US" sz="600" i="1" baseline="-25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63</a:t>
                </a:r>
                <a:endParaRPr lang="en-US" sz="600" baseline="-25000" dirty="0"/>
              </a:p>
            </p:txBody>
          </p:sp>
          <p:sp>
            <p:nvSpPr>
              <p:cNvPr id="2292" name="Text 102">
                <a:extLst>
                  <a:ext uri="{FF2B5EF4-FFF2-40B4-BE49-F238E27FC236}">
                    <a16:creationId xmlns:a16="http://schemas.microsoft.com/office/drawing/2014/main" id="{1A2D92EF-877E-314B-B3D7-3B4D3C335FA2}"/>
                  </a:ext>
                </a:extLst>
              </p:cNvPr>
              <p:cNvSpPr/>
              <p:nvPr/>
            </p:nvSpPr>
            <p:spPr>
              <a:xfrm>
                <a:off x="4909963" y="932688"/>
                <a:ext cx="182880" cy="18288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</a:t>
                </a:r>
                <a:r>
                  <a:rPr lang="en-US" sz="700" i="1" baseline="-25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</a:t>
                </a:r>
                <a:endParaRPr lang="en-US" sz="700" baseline="-25000" dirty="0"/>
              </a:p>
            </p:txBody>
          </p:sp>
          <p:sp>
            <p:nvSpPr>
              <p:cNvPr id="2293" name="Shape 103">
                <a:extLst>
                  <a:ext uri="{FF2B5EF4-FFF2-40B4-BE49-F238E27FC236}">
                    <a16:creationId xmlns:a16="http://schemas.microsoft.com/office/drawing/2014/main" id="{3E0F5E76-234F-2017-6556-E2BCD03C2DE6}"/>
                  </a:ext>
                </a:extLst>
              </p:cNvPr>
              <p:cNvSpPr/>
              <p:nvPr/>
            </p:nvSpPr>
            <p:spPr>
              <a:xfrm>
                <a:off x="5065776" y="932688"/>
                <a:ext cx="182880" cy="182880"/>
              </a:xfrm>
              <a:prstGeom prst="rect">
                <a:avLst/>
              </a:prstGeom>
              <a:solidFill>
                <a:srgbClr val="333333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94" name="Shape 104">
                <a:extLst>
                  <a:ext uri="{FF2B5EF4-FFF2-40B4-BE49-F238E27FC236}">
                    <a16:creationId xmlns:a16="http://schemas.microsoft.com/office/drawing/2014/main" id="{851C6E6C-61C1-F26D-51E8-EAC7F436D3EB}"/>
                  </a:ext>
                </a:extLst>
              </p:cNvPr>
              <p:cNvSpPr/>
              <p:nvPr/>
            </p:nvSpPr>
            <p:spPr>
              <a:xfrm>
                <a:off x="5248656" y="932688"/>
                <a:ext cx="182880" cy="182880"/>
              </a:xfrm>
              <a:prstGeom prst="rect">
                <a:avLst/>
              </a:prstGeom>
              <a:solidFill>
                <a:srgbClr val="CFCFC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95" name="Shape 105">
                <a:extLst>
                  <a:ext uri="{FF2B5EF4-FFF2-40B4-BE49-F238E27FC236}">
                    <a16:creationId xmlns:a16="http://schemas.microsoft.com/office/drawing/2014/main" id="{D54A2616-D405-FF8A-3401-12AABDBC2FC4}"/>
                  </a:ext>
                </a:extLst>
              </p:cNvPr>
              <p:cNvSpPr/>
              <p:nvPr/>
            </p:nvSpPr>
            <p:spPr>
              <a:xfrm>
                <a:off x="5431536" y="932688"/>
                <a:ext cx="182880" cy="182880"/>
              </a:xfrm>
              <a:prstGeom prst="rect">
                <a:avLst/>
              </a:prstGeom>
              <a:solidFill>
                <a:srgbClr val="F2F2F2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96" name="Shape 106">
                <a:extLst>
                  <a:ext uri="{FF2B5EF4-FFF2-40B4-BE49-F238E27FC236}">
                    <a16:creationId xmlns:a16="http://schemas.microsoft.com/office/drawing/2014/main" id="{CC35752C-FABA-8542-78D9-EEAF5D696A9B}"/>
                  </a:ext>
                </a:extLst>
              </p:cNvPr>
              <p:cNvSpPr/>
              <p:nvPr/>
            </p:nvSpPr>
            <p:spPr>
              <a:xfrm>
                <a:off x="5614416" y="93268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97" name="Shape 107">
                <a:extLst>
                  <a:ext uri="{FF2B5EF4-FFF2-40B4-BE49-F238E27FC236}">
                    <a16:creationId xmlns:a16="http://schemas.microsoft.com/office/drawing/2014/main" id="{8A223B2C-C259-023E-B034-A8AF5DF415C0}"/>
                  </a:ext>
                </a:extLst>
              </p:cNvPr>
              <p:cNvSpPr/>
              <p:nvPr/>
            </p:nvSpPr>
            <p:spPr>
              <a:xfrm>
                <a:off x="5797296" y="93268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298" name="Text 108">
                <a:extLst>
                  <a:ext uri="{FF2B5EF4-FFF2-40B4-BE49-F238E27FC236}">
                    <a16:creationId xmlns:a16="http://schemas.microsoft.com/office/drawing/2014/main" id="{79ADED28-0FDC-7B7C-950F-FCB41FB7BBEF}"/>
                  </a:ext>
                </a:extLst>
              </p:cNvPr>
              <p:cNvSpPr/>
              <p:nvPr/>
            </p:nvSpPr>
            <p:spPr>
              <a:xfrm>
                <a:off x="4909963" y="1115568"/>
                <a:ext cx="182880" cy="18288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</a:t>
                </a:r>
                <a:r>
                  <a:rPr lang="en-US" sz="700" i="1" baseline="-250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</a:t>
                </a:r>
                <a:endParaRPr lang="en-US" sz="700" baseline="-25000" dirty="0"/>
              </a:p>
            </p:txBody>
          </p:sp>
          <p:sp>
            <p:nvSpPr>
              <p:cNvPr id="2299" name="Shape 109">
                <a:extLst>
                  <a:ext uri="{FF2B5EF4-FFF2-40B4-BE49-F238E27FC236}">
                    <a16:creationId xmlns:a16="http://schemas.microsoft.com/office/drawing/2014/main" id="{D4BC0E56-E2DA-8465-E838-984AF4C9A9FA}"/>
                  </a:ext>
                </a:extLst>
              </p:cNvPr>
              <p:cNvSpPr/>
              <p:nvPr/>
            </p:nvSpPr>
            <p:spPr>
              <a:xfrm>
                <a:off x="5065776" y="1115568"/>
                <a:ext cx="182880" cy="182880"/>
              </a:xfrm>
              <a:prstGeom prst="rect">
                <a:avLst/>
              </a:prstGeom>
              <a:solidFill>
                <a:srgbClr val="DDDDDD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0" name="Shape 110">
                <a:extLst>
                  <a:ext uri="{FF2B5EF4-FFF2-40B4-BE49-F238E27FC236}">
                    <a16:creationId xmlns:a16="http://schemas.microsoft.com/office/drawing/2014/main" id="{6A33D6BE-8521-AE33-2567-2C559F687ABD}"/>
                  </a:ext>
                </a:extLst>
              </p:cNvPr>
              <p:cNvSpPr/>
              <p:nvPr/>
            </p:nvSpPr>
            <p:spPr>
              <a:xfrm>
                <a:off x="5248656" y="1115568"/>
                <a:ext cx="182880" cy="182880"/>
              </a:xfrm>
              <a:prstGeom prst="rect">
                <a:avLst/>
              </a:prstGeom>
              <a:solidFill>
                <a:srgbClr val="525252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1" name="Shape 111">
                <a:extLst>
                  <a:ext uri="{FF2B5EF4-FFF2-40B4-BE49-F238E27FC236}">
                    <a16:creationId xmlns:a16="http://schemas.microsoft.com/office/drawing/2014/main" id="{D3110E32-BBE6-5BDC-3DE5-5FBE9909C81F}"/>
                  </a:ext>
                </a:extLst>
              </p:cNvPr>
              <p:cNvSpPr/>
              <p:nvPr/>
            </p:nvSpPr>
            <p:spPr>
              <a:xfrm>
                <a:off x="5431536" y="111556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2" name="Shape 112">
                <a:extLst>
                  <a:ext uri="{FF2B5EF4-FFF2-40B4-BE49-F238E27FC236}">
                    <a16:creationId xmlns:a16="http://schemas.microsoft.com/office/drawing/2014/main" id="{8935E0B2-B208-F73C-0683-1B82E7EE36E2}"/>
                  </a:ext>
                </a:extLst>
              </p:cNvPr>
              <p:cNvSpPr/>
              <p:nvPr/>
            </p:nvSpPr>
            <p:spPr>
              <a:xfrm>
                <a:off x="5614416" y="1115568"/>
                <a:ext cx="182880" cy="182880"/>
              </a:xfrm>
              <a:prstGeom prst="rect">
                <a:avLst/>
              </a:prstGeom>
              <a:solidFill>
                <a:srgbClr val="EEEEEE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3" name="Shape 113">
                <a:extLst>
                  <a:ext uri="{FF2B5EF4-FFF2-40B4-BE49-F238E27FC236}">
                    <a16:creationId xmlns:a16="http://schemas.microsoft.com/office/drawing/2014/main" id="{2738E8D5-3F2A-980A-A02C-016DF2E72F85}"/>
                  </a:ext>
                </a:extLst>
              </p:cNvPr>
              <p:cNvSpPr/>
              <p:nvPr/>
            </p:nvSpPr>
            <p:spPr>
              <a:xfrm>
                <a:off x="5797296" y="111556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4" name="Text 114">
                <a:extLst>
                  <a:ext uri="{FF2B5EF4-FFF2-40B4-BE49-F238E27FC236}">
                    <a16:creationId xmlns:a16="http://schemas.microsoft.com/office/drawing/2014/main" id="{CC1C769C-0696-09EC-228B-55BD0A2A468B}"/>
                  </a:ext>
                </a:extLst>
              </p:cNvPr>
              <p:cNvSpPr/>
              <p:nvPr/>
            </p:nvSpPr>
            <p:spPr>
              <a:xfrm>
                <a:off x="4899034" y="1364996"/>
                <a:ext cx="182880" cy="18288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⋮</a:t>
                </a:r>
                <a:endParaRPr lang="en-US" sz="700" dirty="0"/>
              </a:p>
            </p:txBody>
          </p:sp>
          <p:sp>
            <p:nvSpPr>
              <p:cNvPr id="2305" name="Shape 115">
                <a:extLst>
                  <a:ext uri="{FF2B5EF4-FFF2-40B4-BE49-F238E27FC236}">
                    <a16:creationId xmlns:a16="http://schemas.microsoft.com/office/drawing/2014/main" id="{494905B1-041E-D5B6-5A43-2AA331BC5816}"/>
                  </a:ext>
                </a:extLst>
              </p:cNvPr>
              <p:cNvSpPr/>
              <p:nvPr/>
            </p:nvSpPr>
            <p:spPr>
              <a:xfrm>
                <a:off x="5065776" y="129844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6" name="Shape 116">
                <a:extLst>
                  <a:ext uri="{FF2B5EF4-FFF2-40B4-BE49-F238E27FC236}">
                    <a16:creationId xmlns:a16="http://schemas.microsoft.com/office/drawing/2014/main" id="{56787104-79EF-1441-0077-1115DC173332}"/>
                  </a:ext>
                </a:extLst>
              </p:cNvPr>
              <p:cNvSpPr/>
              <p:nvPr/>
            </p:nvSpPr>
            <p:spPr>
              <a:xfrm>
                <a:off x="5248656" y="1298448"/>
                <a:ext cx="182880" cy="182880"/>
              </a:xfrm>
              <a:prstGeom prst="rect">
                <a:avLst/>
              </a:prstGeom>
              <a:solidFill>
                <a:srgbClr val="D7D7D7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7" name="Shape 117">
                <a:extLst>
                  <a:ext uri="{FF2B5EF4-FFF2-40B4-BE49-F238E27FC236}">
                    <a16:creationId xmlns:a16="http://schemas.microsoft.com/office/drawing/2014/main" id="{0E2C245E-B6D6-92DF-5509-3285BD456CD6}"/>
                  </a:ext>
                </a:extLst>
              </p:cNvPr>
              <p:cNvSpPr/>
              <p:nvPr/>
            </p:nvSpPr>
            <p:spPr>
              <a:xfrm>
                <a:off x="5431536" y="1298448"/>
                <a:ext cx="182880" cy="182880"/>
              </a:xfrm>
              <a:prstGeom prst="rect">
                <a:avLst/>
              </a:prstGeom>
              <a:solidFill>
                <a:srgbClr val="303030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8" name="Shape 118">
                <a:extLst>
                  <a:ext uri="{FF2B5EF4-FFF2-40B4-BE49-F238E27FC236}">
                    <a16:creationId xmlns:a16="http://schemas.microsoft.com/office/drawing/2014/main" id="{F2F7C064-62DF-E6AA-F717-165C3EA0F95F}"/>
                  </a:ext>
                </a:extLst>
              </p:cNvPr>
              <p:cNvSpPr/>
              <p:nvPr/>
            </p:nvSpPr>
            <p:spPr>
              <a:xfrm>
                <a:off x="5614416" y="1298448"/>
                <a:ext cx="182880" cy="182880"/>
              </a:xfrm>
              <a:prstGeom prst="rect">
                <a:avLst/>
              </a:prstGeom>
              <a:solidFill>
                <a:srgbClr val="DCDCDC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09" name="Shape 119">
                <a:extLst>
                  <a:ext uri="{FF2B5EF4-FFF2-40B4-BE49-F238E27FC236}">
                    <a16:creationId xmlns:a16="http://schemas.microsoft.com/office/drawing/2014/main" id="{9BD52855-B589-66A1-6DCB-9C5CE0EC088A}"/>
                  </a:ext>
                </a:extLst>
              </p:cNvPr>
              <p:cNvSpPr/>
              <p:nvPr/>
            </p:nvSpPr>
            <p:spPr>
              <a:xfrm>
                <a:off x="5797296" y="129844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0" name="Text 120">
                <a:extLst>
                  <a:ext uri="{FF2B5EF4-FFF2-40B4-BE49-F238E27FC236}">
                    <a16:creationId xmlns:a16="http://schemas.microsoft.com/office/drawing/2014/main" id="{D06A94C4-3157-5FE3-738B-B97264EE58FD}"/>
                  </a:ext>
                </a:extLst>
              </p:cNvPr>
              <p:cNvSpPr/>
              <p:nvPr/>
            </p:nvSpPr>
            <p:spPr>
              <a:xfrm>
                <a:off x="4818888" y="1481328"/>
                <a:ext cx="182880" cy="18288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900" dirty="0"/>
              </a:p>
            </p:txBody>
          </p:sp>
          <p:sp>
            <p:nvSpPr>
              <p:cNvPr id="2311" name="Shape 121">
                <a:extLst>
                  <a:ext uri="{FF2B5EF4-FFF2-40B4-BE49-F238E27FC236}">
                    <a16:creationId xmlns:a16="http://schemas.microsoft.com/office/drawing/2014/main" id="{BF5BBAFD-04C4-68E0-041C-E9F9AA58F7FD}"/>
                  </a:ext>
                </a:extLst>
              </p:cNvPr>
              <p:cNvSpPr/>
              <p:nvPr/>
            </p:nvSpPr>
            <p:spPr>
              <a:xfrm>
                <a:off x="5065776" y="148132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2" name="Shape 122">
                <a:extLst>
                  <a:ext uri="{FF2B5EF4-FFF2-40B4-BE49-F238E27FC236}">
                    <a16:creationId xmlns:a16="http://schemas.microsoft.com/office/drawing/2014/main" id="{A53321CD-D0BC-6AF6-10D7-A77837AC32B4}"/>
                  </a:ext>
                </a:extLst>
              </p:cNvPr>
              <p:cNvSpPr/>
              <p:nvPr/>
            </p:nvSpPr>
            <p:spPr>
              <a:xfrm>
                <a:off x="5248656" y="148132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3" name="Shape 123">
                <a:extLst>
                  <a:ext uri="{FF2B5EF4-FFF2-40B4-BE49-F238E27FC236}">
                    <a16:creationId xmlns:a16="http://schemas.microsoft.com/office/drawing/2014/main" id="{3FA63E4C-9C74-E10E-43D8-E458927ED0A9}"/>
                  </a:ext>
                </a:extLst>
              </p:cNvPr>
              <p:cNvSpPr/>
              <p:nvPr/>
            </p:nvSpPr>
            <p:spPr>
              <a:xfrm>
                <a:off x="5431536" y="1481328"/>
                <a:ext cx="182880" cy="182880"/>
              </a:xfrm>
              <a:prstGeom prst="rect">
                <a:avLst/>
              </a:prstGeom>
              <a:solidFill>
                <a:srgbClr val="CCCCCC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4" name="Shape 124">
                <a:extLst>
                  <a:ext uri="{FF2B5EF4-FFF2-40B4-BE49-F238E27FC236}">
                    <a16:creationId xmlns:a16="http://schemas.microsoft.com/office/drawing/2014/main" id="{DB42FD57-B7ED-E1B3-E4F8-60E36E58F1C2}"/>
                  </a:ext>
                </a:extLst>
              </p:cNvPr>
              <p:cNvSpPr/>
              <p:nvPr/>
            </p:nvSpPr>
            <p:spPr>
              <a:xfrm>
                <a:off x="5614416" y="1481328"/>
                <a:ext cx="182880" cy="182880"/>
              </a:xfrm>
              <a:prstGeom prst="rect">
                <a:avLst/>
              </a:prstGeom>
              <a:solidFill>
                <a:srgbClr val="555555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5" name="Shape 125">
                <a:extLst>
                  <a:ext uri="{FF2B5EF4-FFF2-40B4-BE49-F238E27FC236}">
                    <a16:creationId xmlns:a16="http://schemas.microsoft.com/office/drawing/2014/main" id="{69340B2C-5EB0-8E44-480B-FD07AAFA2134}"/>
                  </a:ext>
                </a:extLst>
              </p:cNvPr>
              <p:cNvSpPr/>
              <p:nvPr/>
            </p:nvSpPr>
            <p:spPr>
              <a:xfrm>
                <a:off x="5797296" y="1481328"/>
                <a:ext cx="182880" cy="182880"/>
              </a:xfrm>
              <a:prstGeom prst="rect">
                <a:avLst/>
              </a:prstGeom>
              <a:solidFill>
                <a:srgbClr val="DADADA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6" name="Text 126">
                <a:extLst>
                  <a:ext uri="{FF2B5EF4-FFF2-40B4-BE49-F238E27FC236}">
                    <a16:creationId xmlns:a16="http://schemas.microsoft.com/office/drawing/2014/main" id="{FD78C42D-6704-96F5-95D4-BFA0D5F33F12}"/>
                  </a:ext>
                </a:extLst>
              </p:cNvPr>
              <p:cNvSpPr/>
              <p:nvPr/>
            </p:nvSpPr>
            <p:spPr>
              <a:xfrm>
                <a:off x="4909963" y="1664208"/>
                <a:ext cx="182880" cy="182880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00" i="1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Sₙ</a:t>
                </a:r>
                <a:endParaRPr lang="en-US" sz="700" dirty="0"/>
              </a:p>
            </p:txBody>
          </p:sp>
          <p:sp>
            <p:nvSpPr>
              <p:cNvPr id="2317" name="Shape 127">
                <a:extLst>
                  <a:ext uri="{FF2B5EF4-FFF2-40B4-BE49-F238E27FC236}">
                    <a16:creationId xmlns:a16="http://schemas.microsoft.com/office/drawing/2014/main" id="{50052CB0-9C9D-F17B-582A-5277B95CFA69}"/>
                  </a:ext>
                </a:extLst>
              </p:cNvPr>
              <p:cNvSpPr/>
              <p:nvPr/>
            </p:nvSpPr>
            <p:spPr>
              <a:xfrm>
                <a:off x="5065776" y="1664208"/>
                <a:ext cx="182880" cy="182880"/>
              </a:xfrm>
              <a:prstGeom prst="rect">
                <a:avLst/>
              </a:prstGeom>
              <a:solidFill>
                <a:srgbClr val="EEEEEE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8" name="Shape 128">
                <a:extLst>
                  <a:ext uri="{FF2B5EF4-FFF2-40B4-BE49-F238E27FC236}">
                    <a16:creationId xmlns:a16="http://schemas.microsoft.com/office/drawing/2014/main" id="{55C5FD31-266F-6719-D44B-E4263F4D9517}"/>
                  </a:ext>
                </a:extLst>
              </p:cNvPr>
              <p:cNvSpPr/>
              <p:nvPr/>
            </p:nvSpPr>
            <p:spPr>
              <a:xfrm>
                <a:off x="5248656" y="166420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19" name="Shape 129">
                <a:extLst>
                  <a:ext uri="{FF2B5EF4-FFF2-40B4-BE49-F238E27FC236}">
                    <a16:creationId xmlns:a16="http://schemas.microsoft.com/office/drawing/2014/main" id="{5F0EE17A-F925-0C64-3A2C-DB44D6CF70A4}"/>
                  </a:ext>
                </a:extLst>
              </p:cNvPr>
              <p:cNvSpPr/>
              <p:nvPr/>
            </p:nvSpPr>
            <p:spPr>
              <a:xfrm>
                <a:off x="5431536" y="1664208"/>
                <a:ext cx="182880" cy="182880"/>
              </a:xfrm>
              <a:prstGeom prst="rect">
                <a:avLst/>
              </a:prstGeom>
              <a:solidFill>
                <a:srgbClr val="FFFFF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20" name="Shape 130">
                <a:extLst>
                  <a:ext uri="{FF2B5EF4-FFF2-40B4-BE49-F238E27FC236}">
                    <a16:creationId xmlns:a16="http://schemas.microsoft.com/office/drawing/2014/main" id="{81AF1572-098B-7AA5-289D-A356D2FD574A}"/>
                  </a:ext>
                </a:extLst>
              </p:cNvPr>
              <p:cNvSpPr/>
              <p:nvPr/>
            </p:nvSpPr>
            <p:spPr>
              <a:xfrm>
                <a:off x="5614416" y="1664208"/>
                <a:ext cx="182880" cy="182880"/>
              </a:xfrm>
              <a:prstGeom prst="rect">
                <a:avLst/>
              </a:prstGeom>
              <a:solidFill>
                <a:srgbClr val="C9C9C9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21" name="Shape 131">
                <a:extLst>
                  <a:ext uri="{FF2B5EF4-FFF2-40B4-BE49-F238E27FC236}">
                    <a16:creationId xmlns:a16="http://schemas.microsoft.com/office/drawing/2014/main" id="{ED842833-CCA6-2D90-3A0E-F43513344B4D}"/>
                  </a:ext>
                </a:extLst>
              </p:cNvPr>
              <p:cNvSpPr/>
              <p:nvPr/>
            </p:nvSpPr>
            <p:spPr>
              <a:xfrm>
                <a:off x="5797296" y="1664208"/>
                <a:ext cx="182880" cy="182880"/>
              </a:xfrm>
              <a:prstGeom prst="rect">
                <a:avLst/>
              </a:prstGeom>
              <a:solidFill>
                <a:srgbClr val="3F3F3F"/>
              </a:solidFill>
              <a:ln w="3810">
                <a:solidFill>
                  <a:srgbClr val="A0A0A0"/>
                </a:solidFill>
                <a:prstDash val="soli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2322" name="Text 132">
                <a:extLst>
                  <a:ext uri="{FF2B5EF4-FFF2-40B4-BE49-F238E27FC236}">
                    <a16:creationId xmlns:a16="http://schemas.microsoft.com/office/drawing/2014/main" id="{8713336F-7919-F663-55B5-BDC36F37AA73}"/>
                  </a:ext>
                </a:extLst>
              </p:cNvPr>
              <p:cNvSpPr/>
              <p:nvPr/>
            </p:nvSpPr>
            <p:spPr>
              <a:xfrm>
                <a:off x="5053239" y="1878060"/>
                <a:ext cx="1031718" cy="119439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500" dirty="0">
                    <a:solidFill>
                      <a:srgbClr val="111111"/>
                    </a:solidFill>
                    <a:ea typeface="Aptos" pitchFamily="34" charset="-122"/>
                    <a:cs typeface="Aptos" pitchFamily="34" charset="-120"/>
                  </a:rPr>
                  <a:t>Rows: surgeries</a:t>
                </a:r>
                <a:endParaRPr lang="en-US" sz="500" dirty="0"/>
              </a:p>
              <a:p>
                <a:pPr marL="0" indent="0">
                  <a:buNone/>
                </a:pPr>
                <a:r>
                  <a:rPr lang="en-US" sz="500" dirty="0">
                    <a:solidFill>
                      <a:srgbClr val="111111"/>
                    </a:solidFill>
                    <a:ea typeface="Aptos" pitchFamily="34" charset="-122"/>
                    <a:cs typeface="Aptos" pitchFamily="34" charset="-120"/>
                  </a:rPr>
                  <a:t>Columns: all bigrams in the corpus</a:t>
                </a:r>
                <a:endParaRPr lang="en-US" sz="500" dirty="0"/>
              </a:p>
            </p:txBody>
          </p:sp>
        </p:grpSp>
        <p:sp>
          <p:nvSpPr>
            <p:cNvPr id="2466" name="Text 132">
              <a:extLst>
                <a:ext uri="{FF2B5EF4-FFF2-40B4-BE49-F238E27FC236}">
                  <a16:creationId xmlns:a16="http://schemas.microsoft.com/office/drawing/2014/main" id="{515C5D90-231B-B003-98B2-37AD69FA3255}"/>
                </a:ext>
              </a:extLst>
            </p:cNvPr>
            <p:cNvSpPr/>
            <p:nvPr/>
          </p:nvSpPr>
          <p:spPr>
            <a:xfrm>
              <a:off x="3538770" y="3289049"/>
              <a:ext cx="995198" cy="16927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TF-IDF</a:t>
              </a:r>
              <a:endParaRPr lang="en-US" sz="700" b="1" dirty="0"/>
            </a:p>
          </p:txBody>
        </p:sp>
      </p:grpSp>
      <p:grpSp>
        <p:nvGrpSpPr>
          <p:cNvPr id="2477" name="Group 2476">
            <a:extLst>
              <a:ext uri="{FF2B5EF4-FFF2-40B4-BE49-F238E27FC236}">
                <a16:creationId xmlns:a16="http://schemas.microsoft.com/office/drawing/2014/main" id="{440A9743-BBD1-EB03-B04F-DA0B90F2366F}"/>
              </a:ext>
            </a:extLst>
          </p:cNvPr>
          <p:cNvGrpSpPr/>
          <p:nvPr/>
        </p:nvGrpSpPr>
        <p:grpSpPr>
          <a:xfrm>
            <a:off x="4552801" y="3299493"/>
            <a:ext cx="1088286" cy="1341725"/>
            <a:chOff x="4973713" y="3299493"/>
            <a:chExt cx="1088286" cy="1341725"/>
          </a:xfrm>
        </p:grpSpPr>
        <p:grpSp>
          <p:nvGrpSpPr>
            <p:cNvPr id="2358" name="Group 2357">
              <a:extLst>
                <a:ext uri="{FF2B5EF4-FFF2-40B4-BE49-F238E27FC236}">
                  <a16:creationId xmlns:a16="http://schemas.microsoft.com/office/drawing/2014/main" id="{4A59BEF6-580C-574D-8334-42C7E59550FC}"/>
                </a:ext>
              </a:extLst>
            </p:cNvPr>
            <p:cNvGrpSpPr/>
            <p:nvPr/>
          </p:nvGrpSpPr>
          <p:grpSpPr>
            <a:xfrm>
              <a:off x="4973713" y="3503545"/>
              <a:ext cx="1088286" cy="1137673"/>
              <a:chOff x="5276084" y="3375556"/>
              <a:chExt cx="1265538" cy="1297808"/>
            </a:xfrm>
          </p:grpSpPr>
          <p:sp>
            <p:nvSpPr>
              <p:cNvPr id="2327" name="Shape 137">
                <a:extLst>
                  <a:ext uri="{FF2B5EF4-FFF2-40B4-BE49-F238E27FC236}">
                    <a16:creationId xmlns:a16="http://schemas.microsoft.com/office/drawing/2014/main" id="{3044D3DC-867A-B430-C878-D59DDA19157F}"/>
                  </a:ext>
                </a:extLst>
              </p:cNvPr>
              <p:cNvSpPr/>
              <p:nvPr/>
            </p:nvSpPr>
            <p:spPr>
              <a:xfrm>
                <a:off x="5490556" y="4129378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8" name="Shape 138">
                <a:extLst>
                  <a:ext uri="{FF2B5EF4-FFF2-40B4-BE49-F238E27FC236}">
                    <a16:creationId xmlns:a16="http://schemas.microsoft.com/office/drawing/2014/main" id="{4632943E-A4AB-3A6B-C121-DB63C56BC5DA}"/>
                  </a:ext>
                </a:extLst>
              </p:cNvPr>
              <p:cNvSpPr/>
              <p:nvPr/>
            </p:nvSpPr>
            <p:spPr>
              <a:xfrm>
                <a:off x="5581996" y="4037938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9" name="Shape 139">
                <a:extLst>
                  <a:ext uri="{FF2B5EF4-FFF2-40B4-BE49-F238E27FC236}">
                    <a16:creationId xmlns:a16="http://schemas.microsoft.com/office/drawing/2014/main" id="{3F5C4AC9-B19D-8C6B-8FAE-EE15F981860D}"/>
                  </a:ext>
                </a:extLst>
              </p:cNvPr>
              <p:cNvSpPr/>
              <p:nvPr/>
            </p:nvSpPr>
            <p:spPr>
              <a:xfrm>
                <a:off x="5691724" y="3891634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0" name="Shape 140">
                <a:extLst>
                  <a:ext uri="{FF2B5EF4-FFF2-40B4-BE49-F238E27FC236}">
                    <a16:creationId xmlns:a16="http://schemas.microsoft.com/office/drawing/2014/main" id="{B9C56CA8-8162-76F1-0D64-74367DA3D294}"/>
                  </a:ext>
                </a:extLst>
              </p:cNvPr>
              <p:cNvSpPr/>
              <p:nvPr/>
            </p:nvSpPr>
            <p:spPr>
              <a:xfrm>
                <a:off x="5600284" y="3672178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1" name="Shape 141">
                <a:extLst>
                  <a:ext uri="{FF2B5EF4-FFF2-40B4-BE49-F238E27FC236}">
                    <a16:creationId xmlns:a16="http://schemas.microsoft.com/office/drawing/2014/main" id="{6BBFD5F5-372E-BE08-E97C-C41E83900045}"/>
                  </a:ext>
                </a:extLst>
              </p:cNvPr>
              <p:cNvSpPr/>
              <p:nvPr/>
            </p:nvSpPr>
            <p:spPr>
              <a:xfrm>
                <a:off x="5883748" y="3818482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2" name="Shape 142">
                <a:extLst>
                  <a:ext uri="{FF2B5EF4-FFF2-40B4-BE49-F238E27FC236}">
                    <a16:creationId xmlns:a16="http://schemas.microsoft.com/office/drawing/2014/main" id="{4DF01BB4-0EC7-BF11-140B-805F47DCE633}"/>
                  </a:ext>
                </a:extLst>
              </p:cNvPr>
              <p:cNvSpPr/>
              <p:nvPr/>
            </p:nvSpPr>
            <p:spPr>
              <a:xfrm>
                <a:off x="6103204" y="3681322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3" name="Shape 143">
                <a:extLst>
                  <a:ext uri="{FF2B5EF4-FFF2-40B4-BE49-F238E27FC236}">
                    <a16:creationId xmlns:a16="http://schemas.microsoft.com/office/drawing/2014/main" id="{842032BE-3B97-9BF8-2149-A84814727D46}"/>
                  </a:ext>
                </a:extLst>
              </p:cNvPr>
              <p:cNvSpPr/>
              <p:nvPr/>
            </p:nvSpPr>
            <p:spPr>
              <a:xfrm>
                <a:off x="6249508" y="3946498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4" name="Shape 144">
                <a:extLst>
                  <a:ext uri="{FF2B5EF4-FFF2-40B4-BE49-F238E27FC236}">
                    <a16:creationId xmlns:a16="http://schemas.microsoft.com/office/drawing/2014/main" id="{9EE7ABE8-3F58-138F-CB02-6E2F406B1125}"/>
                  </a:ext>
                </a:extLst>
              </p:cNvPr>
              <p:cNvSpPr/>
              <p:nvPr/>
            </p:nvSpPr>
            <p:spPr>
              <a:xfrm>
                <a:off x="6075772" y="4156810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5" name="Shape 145">
                <a:extLst>
                  <a:ext uri="{FF2B5EF4-FFF2-40B4-BE49-F238E27FC236}">
                    <a16:creationId xmlns:a16="http://schemas.microsoft.com/office/drawing/2014/main" id="{5245A96E-E2AC-F63D-0673-42ED3AAA8289}"/>
                  </a:ext>
                </a:extLst>
              </p:cNvPr>
              <p:cNvSpPr/>
              <p:nvPr/>
            </p:nvSpPr>
            <p:spPr>
              <a:xfrm>
                <a:off x="5426548" y="3763618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6" name="Shape 146">
                <a:extLst>
                  <a:ext uri="{FF2B5EF4-FFF2-40B4-BE49-F238E27FC236}">
                    <a16:creationId xmlns:a16="http://schemas.microsoft.com/office/drawing/2014/main" id="{CFFFE3C6-2534-EA68-B787-324D8B0D90DD}"/>
                  </a:ext>
                </a:extLst>
              </p:cNvPr>
              <p:cNvSpPr/>
              <p:nvPr/>
            </p:nvSpPr>
            <p:spPr>
              <a:xfrm>
                <a:off x="6304372" y="3653890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7" name="Shape 147">
                <a:extLst>
                  <a:ext uri="{FF2B5EF4-FFF2-40B4-BE49-F238E27FC236}">
                    <a16:creationId xmlns:a16="http://schemas.microsoft.com/office/drawing/2014/main" id="{426734CA-7A09-095C-DD5B-552121CDE9A7}"/>
                  </a:ext>
                </a:extLst>
              </p:cNvPr>
              <p:cNvSpPr/>
              <p:nvPr/>
            </p:nvSpPr>
            <p:spPr>
              <a:xfrm>
                <a:off x="6176356" y="4056226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8" name="Shape 148">
                <a:extLst>
                  <a:ext uri="{FF2B5EF4-FFF2-40B4-BE49-F238E27FC236}">
                    <a16:creationId xmlns:a16="http://schemas.microsoft.com/office/drawing/2014/main" id="{83785C1F-961C-EC81-B292-BC3CB229B73A}"/>
                  </a:ext>
                </a:extLst>
              </p:cNvPr>
              <p:cNvSpPr/>
              <p:nvPr/>
            </p:nvSpPr>
            <p:spPr>
              <a:xfrm>
                <a:off x="5728300" y="4248250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9" name="Shape 149">
                <a:extLst>
                  <a:ext uri="{FF2B5EF4-FFF2-40B4-BE49-F238E27FC236}">
                    <a16:creationId xmlns:a16="http://schemas.microsoft.com/office/drawing/2014/main" id="{E4661B7B-782F-7FCD-3817-7AE3BD21DA81}"/>
                  </a:ext>
                </a:extLst>
              </p:cNvPr>
              <p:cNvSpPr/>
              <p:nvPr/>
            </p:nvSpPr>
            <p:spPr>
              <a:xfrm>
                <a:off x="5984332" y="3544162"/>
                <a:ext cx="32004" cy="32004"/>
              </a:xfrm>
              <a:prstGeom prst="ellipse">
                <a:avLst/>
              </a:prstGeom>
              <a:solidFill>
                <a:srgbClr val="111111"/>
              </a:solidFill>
              <a:ln w="12700">
                <a:solidFill>
                  <a:srgbClr val="11111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0" name="Text 150">
                <a:extLst>
                  <a:ext uri="{FF2B5EF4-FFF2-40B4-BE49-F238E27FC236}">
                    <a16:creationId xmlns:a16="http://schemas.microsoft.com/office/drawing/2014/main" id="{CCD705F1-9452-991B-838A-B71A00E958D1}"/>
                  </a:ext>
                </a:extLst>
              </p:cNvPr>
              <p:cNvSpPr/>
              <p:nvPr/>
            </p:nvSpPr>
            <p:spPr>
              <a:xfrm rot="2618706">
                <a:off x="6150003" y="3375556"/>
                <a:ext cx="320040" cy="146304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PC 1</a:t>
                </a:r>
                <a:endParaRPr lang="en-US" sz="750" b="1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341" name="Text 151">
                <a:extLst>
                  <a:ext uri="{FF2B5EF4-FFF2-40B4-BE49-F238E27FC236}">
                    <a16:creationId xmlns:a16="http://schemas.microsoft.com/office/drawing/2014/main" id="{7E07FC5F-69D6-E1B3-ABF9-FE12D55E6E84}"/>
                  </a:ext>
                </a:extLst>
              </p:cNvPr>
              <p:cNvSpPr/>
              <p:nvPr/>
            </p:nvSpPr>
            <p:spPr>
              <a:xfrm rot="18676619">
                <a:off x="5444072" y="3482358"/>
                <a:ext cx="260604" cy="197833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50" b="1" dirty="0">
                    <a:solidFill>
                      <a:schemeClr val="accent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PC 2</a:t>
                </a:r>
                <a:endParaRPr lang="en-US" sz="750" b="1" dirty="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2344" name="Arrow">
                <a:extLst>
                  <a:ext uri="{FF2B5EF4-FFF2-40B4-BE49-F238E27FC236}">
                    <a16:creationId xmlns:a16="http://schemas.microsoft.com/office/drawing/2014/main" id="{7818A1A8-48A9-AEC8-D776-37994E77D1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76084" y="3378740"/>
                <a:ext cx="9981" cy="1104021"/>
              </a:xfrm>
              <a:prstGeom prst="line">
                <a:avLst/>
              </a:prstGeom>
              <a:ln w="13970">
                <a:solidFill>
                  <a:srgbClr val="334155"/>
                </a:solidFill>
                <a:tailEnd type="triangle" w="sm" len="sm"/>
              </a:ln>
            </p:spPr>
          </p:cxnSp>
          <p:cxnSp>
            <p:nvCxnSpPr>
              <p:cNvPr id="2346" name="Arrow">
                <a:extLst>
                  <a:ext uri="{FF2B5EF4-FFF2-40B4-BE49-F238E27FC236}">
                    <a16:creationId xmlns:a16="http://schemas.microsoft.com/office/drawing/2014/main" id="{0E8E62C1-6812-1675-7129-B1957E152D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80243" y="4476850"/>
                <a:ext cx="1223635" cy="5821"/>
              </a:xfrm>
              <a:prstGeom prst="line">
                <a:avLst/>
              </a:prstGeom>
              <a:ln w="13970">
                <a:solidFill>
                  <a:srgbClr val="334155"/>
                </a:solidFill>
                <a:tailEnd type="triangle" w="sm" len="sm"/>
              </a:ln>
            </p:spPr>
          </p:cxnSp>
          <p:cxnSp>
            <p:nvCxnSpPr>
              <p:cNvPr id="2350" name="Straight Arrow Connector 2349">
                <a:extLst>
                  <a:ext uri="{FF2B5EF4-FFF2-40B4-BE49-F238E27FC236}">
                    <a16:creationId xmlns:a16="http://schemas.microsoft.com/office/drawing/2014/main" id="{67A3A7E2-127C-ECAC-42F7-081C9B64B79E}"/>
                  </a:ext>
                </a:extLst>
              </p:cNvPr>
              <p:cNvCxnSpPr/>
              <p:nvPr/>
            </p:nvCxnSpPr>
            <p:spPr>
              <a:xfrm flipV="1">
                <a:off x="5506558" y="3544162"/>
                <a:ext cx="720090" cy="72009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1" name="Straight Arrow Connector 2350">
                <a:extLst>
                  <a:ext uri="{FF2B5EF4-FFF2-40B4-BE49-F238E27FC236}">
                    <a16:creationId xmlns:a16="http://schemas.microsoft.com/office/drawing/2014/main" id="{6136528E-2B78-DC72-9978-18ECFC6BD5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58958" y="3622305"/>
                <a:ext cx="444246" cy="47278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354" name="Text 132">
                <a:extLst>
                  <a:ext uri="{FF2B5EF4-FFF2-40B4-BE49-F238E27FC236}">
                    <a16:creationId xmlns:a16="http://schemas.microsoft.com/office/drawing/2014/main" id="{09A7B29C-3C9F-806A-26FF-5B3EEF4B06BE}"/>
                  </a:ext>
                </a:extLst>
              </p:cNvPr>
              <p:cNvSpPr/>
              <p:nvPr/>
            </p:nvSpPr>
            <p:spPr>
              <a:xfrm>
                <a:off x="5417182" y="4472196"/>
                <a:ext cx="1124440" cy="201168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r>
                  <a:rPr lang="en-US" sz="500" dirty="0"/>
                  <a:t>MultiBypass140: 16 PCs</a:t>
                </a:r>
              </a:p>
              <a:p>
                <a:r>
                  <a:rPr lang="en-US" sz="500" dirty="0"/>
                  <a:t>Cholec80: 10 PCs</a:t>
                </a:r>
                <a:endParaRPr lang="en-US" sz="100" dirty="0"/>
              </a:p>
            </p:txBody>
          </p:sp>
        </p:grpSp>
        <p:sp>
          <p:nvSpPr>
            <p:cNvPr id="2468" name="Text 132">
              <a:extLst>
                <a:ext uri="{FF2B5EF4-FFF2-40B4-BE49-F238E27FC236}">
                  <a16:creationId xmlns:a16="http://schemas.microsoft.com/office/drawing/2014/main" id="{CE347F25-95B6-9C05-A56C-902229B9D279}"/>
                </a:ext>
              </a:extLst>
            </p:cNvPr>
            <p:cNvSpPr/>
            <p:nvPr/>
          </p:nvSpPr>
          <p:spPr>
            <a:xfrm>
              <a:off x="5048220" y="3299493"/>
              <a:ext cx="855810" cy="148391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PCA</a:t>
              </a:r>
              <a:endParaRPr lang="en-US" sz="700" b="1" dirty="0"/>
            </a:p>
          </p:txBody>
        </p:sp>
      </p:grpSp>
      <p:grpSp>
        <p:nvGrpSpPr>
          <p:cNvPr id="2478" name="Group 2477">
            <a:extLst>
              <a:ext uri="{FF2B5EF4-FFF2-40B4-BE49-F238E27FC236}">
                <a16:creationId xmlns:a16="http://schemas.microsoft.com/office/drawing/2014/main" id="{C1F5D2EA-EF93-41BB-E55F-F73C2162C001}"/>
              </a:ext>
            </a:extLst>
          </p:cNvPr>
          <p:cNvGrpSpPr/>
          <p:nvPr/>
        </p:nvGrpSpPr>
        <p:grpSpPr>
          <a:xfrm>
            <a:off x="5737558" y="3273661"/>
            <a:ext cx="1176699" cy="1388373"/>
            <a:chOff x="6891442" y="3273661"/>
            <a:chExt cx="1176699" cy="1388373"/>
          </a:xfrm>
        </p:grpSpPr>
        <p:grpSp>
          <p:nvGrpSpPr>
            <p:cNvPr id="2410" name="Group 2409">
              <a:extLst>
                <a:ext uri="{FF2B5EF4-FFF2-40B4-BE49-F238E27FC236}">
                  <a16:creationId xmlns:a16="http://schemas.microsoft.com/office/drawing/2014/main" id="{01ABA784-1658-6AD1-C9D0-E67E26BA3171}"/>
                </a:ext>
              </a:extLst>
            </p:cNvPr>
            <p:cNvGrpSpPr/>
            <p:nvPr/>
          </p:nvGrpSpPr>
          <p:grpSpPr>
            <a:xfrm>
              <a:off x="6929418" y="3468163"/>
              <a:ext cx="1077957" cy="1193871"/>
              <a:chOff x="6929418" y="3321081"/>
              <a:chExt cx="1163657" cy="1340954"/>
            </a:xfrm>
          </p:grpSpPr>
          <p:sp>
            <p:nvSpPr>
              <p:cNvPr id="2360" name="Shape 153">
                <a:extLst>
                  <a:ext uri="{FF2B5EF4-FFF2-40B4-BE49-F238E27FC236}">
                    <a16:creationId xmlns:a16="http://schemas.microsoft.com/office/drawing/2014/main" id="{757931EC-E710-5A4C-CF94-A92CACF39A35}"/>
                  </a:ext>
                </a:extLst>
              </p:cNvPr>
              <p:cNvSpPr/>
              <p:nvPr/>
            </p:nvSpPr>
            <p:spPr>
              <a:xfrm>
                <a:off x="6929418" y="3321081"/>
                <a:ext cx="1163657" cy="1139789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04" name="Group 2403">
                <a:extLst>
                  <a:ext uri="{FF2B5EF4-FFF2-40B4-BE49-F238E27FC236}">
                    <a16:creationId xmlns:a16="http://schemas.microsoft.com/office/drawing/2014/main" id="{0FC9A7E1-C73E-A93F-8587-223AF524FDC1}"/>
                  </a:ext>
                </a:extLst>
              </p:cNvPr>
              <p:cNvGrpSpPr/>
              <p:nvPr/>
            </p:nvGrpSpPr>
            <p:grpSpPr>
              <a:xfrm>
                <a:off x="6970522" y="3493008"/>
                <a:ext cx="438912" cy="307603"/>
                <a:chOff x="6974378" y="3410975"/>
                <a:chExt cx="438912" cy="307603"/>
              </a:xfrm>
            </p:grpSpPr>
            <p:sp>
              <p:nvSpPr>
                <p:cNvPr id="2361" name="Shape 154">
                  <a:extLst>
                    <a:ext uri="{FF2B5EF4-FFF2-40B4-BE49-F238E27FC236}">
                      <a16:creationId xmlns:a16="http://schemas.microsoft.com/office/drawing/2014/main" id="{90FC120E-5A9F-ED0C-FD4C-2D9B28C9F91D}"/>
                    </a:ext>
                  </a:extLst>
                </p:cNvPr>
                <p:cNvSpPr/>
                <p:nvPr/>
              </p:nvSpPr>
              <p:spPr>
                <a:xfrm>
                  <a:off x="6974378" y="3410975"/>
                  <a:ext cx="438912" cy="307603"/>
                </a:xfrm>
                <a:prstGeom prst="ellipse">
                  <a:avLst/>
                </a:prstGeom>
                <a:solidFill>
                  <a:srgbClr val="FFFFFF"/>
                </a:solidFill>
                <a:ln w="1143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2" name="Shape 155">
                  <a:extLst>
                    <a:ext uri="{FF2B5EF4-FFF2-40B4-BE49-F238E27FC236}">
                      <a16:creationId xmlns:a16="http://schemas.microsoft.com/office/drawing/2014/main" id="{5B2AECF3-26E4-0491-B833-A136AA46CAE7}"/>
                    </a:ext>
                  </a:extLst>
                </p:cNvPr>
                <p:cNvSpPr/>
                <p:nvPr/>
              </p:nvSpPr>
              <p:spPr>
                <a:xfrm>
                  <a:off x="7086301" y="3482023"/>
                  <a:ext cx="45720" cy="53035"/>
                </a:xfrm>
                <a:prstGeom prst="ellipse">
                  <a:avLst/>
                </a:prstGeom>
                <a:solidFill>
                  <a:srgbClr val="6699D8"/>
                </a:solidFill>
                <a:ln w="381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3" name="Shape 156">
                  <a:extLst>
                    <a:ext uri="{FF2B5EF4-FFF2-40B4-BE49-F238E27FC236}">
                      <a16:creationId xmlns:a16="http://schemas.microsoft.com/office/drawing/2014/main" id="{0F76A02A-3574-C685-D8AE-0C6A02CC8277}"/>
                    </a:ext>
                  </a:extLst>
                </p:cNvPr>
                <p:cNvSpPr/>
                <p:nvPr/>
              </p:nvSpPr>
              <p:spPr>
                <a:xfrm>
                  <a:off x="7198223" y="3471873"/>
                  <a:ext cx="45720" cy="53035"/>
                </a:xfrm>
                <a:prstGeom prst="ellipse">
                  <a:avLst/>
                </a:prstGeom>
                <a:solidFill>
                  <a:srgbClr val="6699D8"/>
                </a:solidFill>
                <a:ln w="381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4" name="Shape 157">
                  <a:extLst>
                    <a:ext uri="{FF2B5EF4-FFF2-40B4-BE49-F238E27FC236}">
                      <a16:creationId xmlns:a16="http://schemas.microsoft.com/office/drawing/2014/main" id="{92D05D12-993D-FDEC-9F3E-652498BFAFC1}"/>
                    </a:ext>
                  </a:extLst>
                </p:cNvPr>
                <p:cNvSpPr/>
                <p:nvPr/>
              </p:nvSpPr>
              <p:spPr>
                <a:xfrm>
                  <a:off x="7138531" y="3532772"/>
                  <a:ext cx="45720" cy="53035"/>
                </a:xfrm>
                <a:prstGeom prst="ellipse">
                  <a:avLst/>
                </a:prstGeom>
                <a:solidFill>
                  <a:srgbClr val="6699D8"/>
                </a:solidFill>
                <a:ln w="381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5" name="Shape 158">
                  <a:extLst>
                    <a:ext uri="{FF2B5EF4-FFF2-40B4-BE49-F238E27FC236}">
                      <a16:creationId xmlns:a16="http://schemas.microsoft.com/office/drawing/2014/main" id="{BC8C6049-67B8-8FB4-CDA7-308D700D764C}"/>
                    </a:ext>
                  </a:extLst>
                </p:cNvPr>
                <p:cNvSpPr/>
                <p:nvPr/>
              </p:nvSpPr>
              <p:spPr>
                <a:xfrm>
                  <a:off x="7242992" y="3553072"/>
                  <a:ext cx="45720" cy="53035"/>
                </a:xfrm>
                <a:prstGeom prst="ellipse">
                  <a:avLst/>
                </a:prstGeom>
                <a:solidFill>
                  <a:srgbClr val="6699D8"/>
                </a:solidFill>
                <a:ln w="381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6" name="Shape 159">
                  <a:extLst>
                    <a:ext uri="{FF2B5EF4-FFF2-40B4-BE49-F238E27FC236}">
                      <a16:creationId xmlns:a16="http://schemas.microsoft.com/office/drawing/2014/main" id="{8DE458F2-EA90-7732-5310-8DDAE2C388DC}"/>
                    </a:ext>
                  </a:extLst>
                </p:cNvPr>
                <p:cNvSpPr/>
                <p:nvPr/>
              </p:nvSpPr>
              <p:spPr>
                <a:xfrm>
                  <a:off x="7048993" y="3558147"/>
                  <a:ext cx="45720" cy="53035"/>
                </a:xfrm>
                <a:prstGeom prst="ellipse">
                  <a:avLst/>
                </a:prstGeom>
                <a:solidFill>
                  <a:srgbClr val="6699D8"/>
                </a:solidFill>
                <a:ln w="381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7" name="Shape 160">
                  <a:extLst>
                    <a:ext uri="{FF2B5EF4-FFF2-40B4-BE49-F238E27FC236}">
                      <a16:creationId xmlns:a16="http://schemas.microsoft.com/office/drawing/2014/main" id="{C5186384-C6D7-8995-F589-261E886988BE}"/>
                    </a:ext>
                  </a:extLst>
                </p:cNvPr>
                <p:cNvSpPr/>
                <p:nvPr/>
              </p:nvSpPr>
              <p:spPr>
                <a:xfrm>
                  <a:off x="7183300" y="3583521"/>
                  <a:ext cx="45720" cy="53035"/>
                </a:xfrm>
                <a:prstGeom prst="ellipse">
                  <a:avLst/>
                </a:prstGeom>
                <a:solidFill>
                  <a:srgbClr val="6699D8"/>
                </a:solidFill>
                <a:ln w="3810">
                  <a:solidFill>
                    <a:srgbClr val="6699D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05" name="Group 2404">
                <a:extLst>
                  <a:ext uri="{FF2B5EF4-FFF2-40B4-BE49-F238E27FC236}">
                    <a16:creationId xmlns:a16="http://schemas.microsoft.com/office/drawing/2014/main" id="{B63CAF5F-1428-2A46-969A-04ECF26B3DDD}"/>
                  </a:ext>
                </a:extLst>
              </p:cNvPr>
              <p:cNvGrpSpPr/>
              <p:nvPr/>
            </p:nvGrpSpPr>
            <p:grpSpPr>
              <a:xfrm>
                <a:off x="7399059" y="3355872"/>
                <a:ext cx="402336" cy="343539"/>
                <a:chOff x="7431578" y="3374398"/>
                <a:chExt cx="402336" cy="343539"/>
              </a:xfrm>
            </p:grpSpPr>
            <p:sp>
              <p:nvSpPr>
                <p:cNvPr id="2368" name="Shape 161">
                  <a:extLst>
                    <a:ext uri="{FF2B5EF4-FFF2-40B4-BE49-F238E27FC236}">
                      <a16:creationId xmlns:a16="http://schemas.microsoft.com/office/drawing/2014/main" id="{51A824B8-3427-C4C5-5F41-80DA29E106C9}"/>
                    </a:ext>
                  </a:extLst>
                </p:cNvPr>
                <p:cNvSpPr/>
                <p:nvPr/>
              </p:nvSpPr>
              <p:spPr>
                <a:xfrm>
                  <a:off x="7431578" y="3374398"/>
                  <a:ext cx="402336" cy="343539"/>
                </a:xfrm>
                <a:prstGeom prst="ellipse">
                  <a:avLst/>
                </a:prstGeom>
                <a:solidFill>
                  <a:srgbClr val="FFFFFF"/>
                </a:solidFill>
                <a:ln w="1143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" name="Shape 162">
                  <a:extLst>
                    <a:ext uri="{FF2B5EF4-FFF2-40B4-BE49-F238E27FC236}">
                      <a16:creationId xmlns:a16="http://schemas.microsoft.com/office/drawing/2014/main" id="{ADA1B42B-EBC5-9265-3C73-46D6E1AE367B}"/>
                    </a:ext>
                  </a:extLst>
                </p:cNvPr>
                <p:cNvSpPr/>
                <p:nvPr/>
              </p:nvSpPr>
              <p:spPr>
                <a:xfrm>
                  <a:off x="7548164" y="3455048"/>
                  <a:ext cx="45720" cy="53035"/>
                </a:xfrm>
                <a:prstGeom prst="rect">
                  <a:avLst/>
                </a:prstGeom>
                <a:solidFill>
                  <a:srgbClr val="65A845"/>
                </a:solidFill>
                <a:ln w="381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" name="Shape 163">
                  <a:extLst>
                    <a:ext uri="{FF2B5EF4-FFF2-40B4-BE49-F238E27FC236}">
                      <a16:creationId xmlns:a16="http://schemas.microsoft.com/office/drawing/2014/main" id="{F6AB485D-C6E5-FDF0-79E7-803F431D165B}"/>
                    </a:ext>
                  </a:extLst>
                </p:cNvPr>
                <p:cNvSpPr/>
                <p:nvPr/>
              </p:nvSpPr>
              <p:spPr>
                <a:xfrm>
                  <a:off x="7664750" y="3443527"/>
                  <a:ext cx="45720" cy="53035"/>
                </a:xfrm>
                <a:prstGeom prst="rect">
                  <a:avLst/>
                </a:prstGeom>
                <a:solidFill>
                  <a:srgbClr val="65A845"/>
                </a:solidFill>
                <a:ln w="381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1" name="Shape 164">
                  <a:extLst>
                    <a:ext uri="{FF2B5EF4-FFF2-40B4-BE49-F238E27FC236}">
                      <a16:creationId xmlns:a16="http://schemas.microsoft.com/office/drawing/2014/main" id="{850BACFD-30FA-E051-4D94-C54E4C7907BA}"/>
                    </a:ext>
                  </a:extLst>
                </p:cNvPr>
                <p:cNvSpPr/>
                <p:nvPr/>
              </p:nvSpPr>
              <p:spPr>
                <a:xfrm>
                  <a:off x="7602571" y="3512655"/>
                  <a:ext cx="45720" cy="53035"/>
                </a:xfrm>
                <a:prstGeom prst="rect">
                  <a:avLst/>
                </a:prstGeom>
                <a:solidFill>
                  <a:srgbClr val="65A845"/>
                </a:solidFill>
                <a:ln w="381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2" name="Shape 165">
                  <a:extLst>
                    <a:ext uri="{FF2B5EF4-FFF2-40B4-BE49-F238E27FC236}">
                      <a16:creationId xmlns:a16="http://schemas.microsoft.com/office/drawing/2014/main" id="{ADBEE1C7-4597-16C2-E3CA-7A716994D756}"/>
                    </a:ext>
                  </a:extLst>
                </p:cNvPr>
                <p:cNvSpPr/>
                <p:nvPr/>
              </p:nvSpPr>
              <p:spPr>
                <a:xfrm>
                  <a:off x="7711384" y="3535698"/>
                  <a:ext cx="45720" cy="53035"/>
                </a:xfrm>
                <a:prstGeom prst="rect">
                  <a:avLst/>
                </a:prstGeom>
                <a:solidFill>
                  <a:srgbClr val="65A845"/>
                </a:solidFill>
                <a:ln w="381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3" name="Shape 166">
                  <a:extLst>
                    <a:ext uri="{FF2B5EF4-FFF2-40B4-BE49-F238E27FC236}">
                      <a16:creationId xmlns:a16="http://schemas.microsoft.com/office/drawing/2014/main" id="{9DD57EC0-F094-303B-5AA1-618B7DAA8FF6}"/>
                    </a:ext>
                  </a:extLst>
                </p:cNvPr>
                <p:cNvSpPr/>
                <p:nvPr/>
              </p:nvSpPr>
              <p:spPr>
                <a:xfrm>
                  <a:off x="7509302" y="3541459"/>
                  <a:ext cx="45720" cy="53035"/>
                </a:xfrm>
                <a:prstGeom prst="rect">
                  <a:avLst/>
                </a:prstGeom>
                <a:solidFill>
                  <a:srgbClr val="65A845"/>
                </a:solidFill>
                <a:ln w="381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4" name="Shape 167">
                  <a:extLst>
                    <a:ext uri="{FF2B5EF4-FFF2-40B4-BE49-F238E27FC236}">
                      <a16:creationId xmlns:a16="http://schemas.microsoft.com/office/drawing/2014/main" id="{61BC691D-7F26-EDF8-E3A8-27C6E13D4165}"/>
                    </a:ext>
                  </a:extLst>
                </p:cNvPr>
                <p:cNvSpPr/>
                <p:nvPr/>
              </p:nvSpPr>
              <p:spPr>
                <a:xfrm>
                  <a:off x="7649205" y="3570262"/>
                  <a:ext cx="45720" cy="53035"/>
                </a:xfrm>
                <a:prstGeom prst="rect">
                  <a:avLst/>
                </a:prstGeom>
                <a:solidFill>
                  <a:srgbClr val="65A845"/>
                </a:solidFill>
                <a:ln w="3810">
                  <a:solidFill>
                    <a:srgbClr val="65A845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06" name="Group 2405">
                <a:extLst>
                  <a:ext uri="{FF2B5EF4-FFF2-40B4-BE49-F238E27FC236}">
                    <a16:creationId xmlns:a16="http://schemas.microsoft.com/office/drawing/2014/main" id="{4937A56C-53B0-D6FA-01F5-6227F24FB487}"/>
                  </a:ext>
                </a:extLst>
              </p:cNvPr>
              <p:cNvGrpSpPr/>
              <p:nvPr/>
            </p:nvGrpSpPr>
            <p:grpSpPr>
              <a:xfrm>
                <a:off x="7708265" y="3630168"/>
                <a:ext cx="365760" cy="343540"/>
                <a:chOff x="7833914" y="3557279"/>
                <a:chExt cx="365760" cy="343540"/>
              </a:xfrm>
            </p:grpSpPr>
            <p:sp>
              <p:nvSpPr>
                <p:cNvPr id="2375" name="Shape 168">
                  <a:extLst>
                    <a:ext uri="{FF2B5EF4-FFF2-40B4-BE49-F238E27FC236}">
                      <a16:creationId xmlns:a16="http://schemas.microsoft.com/office/drawing/2014/main" id="{657DFBD6-5ADD-23D1-9D9C-C6A6A8F6A789}"/>
                    </a:ext>
                  </a:extLst>
                </p:cNvPr>
                <p:cNvSpPr/>
                <p:nvPr/>
              </p:nvSpPr>
              <p:spPr>
                <a:xfrm>
                  <a:off x="7833914" y="3557279"/>
                  <a:ext cx="365760" cy="343540"/>
                </a:xfrm>
                <a:prstGeom prst="ellipse">
                  <a:avLst/>
                </a:prstGeom>
                <a:solidFill>
                  <a:srgbClr val="FFFFFF"/>
                </a:solidFill>
                <a:ln w="1143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6" name="Shape 169">
                  <a:extLst>
                    <a:ext uri="{FF2B5EF4-FFF2-40B4-BE49-F238E27FC236}">
                      <a16:creationId xmlns:a16="http://schemas.microsoft.com/office/drawing/2014/main" id="{AD3BF4C3-AD0C-2951-20E9-EFAC31F8566C}"/>
                    </a:ext>
                  </a:extLst>
                </p:cNvPr>
                <p:cNvSpPr/>
                <p:nvPr/>
              </p:nvSpPr>
              <p:spPr>
                <a:xfrm>
                  <a:off x="7927183" y="3637928"/>
                  <a:ext cx="64008" cy="74249"/>
                </a:xfrm>
                <a:prstGeom prst="triangle">
                  <a:avLst/>
                </a:prstGeom>
                <a:solidFill>
                  <a:srgbClr val="F28C38">
                    <a:alpha val="85000"/>
                  </a:srgbClr>
                </a:solidFill>
                <a:ln w="508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7" name="Shape 170">
                  <a:extLst>
                    <a:ext uri="{FF2B5EF4-FFF2-40B4-BE49-F238E27FC236}">
                      <a16:creationId xmlns:a16="http://schemas.microsoft.com/office/drawing/2014/main" id="{D6735307-4A41-DDD5-F907-7C4F2AD5A56E}"/>
                    </a:ext>
                  </a:extLst>
                </p:cNvPr>
                <p:cNvSpPr/>
                <p:nvPr/>
              </p:nvSpPr>
              <p:spPr>
                <a:xfrm>
                  <a:off x="8020452" y="3626407"/>
                  <a:ext cx="64008" cy="74249"/>
                </a:xfrm>
                <a:prstGeom prst="triangle">
                  <a:avLst/>
                </a:prstGeom>
                <a:solidFill>
                  <a:srgbClr val="F28C38">
                    <a:alpha val="85000"/>
                  </a:srgbClr>
                </a:solidFill>
                <a:ln w="508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8" name="Shape 171">
                  <a:extLst>
                    <a:ext uri="{FF2B5EF4-FFF2-40B4-BE49-F238E27FC236}">
                      <a16:creationId xmlns:a16="http://schemas.microsoft.com/office/drawing/2014/main" id="{B1864907-531D-6F4D-78B3-FA4CA34C868E}"/>
                    </a:ext>
                  </a:extLst>
                </p:cNvPr>
                <p:cNvSpPr/>
                <p:nvPr/>
              </p:nvSpPr>
              <p:spPr>
                <a:xfrm>
                  <a:off x="7970708" y="3695535"/>
                  <a:ext cx="64008" cy="74249"/>
                </a:xfrm>
                <a:prstGeom prst="triangle">
                  <a:avLst/>
                </a:prstGeom>
                <a:solidFill>
                  <a:srgbClr val="F28C38">
                    <a:alpha val="85000"/>
                  </a:srgbClr>
                </a:solidFill>
                <a:ln w="508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9" name="Shape 172">
                  <a:extLst>
                    <a:ext uri="{FF2B5EF4-FFF2-40B4-BE49-F238E27FC236}">
                      <a16:creationId xmlns:a16="http://schemas.microsoft.com/office/drawing/2014/main" id="{CD50043F-B26E-D671-19E4-7C01ADCF9817}"/>
                    </a:ext>
                  </a:extLst>
                </p:cNvPr>
                <p:cNvSpPr/>
                <p:nvPr/>
              </p:nvSpPr>
              <p:spPr>
                <a:xfrm>
                  <a:off x="8057759" y="3718578"/>
                  <a:ext cx="64008" cy="74249"/>
                </a:xfrm>
                <a:prstGeom prst="triangle">
                  <a:avLst/>
                </a:prstGeom>
                <a:solidFill>
                  <a:srgbClr val="F28C38">
                    <a:alpha val="85000"/>
                  </a:srgbClr>
                </a:solidFill>
                <a:ln w="508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0" name="Shape 173">
                  <a:extLst>
                    <a:ext uri="{FF2B5EF4-FFF2-40B4-BE49-F238E27FC236}">
                      <a16:creationId xmlns:a16="http://schemas.microsoft.com/office/drawing/2014/main" id="{5F9B1C4C-BB34-77AC-C6CF-9F54C1DCCA33}"/>
                    </a:ext>
                  </a:extLst>
                </p:cNvPr>
                <p:cNvSpPr/>
                <p:nvPr/>
              </p:nvSpPr>
              <p:spPr>
                <a:xfrm>
                  <a:off x="7896093" y="3724339"/>
                  <a:ext cx="64008" cy="74249"/>
                </a:xfrm>
                <a:prstGeom prst="triangle">
                  <a:avLst/>
                </a:prstGeom>
                <a:solidFill>
                  <a:srgbClr val="F28C38">
                    <a:alpha val="85000"/>
                  </a:srgbClr>
                </a:solidFill>
                <a:ln w="508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1" name="Shape 174">
                  <a:extLst>
                    <a:ext uri="{FF2B5EF4-FFF2-40B4-BE49-F238E27FC236}">
                      <a16:creationId xmlns:a16="http://schemas.microsoft.com/office/drawing/2014/main" id="{B0A4939E-37E4-AAF4-1FB7-7C2C4954F4E0}"/>
                    </a:ext>
                  </a:extLst>
                </p:cNvPr>
                <p:cNvSpPr/>
                <p:nvPr/>
              </p:nvSpPr>
              <p:spPr>
                <a:xfrm>
                  <a:off x="8008016" y="3753142"/>
                  <a:ext cx="64008" cy="74249"/>
                </a:xfrm>
                <a:prstGeom prst="triangle">
                  <a:avLst/>
                </a:prstGeom>
                <a:solidFill>
                  <a:srgbClr val="F28C38">
                    <a:alpha val="85000"/>
                  </a:srgbClr>
                </a:solidFill>
                <a:ln w="5080">
                  <a:solidFill>
                    <a:srgbClr val="F28C3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08" name="Group 2407">
                <a:extLst>
                  <a:ext uri="{FF2B5EF4-FFF2-40B4-BE49-F238E27FC236}">
                    <a16:creationId xmlns:a16="http://schemas.microsoft.com/office/drawing/2014/main" id="{1A54A95B-2055-7B1F-238B-F52BEC03A24B}"/>
                  </a:ext>
                </a:extLst>
              </p:cNvPr>
              <p:cNvGrpSpPr/>
              <p:nvPr/>
            </p:nvGrpSpPr>
            <p:grpSpPr>
              <a:xfrm>
                <a:off x="7318040" y="3802361"/>
                <a:ext cx="420624" cy="307226"/>
                <a:chOff x="7413290" y="3813311"/>
                <a:chExt cx="420624" cy="307226"/>
              </a:xfrm>
            </p:grpSpPr>
            <p:sp>
              <p:nvSpPr>
                <p:cNvPr id="2382" name="Shape 175">
                  <a:extLst>
                    <a:ext uri="{FF2B5EF4-FFF2-40B4-BE49-F238E27FC236}">
                      <a16:creationId xmlns:a16="http://schemas.microsoft.com/office/drawing/2014/main" id="{C0D26206-2106-0E23-896B-1E35CDF19F5C}"/>
                    </a:ext>
                  </a:extLst>
                </p:cNvPr>
                <p:cNvSpPr/>
                <p:nvPr/>
              </p:nvSpPr>
              <p:spPr>
                <a:xfrm>
                  <a:off x="7413290" y="3813311"/>
                  <a:ext cx="420624" cy="307226"/>
                </a:xfrm>
                <a:prstGeom prst="ellipse">
                  <a:avLst/>
                </a:prstGeom>
                <a:solidFill>
                  <a:srgbClr val="FFFFFF"/>
                </a:solidFill>
                <a:ln w="1143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3" name="Shape 176">
                  <a:extLst>
                    <a:ext uri="{FF2B5EF4-FFF2-40B4-BE49-F238E27FC236}">
                      <a16:creationId xmlns:a16="http://schemas.microsoft.com/office/drawing/2014/main" id="{56CF3705-C3F1-0F89-11AC-AA8D8C074C2E}"/>
                    </a:ext>
                  </a:extLst>
                </p:cNvPr>
                <p:cNvSpPr/>
                <p:nvPr/>
              </p:nvSpPr>
              <p:spPr>
                <a:xfrm>
                  <a:off x="7520549" y="3880518"/>
                  <a:ext cx="64008" cy="74249"/>
                </a:xfrm>
                <a:prstGeom prst="diamond">
                  <a:avLst/>
                </a:prstGeom>
                <a:solidFill>
                  <a:srgbClr val="8263B9">
                    <a:alpha val="85000"/>
                  </a:srgbClr>
                </a:solidFill>
                <a:ln w="508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4" name="Shape 177">
                  <a:extLst>
                    <a:ext uri="{FF2B5EF4-FFF2-40B4-BE49-F238E27FC236}">
                      <a16:creationId xmlns:a16="http://schemas.microsoft.com/office/drawing/2014/main" id="{F80C752A-3B37-52D1-F3F0-14B20DCBF598}"/>
                    </a:ext>
                  </a:extLst>
                </p:cNvPr>
                <p:cNvSpPr/>
                <p:nvPr/>
              </p:nvSpPr>
              <p:spPr>
                <a:xfrm>
                  <a:off x="7627808" y="3870917"/>
                  <a:ext cx="64008" cy="74249"/>
                </a:xfrm>
                <a:prstGeom prst="diamond">
                  <a:avLst/>
                </a:prstGeom>
                <a:solidFill>
                  <a:srgbClr val="8263B9">
                    <a:alpha val="85000"/>
                  </a:srgbClr>
                </a:solidFill>
                <a:ln w="508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5" name="Shape 178">
                  <a:extLst>
                    <a:ext uri="{FF2B5EF4-FFF2-40B4-BE49-F238E27FC236}">
                      <a16:creationId xmlns:a16="http://schemas.microsoft.com/office/drawing/2014/main" id="{85BC843C-AE5D-5660-2B02-972F1F11957F}"/>
                    </a:ext>
                  </a:extLst>
                </p:cNvPr>
                <p:cNvSpPr/>
                <p:nvPr/>
              </p:nvSpPr>
              <p:spPr>
                <a:xfrm>
                  <a:off x="7570603" y="3928524"/>
                  <a:ext cx="64008" cy="74249"/>
                </a:xfrm>
                <a:prstGeom prst="diamond">
                  <a:avLst/>
                </a:prstGeom>
                <a:solidFill>
                  <a:srgbClr val="8263B9">
                    <a:alpha val="85000"/>
                  </a:srgbClr>
                </a:solidFill>
                <a:ln w="508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6" name="Shape 179">
                  <a:extLst>
                    <a:ext uri="{FF2B5EF4-FFF2-40B4-BE49-F238E27FC236}">
                      <a16:creationId xmlns:a16="http://schemas.microsoft.com/office/drawing/2014/main" id="{E107D4E5-EAD7-AEAF-8553-B71E42F765F1}"/>
                    </a:ext>
                  </a:extLst>
                </p:cNvPr>
                <p:cNvSpPr/>
                <p:nvPr/>
              </p:nvSpPr>
              <p:spPr>
                <a:xfrm>
                  <a:off x="7670712" y="3947727"/>
                  <a:ext cx="64008" cy="74249"/>
                </a:xfrm>
                <a:prstGeom prst="diamond">
                  <a:avLst/>
                </a:prstGeom>
                <a:solidFill>
                  <a:srgbClr val="8263B9">
                    <a:alpha val="85000"/>
                  </a:srgbClr>
                </a:solidFill>
                <a:ln w="508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7" name="Shape 180">
                  <a:extLst>
                    <a:ext uri="{FF2B5EF4-FFF2-40B4-BE49-F238E27FC236}">
                      <a16:creationId xmlns:a16="http://schemas.microsoft.com/office/drawing/2014/main" id="{67CDD4BC-74AB-CA52-C54D-D267894A9281}"/>
                    </a:ext>
                  </a:extLst>
                </p:cNvPr>
                <p:cNvSpPr/>
                <p:nvPr/>
              </p:nvSpPr>
              <p:spPr>
                <a:xfrm>
                  <a:off x="7484796" y="3952527"/>
                  <a:ext cx="64008" cy="74249"/>
                </a:xfrm>
                <a:prstGeom prst="diamond">
                  <a:avLst/>
                </a:prstGeom>
                <a:solidFill>
                  <a:srgbClr val="8263B9">
                    <a:alpha val="85000"/>
                  </a:srgbClr>
                </a:solidFill>
                <a:ln w="508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8" name="Shape 181">
                  <a:extLst>
                    <a:ext uri="{FF2B5EF4-FFF2-40B4-BE49-F238E27FC236}">
                      <a16:creationId xmlns:a16="http://schemas.microsoft.com/office/drawing/2014/main" id="{B946164E-39F9-6ECD-8C4A-AD4A975A0FE9}"/>
                    </a:ext>
                  </a:extLst>
                </p:cNvPr>
                <p:cNvSpPr/>
                <p:nvPr/>
              </p:nvSpPr>
              <p:spPr>
                <a:xfrm>
                  <a:off x="7613507" y="3976530"/>
                  <a:ext cx="64008" cy="74249"/>
                </a:xfrm>
                <a:prstGeom prst="diamond">
                  <a:avLst/>
                </a:prstGeom>
                <a:solidFill>
                  <a:srgbClr val="8263B9">
                    <a:alpha val="85000"/>
                  </a:srgbClr>
                </a:solidFill>
                <a:ln w="5080">
                  <a:solidFill>
                    <a:srgbClr val="8263B9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09" name="Group 2408">
                <a:extLst>
                  <a:ext uri="{FF2B5EF4-FFF2-40B4-BE49-F238E27FC236}">
                    <a16:creationId xmlns:a16="http://schemas.microsoft.com/office/drawing/2014/main" id="{4B4D5537-62DF-8F9C-C82D-54FF826A9D1D}"/>
                  </a:ext>
                </a:extLst>
              </p:cNvPr>
              <p:cNvGrpSpPr/>
              <p:nvPr/>
            </p:nvGrpSpPr>
            <p:grpSpPr>
              <a:xfrm>
                <a:off x="7002064" y="4023360"/>
                <a:ext cx="411480" cy="307226"/>
                <a:chOff x="6919514" y="3840743"/>
                <a:chExt cx="411480" cy="307226"/>
              </a:xfrm>
            </p:grpSpPr>
            <p:sp>
              <p:nvSpPr>
                <p:cNvPr id="2389" name="Shape 182">
                  <a:extLst>
                    <a:ext uri="{FF2B5EF4-FFF2-40B4-BE49-F238E27FC236}">
                      <a16:creationId xmlns:a16="http://schemas.microsoft.com/office/drawing/2014/main" id="{08496E7F-2ABF-125A-E6EE-76443D1EEACD}"/>
                    </a:ext>
                  </a:extLst>
                </p:cNvPr>
                <p:cNvSpPr/>
                <p:nvPr/>
              </p:nvSpPr>
              <p:spPr>
                <a:xfrm>
                  <a:off x="6919514" y="3840743"/>
                  <a:ext cx="411480" cy="307226"/>
                </a:xfrm>
                <a:prstGeom prst="ellipse">
                  <a:avLst/>
                </a:prstGeom>
                <a:solidFill>
                  <a:srgbClr val="FFFFFF"/>
                </a:solidFill>
                <a:ln w="11430">
                  <a:solidFill>
                    <a:srgbClr val="D63F3F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0" name="Text 183">
                  <a:extLst>
                    <a:ext uri="{FF2B5EF4-FFF2-40B4-BE49-F238E27FC236}">
                      <a16:creationId xmlns:a16="http://schemas.microsoft.com/office/drawing/2014/main" id="{3B905C09-B807-B1BC-DF84-0FEA60460F50}"/>
                    </a:ext>
                  </a:extLst>
                </p:cNvPr>
                <p:cNvSpPr/>
                <p:nvPr/>
              </p:nvSpPr>
              <p:spPr>
                <a:xfrm>
                  <a:off x="7015297" y="3898806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D63F3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★</a:t>
                  </a:r>
                  <a:endParaRPr lang="en-US" sz="550" dirty="0"/>
                </a:p>
              </p:txBody>
            </p:sp>
            <p:sp>
              <p:nvSpPr>
                <p:cNvPr id="2391" name="Text 184">
                  <a:extLst>
                    <a:ext uri="{FF2B5EF4-FFF2-40B4-BE49-F238E27FC236}">
                      <a16:creationId xmlns:a16="http://schemas.microsoft.com/office/drawing/2014/main" id="{4E15FCBF-25C2-0195-9504-AE953EABB7CB}"/>
                    </a:ext>
                  </a:extLst>
                </p:cNvPr>
                <p:cNvSpPr/>
                <p:nvPr/>
              </p:nvSpPr>
              <p:spPr>
                <a:xfrm>
                  <a:off x="7120225" y="3889205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D63F3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★</a:t>
                  </a:r>
                  <a:endParaRPr lang="en-US" sz="550" dirty="0"/>
                </a:p>
              </p:txBody>
            </p:sp>
            <p:sp>
              <p:nvSpPr>
                <p:cNvPr id="2392" name="Text 185">
                  <a:extLst>
                    <a:ext uri="{FF2B5EF4-FFF2-40B4-BE49-F238E27FC236}">
                      <a16:creationId xmlns:a16="http://schemas.microsoft.com/office/drawing/2014/main" id="{3FB7FE2D-F0DD-6CE6-4A06-647D9B2103CF}"/>
                    </a:ext>
                  </a:extLst>
                </p:cNvPr>
                <p:cNvSpPr/>
                <p:nvPr/>
              </p:nvSpPr>
              <p:spPr>
                <a:xfrm>
                  <a:off x="7064264" y="3946812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D63F3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★</a:t>
                  </a:r>
                  <a:endParaRPr lang="en-US" sz="550" dirty="0"/>
                </a:p>
              </p:txBody>
            </p:sp>
            <p:sp>
              <p:nvSpPr>
                <p:cNvPr id="2393" name="Text 186">
                  <a:extLst>
                    <a:ext uri="{FF2B5EF4-FFF2-40B4-BE49-F238E27FC236}">
                      <a16:creationId xmlns:a16="http://schemas.microsoft.com/office/drawing/2014/main" id="{CFB0C3A7-3203-3532-BF90-CD98692DC898}"/>
                    </a:ext>
                  </a:extLst>
                </p:cNvPr>
                <p:cNvSpPr/>
                <p:nvPr/>
              </p:nvSpPr>
              <p:spPr>
                <a:xfrm>
                  <a:off x="7162196" y="3966015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D63F3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★</a:t>
                  </a:r>
                  <a:endParaRPr lang="en-US" sz="550" dirty="0"/>
                </a:p>
              </p:txBody>
            </p:sp>
            <p:sp>
              <p:nvSpPr>
                <p:cNvPr id="2394" name="Text 187">
                  <a:extLst>
                    <a:ext uri="{FF2B5EF4-FFF2-40B4-BE49-F238E27FC236}">
                      <a16:creationId xmlns:a16="http://schemas.microsoft.com/office/drawing/2014/main" id="{A675082D-7D4B-F061-6DCF-B6E57A278A6C}"/>
                    </a:ext>
                  </a:extLst>
                </p:cNvPr>
                <p:cNvSpPr/>
                <p:nvPr/>
              </p:nvSpPr>
              <p:spPr>
                <a:xfrm>
                  <a:off x="6980322" y="3970815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D63F3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★</a:t>
                  </a:r>
                  <a:endParaRPr lang="en-US" sz="550" dirty="0"/>
                </a:p>
              </p:txBody>
            </p:sp>
            <p:sp>
              <p:nvSpPr>
                <p:cNvPr id="2395" name="Text 188">
                  <a:extLst>
                    <a:ext uri="{FF2B5EF4-FFF2-40B4-BE49-F238E27FC236}">
                      <a16:creationId xmlns:a16="http://schemas.microsoft.com/office/drawing/2014/main" id="{EFCE1440-7CE5-24C0-7511-30898D7786CE}"/>
                    </a:ext>
                  </a:extLst>
                </p:cNvPr>
                <p:cNvSpPr/>
                <p:nvPr/>
              </p:nvSpPr>
              <p:spPr>
                <a:xfrm>
                  <a:off x="7106234" y="3994818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D63F3F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★</a:t>
                  </a:r>
                  <a:endParaRPr lang="en-US" sz="550" dirty="0"/>
                </a:p>
              </p:txBody>
            </p:sp>
          </p:grpSp>
          <p:grpSp>
            <p:nvGrpSpPr>
              <p:cNvPr id="2407" name="Group 2406">
                <a:extLst>
                  <a:ext uri="{FF2B5EF4-FFF2-40B4-BE49-F238E27FC236}">
                    <a16:creationId xmlns:a16="http://schemas.microsoft.com/office/drawing/2014/main" id="{1322DEBF-A3EB-FFAD-8D41-9D43DBAF1E84}"/>
                  </a:ext>
                </a:extLst>
              </p:cNvPr>
              <p:cNvGrpSpPr/>
              <p:nvPr/>
            </p:nvGrpSpPr>
            <p:grpSpPr>
              <a:xfrm>
                <a:off x="7657973" y="4058534"/>
                <a:ext cx="320040" cy="286129"/>
                <a:chOff x="7924440" y="3898428"/>
                <a:chExt cx="320040" cy="286129"/>
              </a:xfrm>
            </p:grpSpPr>
            <p:sp>
              <p:nvSpPr>
                <p:cNvPr id="2396" name="Shape 189">
                  <a:extLst>
                    <a:ext uri="{FF2B5EF4-FFF2-40B4-BE49-F238E27FC236}">
                      <a16:creationId xmlns:a16="http://schemas.microsoft.com/office/drawing/2014/main" id="{645C2509-448C-2765-A265-C04007C35667}"/>
                    </a:ext>
                  </a:extLst>
                </p:cNvPr>
                <p:cNvSpPr/>
                <p:nvPr/>
              </p:nvSpPr>
              <p:spPr>
                <a:xfrm>
                  <a:off x="7924440" y="3898428"/>
                  <a:ext cx="320040" cy="286129"/>
                </a:xfrm>
                <a:prstGeom prst="ellipse">
                  <a:avLst/>
                </a:prstGeom>
                <a:solidFill>
                  <a:srgbClr val="FFFFFF"/>
                </a:solidFill>
                <a:ln w="11430">
                  <a:solidFill>
                    <a:srgbClr val="8B5A2B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7" name="Text 190">
                  <a:extLst>
                    <a:ext uri="{FF2B5EF4-FFF2-40B4-BE49-F238E27FC236}">
                      <a16:creationId xmlns:a16="http://schemas.microsoft.com/office/drawing/2014/main" id="{A26FC4FD-B7E8-A087-5BFB-4E30FB9C2163}"/>
                    </a:ext>
                  </a:extLst>
                </p:cNvPr>
                <p:cNvSpPr/>
                <p:nvPr/>
              </p:nvSpPr>
              <p:spPr>
                <a:xfrm>
                  <a:off x="7997820" y="3967661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8B5A2B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✚</a:t>
                  </a:r>
                  <a:endParaRPr lang="en-US" sz="550" dirty="0"/>
                </a:p>
              </p:txBody>
            </p:sp>
            <p:sp>
              <p:nvSpPr>
                <p:cNvPr id="2398" name="Text 191">
                  <a:extLst>
                    <a:ext uri="{FF2B5EF4-FFF2-40B4-BE49-F238E27FC236}">
                      <a16:creationId xmlns:a16="http://schemas.microsoft.com/office/drawing/2014/main" id="{099EBE5E-59A7-FF89-8FB3-272EDC46B2F9}"/>
                    </a:ext>
                  </a:extLst>
                </p:cNvPr>
                <p:cNvSpPr/>
                <p:nvPr/>
              </p:nvSpPr>
              <p:spPr>
                <a:xfrm>
                  <a:off x="8079430" y="3959980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8B5A2B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✚</a:t>
                  </a:r>
                  <a:endParaRPr lang="en-US" sz="550" dirty="0"/>
                </a:p>
              </p:txBody>
            </p:sp>
            <p:sp>
              <p:nvSpPr>
                <p:cNvPr id="2399" name="Text 192">
                  <a:extLst>
                    <a:ext uri="{FF2B5EF4-FFF2-40B4-BE49-F238E27FC236}">
                      <a16:creationId xmlns:a16="http://schemas.microsoft.com/office/drawing/2014/main" id="{75B71010-55B1-6DA0-E017-9DFF39078815}"/>
                    </a:ext>
                  </a:extLst>
                </p:cNvPr>
                <p:cNvSpPr/>
                <p:nvPr/>
              </p:nvSpPr>
              <p:spPr>
                <a:xfrm>
                  <a:off x="8035905" y="4006066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8B5A2B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✚</a:t>
                  </a:r>
                  <a:endParaRPr lang="en-US" sz="550" dirty="0"/>
                </a:p>
              </p:txBody>
            </p:sp>
            <p:sp>
              <p:nvSpPr>
                <p:cNvPr id="2400" name="Text 193">
                  <a:extLst>
                    <a:ext uri="{FF2B5EF4-FFF2-40B4-BE49-F238E27FC236}">
                      <a16:creationId xmlns:a16="http://schemas.microsoft.com/office/drawing/2014/main" id="{64D5519B-8BB8-BDBA-835C-9F82F7BCB9F5}"/>
                    </a:ext>
                  </a:extLst>
                </p:cNvPr>
                <p:cNvSpPr/>
                <p:nvPr/>
              </p:nvSpPr>
              <p:spPr>
                <a:xfrm>
                  <a:off x="8112074" y="4021427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8B5A2B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✚</a:t>
                  </a:r>
                  <a:endParaRPr lang="en-US" sz="550" dirty="0"/>
                </a:p>
              </p:txBody>
            </p:sp>
            <p:sp>
              <p:nvSpPr>
                <p:cNvPr id="2401" name="Text 194">
                  <a:extLst>
                    <a:ext uri="{FF2B5EF4-FFF2-40B4-BE49-F238E27FC236}">
                      <a16:creationId xmlns:a16="http://schemas.microsoft.com/office/drawing/2014/main" id="{B5EA0F08-0099-D56F-E527-2634A9B8AAD6}"/>
                    </a:ext>
                  </a:extLst>
                </p:cNvPr>
                <p:cNvSpPr/>
                <p:nvPr/>
              </p:nvSpPr>
              <p:spPr>
                <a:xfrm>
                  <a:off x="7970617" y="4025268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8B5A2B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✚</a:t>
                  </a:r>
                  <a:endParaRPr lang="en-US" sz="550" dirty="0"/>
                </a:p>
              </p:txBody>
            </p:sp>
            <p:sp>
              <p:nvSpPr>
                <p:cNvPr id="2402" name="Text 195">
                  <a:extLst>
                    <a:ext uri="{FF2B5EF4-FFF2-40B4-BE49-F238E27FC236}">
                      <a16:creationId xmlns:a16="http://schemas.microsoft.com/office/drawing/2014/main" id="{F0D2572B-18C0-7C1F-6F3E-ADBBC469147C}"/>
                    </a:ext>
                  </a:extLst>
                </p:cNvPr>
                <p:cNvSpPr/>
                <p:nvPr/>
              </p:nvSpPr>
              <p:spPr>
                <a:xfrm>
                  <a:off x="8068549" y="4044470"/>
                  <a:ext cx="73152" cy="84857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92500"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550" dirty="0">
                      <a:solidFill>
                        <a:srgbClr val="8B5A2B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✚</a:t>
                  </a:r>
                  <a:endParaRPr lang="en-US" sz="550" dirty="0"/>
                </a:p>
              </p:txBody>
            </p:sp>
          </p:grpSp>
          <p:sp>
            <p:nvSpPr>
              <p:cNvPr id="2403" name="Text 196">
                <a:extLst>
                  <a:ext uri="{FF2B5EF4-FFF2-40B4-BE49-F238E27FC236}">
                    <a16:creationId xmlns:a16="http://schemas.microsoft.com/office/drawing/2014/main" id="{3E11F3C8-D516-C774-C39D-5125EACD2B05}"/>
                  </a:ext>
                </a:extLst>
              </p:cNvPr>
              <p:cNvSpPr/>
              <p:nvPr/>
            </p:nvSpPr>
            <p:spPr>
              <a:xfrm>
                <a:off x="6951642" y="4460870"/>
                <a:ext cx="1119208" cy="201165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ea typeface="Aptos" pitchFamily="34" charset="-122"/>
                    <a:cs typeface="Aptos" pitchFamily="34" charset="-120"/>
                  </a:rPr>
                  <a:t>K=6 (MultiBypass140),</a:t>
                </a:r>
                <a:endParaRPr lang="en-US" sz="600" dirty="0"/>
              </a:p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ea typeface="Aptos" pitchFamily="34" charset="-122"/>
                    <a:cs typeface="Aptos" pitchFamily="34" charset="-120"/>
                  </a:rPr>
                  <a:t>K=4 (Cholec80)</a:t>
                </a:r>
                <a:endParaRPr lang="en-US" sz="600" dirty="0"/>
              </a:p>
            </p:txBody>
          </p:sp>
        </p:grpSp>
        <p:sp>
          <p:nvSpPr>
            <p:cNvPr id="2471" name="TextBox 2470">
              <a:extLst>
                <a:ext uri="{FF2B5EF4-FFF2-40B4-BE49-F238E27FC236}">
                  <a16:creationId xmlns:a16="http://schemas.microsoft.com/office/drawing/2014/main" id="{A8C29DC5-F2E7-7AA4-D481-849339166525}"/>
                </a:ext>
              </a:extLst>
            </p:cNvPr>
            <p:cNvSpPr txBox="1"/>
            <p:nvPr/>
          </p:nvSpPr>
          <p:spPr>
            <a:xfrm>
              <a:off x="6891442" y="3273661"/>
              <a:ext cx="117669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111111"/>
                  </a:solidFill>
                  <a:latin typeface="Aptos" pitchFamily="34" charset="0"/>
                </a:rPr>
                <a:t>K workflow clusters</a:t>
              </a:r>
            </a:p>
          </p:txBody>
        </p:sp>
      </p:grpSp>
      <p:cxnSp>
        <p:nvCxnSpPr>
          <p:cNvPr id="2480" name="Arrow">
            <a:extLst>
              <a:ext uri="{FF2B5EF4-FFF2-40B4-BE49-F238E27FC236}">
                <a16:creationId xmlns:a16="http://schemas.microsoft.com/office/drawing/2014/main" id="{7DF528F8-E40E-6F9D-22F0-67C9DB2A359B}"/>
              </a:ext>
            </a:extLst>
          </p:cNvPr>
          <p:cNvCxnSpPr>
            <a:cxnSpLocks/>
          </p:cNvCxnSpPr>
          <p:nvPr/>
        </p:nvCxnSpPr>
        <p:spPr>
          <a:xfrm>
            <a:off x="1795272" y="4035697"/>
            <a:ext cx="19177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481" name="Arrow">
            <a:extLst>
              <a:ext uri="{FF2B5EF4-FFF2-40B4-BE49-F238E27FC236}">
                <a16:creationId xmlns:a16="http://schemas.microsoft.com/office/drawing/2014/main" id="{D52CB824-6A75-50AF-2190-C3810B2D0A5D}"/>
              </a:ext>
            </a:extLst>
          </p:cNvPr>
          <p:cNvCxnSpPr>
            <a:cxnSpLocks/>
          </p:cNvCxnSpPr>
          <p:nvPr/>
        </p:nvCxnSpPr>
        <p:spPr>
          <a:xfrm>
            <a:off x="3076756" y="4050937"/>
            <a:ext cx="19177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482" name="Arrow">
            <a:extLst>
              <a:ext uri="{FF2B5EF4-FFF2-40B4-BE49-F238E27FC236}">
                <a16:creationId xmlns:a16="http://schemas.microsoft.com/office/drawing/2014/main" id="{5DBC6F53-34C2-319F-726E-059AACB49117}"/>
              </a:ext>
            </a:extLst>
          </p:cNvPr>
          <p:cNvCxnSpPr>
            <a:cxnSpLocks/>
          </p:cNvCxnSpPr>
          <p:nvPr/>
        </p:nvCxnSpPr>
        <p:spPr>
          <a:xfrm>
            <a:off x="4317349" y="4050937"/>
            <a:ext cx="19177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484" name="Arrow">
            <a:extLst>
              <a:ext uri="{FF2B5EF4-FFF2-40B4-BE49-F238E27FC236}">
                <a16:creationId xmlns:a16="http://schemas.microsoft.com/office/drawing/2014/main" id="{31E94EF2-D030-DFBF-1497-AC21FAF7BDC0}"/>
              </a:ext>
            </a:extLst>
          </p:cNvPr>
          <p:cNvCxnSpPr>
            <a:cxnSpLocks/>
          </p:cNvCxnSpPr>
          <p:nvPr/>
        </p:nvCxnSpPr>
        <p:spPr>
          <a:xfrm>
            <a:off x="5565578" y="4050937"/>
            <a:ext cx="19177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485" name="Arrow">
            <a:extLst>
              <a:ext uri="{FF2B5EF4-FFF2-40B4-BE49-F238E27FC236}">
                <a16:creationId xmlns:a16="http://schemas.microsoft.com/office/drawing/2014/main" id="{6F9CCDBC-B357-BDF2-D0DE-1CBCF1FE5FF6}"/>
              </a:ext>
            </a:extLst>
          </p:cNvPr>
          <p:cNvCxnSpPr>
            <a:cxnSpLocks/>
          </p:cNvCxnSpPr>
          <p:nvPr/>
        </p:nvCxnSpPr>
        <p:spPr>
          <a:xfrm>
            <a:off x="6857350" y="4052388"/>
            <a:ext cx="191770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sp>
        <p:nvSpPr>
          <p:cNvPr id="2487" name="TextBox 2486">
            <a:extLst>
              <a:ext uri="{FF2B5EF4-FFF2-40B4-BE49-F238E27FC236}">
                <a16:creationId xmlns:a16="http://schemas.microsoft.com/office/drawing/2014/main" id="{E807A3B5-B3BF-860D-E7D2-23086300FCE0}"/>
              </a:ext>
            </a:extLst>
          </p:cNvPr>
          <p:cNvSpPr txBox="1"/>
          <p:nvPr/>
        </p:nvSpPr>
        <p:spPr>
          <a:xfrm>
            <a:off x="58167" y="2993014"/>
            <a:ext cx="9781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3">
                    <a:lumMod val="50000"/>
                  </a:schemeClr>
                </a:solidFill>
              </a:rPr>
              <a:t>Oracle setting</a:t>
            </a:r>
          </a:p>
        </p:txBody>
      </p:sp>
      <p:sp>
        <p:nvSpPr>
          <p:cNvPr id="2489" name="TextBox 2488">
            <a:extLst>
              <a:ext uri="{FF2B5EF4-FFF2-40B4-BE49-F238E27FC236}">
                <a16:creationId xmlns:a16="http://schemas.microsoft.com/office/drawing/2014/main" id="{DE9AE45E-46F0-25E2-D6E0-A5650B1E937C}"/>
              </a:ext>
            </a:extLst>
          </p:cNvPr>
          <p:cNvSpPr txBox="1"/>
          <p:nvPr/>
        </p:nvSpPr>
        <p:spPr>
          <a:xfrm>
            <a:off x="889985" y="3000708"/>
            <a:ext cx="1749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(uses full surgery information)</a:t>
            </a:r>
          </a:p>
        </p:txBody>
      </p:sp>
      <p:grpSp>
        <p:nvGrpSpPr>
          <p:cNvPr id="2592" name="Group 2591">
            <a:extLst>
              <a:ext uri="{FF2B5EF4-FFF2-40B4-BE49-F238E27FC236}">
                <a16:creationId xmlns:a16="http://schemas.microsoft.com/office/drawing/2014/main" id="{5D412D06-4C3B-E140-942C-8678D6179D9E}"/>
              </a:ext>
            </a:extLst>
          </p:cNvPr>
          <p:cNvGrpSpPr/>
          <p:nvPr/>
        </p:nvGrpSpPr>
        <p:grpSpPr>
          <a:xfrm>
            <a:off x="457200" y="5242179"/>
            <a:ext cx="1007066" cy="667331"/>
            <a:chOff x="3912080" y="446534"/>
            <a:chExt cx="1007066" cy="667331"/>
          </a:xfrm>
        </p:grpSpPr>
        <p:sp>
          <p:nvSpPr>
            <p:cNvPr id="2555" name="Surgical video">
              <a:extLst>
                <a:ext uri="{FF2B5EF4-FFF2-40B4-BE49-F238E27FC236}">
                  <a16:creationId xmlns:a16="http://schemas.microsoft.com/office/drawing/2014/main" id="{D47BE1E7-3AAD-A04C-0B07-1BDBED26A017}"/>
                </a:ext>
              </a:extLst>
            </p:cNvPr>
            <p:cNvSpPr txBox="1"/>
            <p:nvPr/>
          </p:nvSpPr>
          <p:spPr>
            <a:xfrm>
              <a:off x="3912080" y="446534"/>
              <a:ext cx="917504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111827"/>
                  </a:solidFill>
                  <a:latin typeface="Arial"/>
                </a:rPr>
                <a:t>Observed surgical prefix</a:t>
              </a:r>
            </a:p>
            <a:p>
              <a:pPr algn="ctr"/>
              <a:r>
                <a:rPr lang="en-US" sz="600" b="1" dirty="0">
                  <a:solidFill>
                    <a:srgbClr val="111827"/>
                  </a:solidFill>
                  <a:latin typeface="Arial"/>
                </a:rPr>
                <a:t>(up to t)</a:t>
              </a:r>
              <a:endParaRPr sz="600" b="1" dirty="0">
                <a:solidFill>
                  <a:srgbClr val="111827"/>
                </a:solidFill>
                <a:latin typeface="Arial"/>
              </a:endParaRPr>
            </a:p>
          </p:txBody>
        </p:sp>
        <p:cxnSp>
          <p:nvCxnSpPr>
            <p:cNvPr id="2558" name="Arrow">
              <a:extLst>
                <a:ext uri="{FF2B5EF4-FFF2-40B4-BE49-F238E27FC236}">
                  <a16:creationId xmlns:a16="http://schemas.microsoft.com/office/drawing/2014/main" id="{00FBD6C3-E5D6-528C-DB0A-8B11FDAF59AB}"/>
                </a:ext>
              </a:extLst>
            </p:cNvPr>
            <p:cNvCxnSpPr>
              <a:cxnSpLocks/>
            </p:cNvCxnSpPr>
            <p:nvPr/>
          </p:nvCxnSpPr>
          <p:spPr>
            <a:xfrm>
              <a:off x="3951280" y="1002504"/>
              <a:ext cx="808482" cy="0"/>
            </a:xfrm>
            <a:prstGeom prst="line">
              <a:avLst/>
            </a:prstGeom>
            <a:ln w="13970">
              <a:solidFill>
                <a:srgbClr val="334155"/>
              </a:solidFill>
              <a:headEnd w="sm" len="sm"/>
              <a:tailEnd type="triangle" w="sm" len="sm"/>
            </a:ln>
          </p:spPr>
        </p:cxnSp>
        <p:sp>
          <p:nvSpPr>
            <p:cNvPr id="2562" name="TextBox 2561">
              <a:extLst>
                <a:ext uri="{FF2B5EF4-FFF2-40B4-BE49-F238E27FC236}">
                  <a16:creationId xmlns:a16="http://schemas.microsoft.com/office/drawing/2014/main" id="{84818BE6-84E3-BA31-4150-3CAEE7289438}"/>
                </a:ext>
              </a:extLst>
            </p:cNvPr>
            <p:cNvSpPr txBox="1"/>
            <p:nvPr/>
          </p:nvSpPr>
          <p:spPr>
            <a:xfrm>
              <a:off x="4696008" y="883033"/>
              <a:ext cx="2231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i="1" dirty="0"/>
                <a:t>t</a:t>
              </a:r>
            </a:p>
          </p:txBody>
        </p:sp>
        <p:grpSp>
          <p:nvGrpSpPr>
            <p:cNvPr id="2565" name="Group 2564">
              <a:extLst>
                <a:ext uri="{FF2B5EF4-FFF2-40B4-BE49-F238E27FC236}">
                  <a16:creationId xmlns:a16="http://schemas.microsoft.com/office/drawing/2014/main" id="{E5420D1B-49DA-9B4C-D860-7D16B66DE6F7}"/>
                </a:ext>
              </a:extLst>
            </p:cNvPr>
            <p:cNvGrpSpPr/>
            <p:nvPr/>
          </p:nvGrpSpPr>
          <p:grpSpPr>
            <a:xfrm>
              <a:off x="3962491" y="654526"/>
              <a:ext cx="818713" cy="267462"/>
              <a:chOff x="250408" y="974484"/>
              <a:chExt cx="1574932" cy="449714"/>
            </a:xfrm>
          </p:grpSpPr>
          <p:grpSp>
            <p:nvGrpSpPr>
              <p:cNvPr id="2568" name="Group 2567">
                <a:extLst>
                  <a:ext uri="{FF2B5EF4-FFF2-40B4-BE49-F238E27FC236}">
                    <a16:creationId xmlns:a16="http://schemas.microsoft.com/office/drawing/2014/main" id="{2CF0111C-D56C-857F-091B-B71EEE43082D}"/>
                  </a:ext>
                </a:extLst>
              </p:cNvPr>
              <p:cNvGrpSpPr/>
              <p:nvPr/>
            </p:nvGrpSpPr>
            <p:grpSpPr>
              <a:xfrm rot="16200000">
                <a:off x="813017" y="411875"/>
                <a:ext cx="449714" cy="1574932"/>
                <a:chOff x="365760" y="1417320"/>
                <a:chExt cx="932688" cy="1975104"/>
              </a:xfrm>
            </p:grpSpPr>
            <p:sp>
              <p:nvSpPr>
                <p:cNvPr id="2573" name="Filmstrip">
                  <a:extLst>
                    <a:ext uri="{FF2B5EF4-FFF2-40B4-BE49-F238E27FC236}">
                      <a16:creationId xmlns:a16="http://schemas.microsoft.com/office/drawing/2014/main" id="{CC2F54D1-3C7F-55EF-F096-9CBDE224B589}"/>
                    </a:ext>
                  </a:extLst>
                </p:cNvPr>
                <p:cNvSpPr/>
                <p:nvPr/>
              </p:nvSpPr>
              <p:spPr>
                <a:xfrm>
                  <a:off x="365760" y="1417320"/>
                  <a:ext cx="932688" cy="1975104"/>
                </a:xfrm>
                <a:prstGeom prst="rect">
                  <a:avLst/>
                </a:prstGeom>
                <a:solidFill>
                  <a:srgbClr val="0B0F19"/>
                </a:solidFill>
                <a:ln w="10160">
                  <a:solidFill>
                    <a:srgbClr val="000000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74" name="Film hole left">
                  <a:extLst>
                    <a:ext uri="{FF2B5EF4-FFF2-40B4-BE49-F238E27FC236}">
                      <a16:creationId xmlns:a16="http://schemas.microsoft.com/office/drawing/2014/main" id="{A6860469-48D7-6485-3096-048781CB7091}"/>
                    </a:ext>
                  </a:extLst>
                </p:cNvPr>
                <p:cNvSpPr/>
                <p:nvPr/>
              </p:nvSpPr>
              <p:spPr>
                <a:xfrm>
                  <a:off x="402336" y="152704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75" name="Film hole right">
                  <a:extLst>
                    <a:ext uri="{FF2B5EF4-FFF2-40B4-BE49-F238E27FC236}">
                      <a16:creationId xmlns:a16="http://schemas.microsoft.com/office/drawing/2014/main" id="{A2EE7EF7-B81D-69D7-83CC-BC485C4ED6C4}"/>
                    </a:ext>
                  </a:extLst>
                </p:cNvPr>
                <p:cNvSpPr/>
                <p:nvPr/>
              </p:nvSpPr>
              <p:spPr>
                <a:xfrm>
                  <a:off x="1207008" y="152704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76" name="Film hole left">
                  <a:extLst>
                    <a:ext uri="{FF2B5EF4-FFF2-40B4-BE49-F238E27FC236}">
                      <a16:creationId xmlns:a16="http://schemas.microsoft.com/office/drawing/2014/main" id="{88FCC925-FB2E-316D-2818-7A4EEB863321}"/>
                    </a:ext>
                  </a:extLst>
                </p:cNvPr>
                <p:cNvSpPr/>
                <p:nvPr/>
              </p:nvSpPr>
              <p:spPr>
                <a:xfrm>
                  <a:off x="402336" y="174193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77" name="Film hole right">
                  <a:extLst>
                    <a:ext uri="{FF2B5EF4-FFF2-40B4-BE49-F238E27FC236}">
                      <a16:creationId xmlns:a16="http://schemas.microsoft.com/office/drawing/2014/main" id="{2315ED00-691B-EF26-80BC-D08A88F3EA13}"/>
                    </a:ext>
                  </a:extLst>
                </p:cNvPr>
                <p:cNvSpPr/>
                <p:nvPr/>
              </p:nvSpPr>
              <p:spPr>
                <a:xfrm>
                  <a:off x="1207008" y="174193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78" name="Film hole left">
                  <a:extLst>
                    <a:ext uri="{FF2B5EF4-FFF2-40B4-BE49-F238E27FC236}">
                      <a16:creationId xmlns:a16="http://schemas.microsoft.com/office/drawing/2014/main" id="{DBE35F43-F507-C1B9-2AC3-86FCD57525C1}"/>
                    </a:ext>
                  </a:extLst>
                </p:cNvPr>
                <p:cNvSpPr/>
                <p:nvPr/>
              </p:nvSpPr>
              <p:spPr>
                <a:xfrm>
                  <a:off x="402336" y="195681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79" name="Film hole right">
                  <a:extLst>
                    <a:ext uri="{FF2B5EF4-FFF2-40B4-BE49-F238E27FC236}">
                      <a16:creationId xmlns:a16="http://schemas.microsoft.com/office/drawing/2014/main" id="{5A8EF9F7-9C74-57A7-A61A-E0058EC4F16F}"/>
                    </a:ext>
                  </a:extLst>
                </p:cNvPr>
                <p:cNvSpPr/>
                <p:nvPr/>
              </p:nvSpPr>
              <p:spPr>
                <a:xfrm>
                  <a:off x="1207008" y="195681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0" name="Film hole left">
                  <a:extLst>
                    <a:ext uri="{FF2B5EF4-FFF2-40B4-BE49-F238E27FC236}">
                      <a16:creationId xmlns:a16="http://schemas.microsoft.com/office/drawing/2014/main" id="{1513E514-493D-7CA3-882F-837A9B570E60}"/>
                    </a:ext>
                  </a:extLst>
                </p:cNvPr>
                <p:cNvSpPr/>
                <p:nvPr/>
              </p:nvSpPr>
              <p:spPr>
                <a:xfrm>
                  <a:off x="402336" y="217170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1" name="Film hole right">
                  <a:extLst>
                    <a:ext uri="{FF2B5EF4-FFF2-40B4-BE49-F238E27FC236}">
                      <a16:creationId xmlns:a16="http://schemas.microsoft.com/office/drawing/2014/main" id="{3D472F85-18F4-85FC-A3A2-9D9CA09A8EAE}"/>
                    </a:ext>
                  </a:extLst>
                </p:cNvPr>
                <p:cNvSpPr/>
                <p:nvPr/>
              </p:nvSpPr>
              <p:spPr>
                <a:xfrm>
                  <a:off x="1207008" y="217170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2" name="Film hole left">
                  <a:extLst>
                    <a:ext uri="{FF2B5EF4-FFF2-40B4-BE49-F238E27FC236}">
                      <a16:creationId xmlns:a16="http://schemas.microsoft.com/office/drawing/2014/main" id="{E67B160F-F7F4-E86F-A2E3-A4F04F5D94CE}"/>
                    </a:ext>
                  </a:extLst>
                </p:cNvPr>
                <p:cNvSpPr/>
                <p:nvPr/>
              </p:nvSpPr>
              <p:spPr>
                <a:xfrm>
                  <a:off x="402336" y="2386584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3" name="Film hole right">
                  <a:extLst>
                    <a:ext uri="{FF2B5EF4-FFF2-40B4-BE49-F238E27FC236}">
                      <a16:creationId xmlns:a16="http://schemas.microsoft.com/office/drawing/2014/main" id="{FFBA0A15-8317-9D4C-766E-6349FE42A8E1}"/>
                    </a:ext>
                  </a:extLst>
                </p:cNvPr>
                <p:cNvSpPr/>
                <p:nvPr/>
              </p:nvSpPr>
              <p:spPr>
                <a:xfrm>
                  <a:off x="1207008" y="2386584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4" name="Film hole left">
                  <a:extLst>
                    <a:ext uri="{FF2B5EF4-FFF2-40B4-BE49-F238E27FC236}">
                      <a16:creationId xmlns:a16="http://schemas.microsoft.com/office/drawing/2014/main" id="{384C6926-5B1D-2E80-6362-C2FDA021D012}"/>
                    </a:ext>
                  </a:extLst>
                </p:cNvPr>
                <p:cNvSpPr/>
                <p:nvPr/>
              </p:nvSpPr>
              <p:spPr>
                <a:xfrm>
                  <a:off x="402336" y="260146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5" name="Film hole right">
                  <a:extLst>
                    <a:ext uri="{FF2B5EF4-FFF2-40B4-BE49-F238E27FC236}">
                      <a16:creationId xmlns:a16="http://schemas.microsoft.com/office/drawing/2014/main" id="{D2BE11C2-DD1C-B5DE-0B50-82A896CD81BB}"/>
                    </a:ext>
                  </a:extLst>
                </p:cNvPr>
                <p:cNvSpPr/>
                <p:nvPr/>
              </p:nvSpPr>
              <p:spPr>
                <a:xfrm>
                  <a:off x="1207008" y="2601468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6" name="Film hole left">
                  <a:extLst>
                    <a:ext uri="{FF2B5EF4-FFF2-40B4-BE49-F238E27FC236}">
                      <a16:creationId xmlns:a16="http://schemas.microsoft.com/office/drawing/2014/main" id="{19483CA5-53A0-E953-FA6C-11D8998E0DC2}"/>
                    </a:ext>
                  </a:extLst>
                </p:cNvPr>
                <p:cNvSpPr/>
                <p:nvPr/>
              </p:nvSpPr>
              <p:spPr>
                <a:xfrm>
                  <a:off x="402336" y="281635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7" name="Film hole right">
                  <a:extLst>
                    <a:ext uri="{FF2B5EF4-FFF2-40B4-BE49-F238E27FC236}">
                      <a16:creationId xmlns:a16="http://schemas.microsoft.com/office/drawing/2014/main" id="{47368D00-5B64-C2C0-62EE-B8B97D6C8654}"/>
                    </a:ext>
                  </a:extLst>
                </p:cNvPr>
                <p:cNvSpPr/>
                <p:nvPr/>
              </p:nvSpPr>
              <p:spPr>
                <a:xfrm>
                  <a:off x="1207008" y="2816352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8" name="Film hole left">
                  <a:extLst>
                    <a:ext uri="{FF2B5EF4-FFF2-40B4-BE49-F238E27FC236}">
                      <a16:creationId xmlns:a16="http://schemas.microsoft.com/office/drawing/2014/main" id="{2914C30F-6D27-3FA8-B60D-57FE6E062C43}"/>
                    </a:ext>
                  </a:extLst>
                </p:cNvPr>
                <p:cNvSpPr/>
                <p:nvPr/>
              </p:nvSpPr>
              <p:spPr>
                <a:xfrm>
                  <a:off x="402336" y="303123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89" name="Film hole right">
                  <a:extLst>
                    <a:ext uri="{FF2B5EF4-FFF2-40B4-BE49-F238E27FC236}">
                      <a16:creationId xmlns:a16="http://schemas.microsoft.com/office/drawing/2014/main" id="{C7BAFD1F-5D1B-9889-259C-A30544B23AF2}"/>
                    </a:ext>
                  </a:extLst>
                </p:cNvPr>
                <p:cNvSpPr/>
                <p:nvPr/>
              </p:nvSpPr>
              <p:spPr>
                <a:xfrm>
                  <a:off x="1207008" y="3031236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90" name="Film hole left">
                  <a:extLst>
                    <a:ext uri="{FF2B5EF4-FFF2-40B4-BE49-F238E27FC236}">
                      <a16:creationId xmlns:a16="http://schemas.microsoft.com/office/drawing/2014/main" id="{4505D3EB-649D-39C0-118F-EC8286E2B3FB}"/>
                    </a:ext>
                  </a:extLst>
                </p:cNvPr>
                <p:cNvSpPr/>
                <p:nvPr/>
              </p:nvSpPr>
              <p:spPr>
                <a:xfrm>
                  <a:off x="402336" y="324612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591" name="Film hole right">
                  <a:extLst>
                    <a:ext uri="{FF2B5EF4-FFF2-40B4-BE49-F238E27FC236}">
                      <a16:creationId xmlns:a16="http://schemas.microsoft.com/office/drawing/2014/main" id="{56871E10-C6FA-D4E3-40F0-682BD16128DC}"/>
                    </a:ext>
                  </a:extLst>
                </p:cNvPr>
                <p:cNvSpPr/>
                <p:nvPr/>
              </p:nvSpPr>
              <p:spPr>
                <a:xfrm>
                  <a:off x="1207008" y="3246120"/>
                  <a:ext cx="54864" cy="45720"/>
                </a:xfrm>
                <a:prstGeom prst="rect">
                  <a:avLst/>
                </a:prstGeom>
                <a:solidFill>
                  <a:srgbClr val="FFFFFF"/>
                </a:solidFill>
                <a:ln w="1270">
                  <a:solidFill>
                    <a:srgbClr val="FFFFFF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</p:grpSp>
          <p:pic>
            <p:nvPicPr>
              <p:cNvPr id="2569" name="Film frame 1">
                <a:extLst>
                  <a:ext uri="{FF2B5EF4-FFF2-40B4-BE49-F238E27FC236}">
                    <a16:creationId xmlns:a16="http://schemas.microsoft.com/office/drawing/2014/main" id="{801AB491-0B08-7D38-2A1D-57D6CD267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7000" b="7000"/>
              <a:stretch>
                <a:fillRect/>
              </a:stretch>
            </p:blipFill>
            <p:spPr>
              <a:xfrm>
                <a:off x="250408" y="1109337"/>
                <a:ext cx="391462" cy="201168"/>
              </a:xfrm>
              <a:prstGeom prst="rect">
                <a:avLst/>
              </a:prstGeom>
            </p:spPr>
          </p:pic>
          <p:pic>
            <p:nvPicPr>
              <p:cNvPr id="2570" name="Film frame 2">
                <a:extLst>
                  <a:ext uri="{FF2B5EF4-FFF2-40B4-BE49-F238E27FC236}">
                    <a16:creationId xmlns:a16="http://schemas.microsoft.com/office/drawing/2014/main" id="{5C192A89-245B-88BC-0807-2995A70A91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000" b="7000"/>
              <a:stretch>
                <a:fillRect/>
              </a:stretch>
            </p:blipFill>
            <p:spPr>
              <a:xfrm>
                <a:off x="641870" y="1109337"/>
                <a:ext cx="391462" cy="201168"/>
              </a:xfrm>
              <a:prstGeom prst="rect">
                <a:avLst/>
              </a:prstGeom>
            </p:spPr>
          </p:pic>
          <p:pic>
            <p:nvPicPr>
              <p:cNvPr id="2571" name="Film frame 3">
                <a:extLst>
                  <a:ext uri="{FF2B5EF4-FFF2-40B4-BE49-F238E27FC236}">
                    <a16:creationId xmlns:a16="http://schemas.microsoft.com/office/drawing/2014/main" id="{06325615-7493-3EA8-3921-4E84937BDE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7000" b="7000"/>
              <a:stretch>
                <a:fillRect/>
              </a:stretch>
            </p:blipFill>
            <p:spPr>
              <a:xfrm>
                <a:off x="1033332" y="1109337"/>
                <a:ext cx="391462" cy="201168"/>
              </a:xfrm>
              <a:prstGeom prst="rect">
                <a:avLst/>
              </a:prstGeom>
            </p:spPr>
          </p:pic>
          <p:pic>
            <p:nvPicPr>
              <p:cNvPr id="2572" name="Film frame 4">
                <a:extLst>
                  <a:ext uri="{FF2B5EF4-FFF2-40B4-BE49-F238E27FC236}">
                    <a16:creationId xmlns:a16="http://schemas.microsoft.com/office/drawing/2014/main" id="{10BE0AFF-A4FD-8C90-1C42-6D7FA6E4D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7000" b="7000"/>
              <a:stretch>
                <a:fillRect/>
              </a:stretch>
            </p:blipFill>
            <p:spPr>
              <a:xfrm>
                <a:off x="1424794" y="1109337"/>
                <a:ext cx="391462" cy="201168"/>
              </a:xfrm>
              <a:prstGeom prst="rect">
                <a:avLst/>
              </a:prstGeom>
            </p:spPr>
          </p:pic>
        </p:grpSp>
      </p:grpSp>
      <p:cxnSp>
        <p:nvCxnSpPr>
          <p:cNvPr id="2600" name="Arrow">
            <a:extLst>
              <a:ext uri="{FF2B5EF4-FFF2-40B4-BE49-F238E27FC236}">
                <a16:creationId xmlns:a16="http://schemas.microsoft.com/office/drawing/2014/main" id="{FE74969F-38E6-9E7C-7598-12247DA5328C}"/>
              </a:ext>
            </a:extLst>
          </p:cNvPr>
          <p:cNvCxnSpPr>
            <a:cxnSpLocks/>
          </p:cNvCxnSpPr>
          <p:nvPr/>
        </p:nvCxnSpPr>
        <p:spPr>
          <a:xfrm>
            <a:off x="1682131" y="5540979"/>
            <a:ext cx="772004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grpSp>
        <p:nvGrpSpPr>
          <p:cNvPr id="2698" name="Group 2697">
            <a:extLst>
              <a:ext uri="{FF2B5EF4-FFF2-40B4-BE49-F238E27FC236}">
                <a16:creationId xmlns:a16="http://schemas.microsoft.com/office/drawing/2014/main" id="{6540828A-750E-A447-C3F1-C78B9B7E917B}"/>
              </a:ext>
            </a:extLst>
          </p:cNvPr>
          <p:cNvGrpSpPr/>
          <p:nvPr/>
        </p:nvGrpSpPr>
        <p:grpSpPr>
          <a:xfrm>
            <a:off x="2805834" y="5242179"/>
            <a:ext cx="1021049" cy="570988"/>
            <a:chOff x="1585865" y="5242179"/>
            <a:chExt cx="1021049" cy="570988"/>
          </a:xfrm>
        </p:grpSpPr>
        <p:grpSp>
          <p:nvGrpSpPr>
            <p:cNvPr id="2639" name="Group 2638">
              <a:extLst>
                <a:ext uri="{FF2B5EF4-FFF2-40B4-BE49-F238E27FC236}">
                  <a16:creationId xmlns:a16="http://schemas.microsoft.com/office/drawing/2014/main" id="{68E635DF-A2C0-F8B0-4412-D78E163E8F3E}"/>
                </a:ext>
              </a:extLst>
            </p:cNvPr>
            <p:cNvGrpSpPr/>
            <p:nvPr/>
          </p:nvGrpSpPr>
          <p:grpSpPr>
            <a:xfrm>
              <a:off x="1585865" y="5242179"/>
              <a:ext cx="917504" cy="570988"/>
              <a:chOff x="1585865" y="5216062"/>
              <a:chExt cx="917504" cy="570988"/>
            </a:xfrm>
          </p:grpSpPr>
          <p:sp>
            <p:nvSpPr>
              <p:cNvPr id="2596" name="Shape 19">
                <a:extLst>
                  <a:ext uri="{FF2B5EF4-FFF2-40B4-BE49-F238E27FC236}">
                    <a16:creationId xmlns:a16="http://schemas.microsoft.com/office/drawing/2014/main" id="{D13CAAC5-785A-F5DB-81DA-8B4D37FC6415}"/>
                  </a:ext>
                </a:extLst>
              </p:cNvPr>
              <p:cNvSpPr/>
              <p:nvPr/>
            </p:nvSpPr>
            <p:spPr>
              <a:xfrm>
                <a:off x="1690741" y="5441292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59AA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A</a:t>
                </a:r>
              </a:p>
            </p:txBody>
          </p:sp>
          <p:sp>
            <p:nvSpPr>
              <p:cNvPr id="2597" name="Shape 21">
                <a:extLst>
                  <a:ext uri="{FF2B5EF4-FFF2-40B4-BE49-F238E27FC236}">
                    <a16:creationId xmlns:a16="http://schemas.microsoft.com/office/drawing/2014/main" id="{054942D5-57FD-210C-F83E-48353E25515D}"/>
                  </a:ext>
                </a:extLst>
              </p:cNvPr>
              <p:cNvSpPr/>
              <p:nvPr/>
            </p:nvSpPr>
            <p:spPr>
              <a:xfrm>
                <a:off x="1867679" y="5441292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598" name="Shape 23">
                <a:extLst>
                  <a:ext uri="{FF2B5EF4-FFF2-40B4-BE49-F238E27FC236}">
                    <a16:creationId xmlns:a16="http://schemas.microsoft.com/office/drawing/2014/main" id="{27CCC95B-0941-5996-57DD-3F29128F7D5D}"/>
                  </a:ext>
                </a:extLst>
              </p:cNvPr>
              <p:cNvSpPr/>
              <p:nvPr/>
            </p:nvSpPr>
            <p:spPr>
              <a:xfrm>
                <a:off x="2044617" y="5441292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4B26A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B</a:t>
                </a:r>
              </a:p>
            </p:txBody>
          </p:sp>
          <p:sp>
            <p:nvSpPr>
              <p:cNvPr id="2599" name="Shape 25">
                <a:extLst>
                  <a:ext uri="{FF2B5EF4-FFF2-40B4-BE49-F238E27FC236}">
                    <a16:creationId xmlns:a16="http://schemas.microsoft.com/office/drawing/2014/main" id="{45A6F786-AF21-505A-0631-9AB06369B449}"/>
                  </a:ext>
                </a:extLst>
              </p:cNvPr>
              <p:cNvSpPr/>
              <p:nvPr/>
            </p:nvSpPr>
            <p:spPr>
              <a:xfrm>
                <a:off x="2221555" y="5441292"/>
                <a:ext cx="164294" cy="201521"/>
              </a:xfrm>
              <a:prstGeom prst="roundRect">
                <a:avLst>
                  <a:gd name="adj" fmla="val 20000"/>
                </a:avLst>
              </a:prstGeom>
              <a:solidFill>
                <a:srgbClr val="FAEC7D"/>
              </a:solidFill>
              <a:ln w="5715">
                <a:solidFill>
                  <a:srgbClr val="9A9A9A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sz="900" dirty="0"/>
                  <a:t>C</a:t>
                </a:r>
              </a:p>
            </p:txBody>
          </p:sp>
          <p:grpSp>
            <p:nvGrpSpPr>
              <p:cNvPr id="2637" name="Group 2636">
                <a:extLst>
                  <a:ext uri="{FF2B5EF4-FFF2-40B4-BE49-F238E27FC236}">
                    <a16:creationId xmlns:a16="http://schemas.microsoft.com/office/drawing/2014/main" id="{932B3ED7-082B-AE4E-0C64-E14F71909F92}"/>
                  </a:ext>
                </a:extLst>
              </p:cNvPr>
              <p:cNvGrpSpPr/>
              <p:nvPr/>
            </p:nvGrpSpPr>
            <p:grpSpPr>
              <a:xfrm>
                <a:off x="1715511" y="5687340"/>
                <a:ext cx="647596" cy="99710"/>
                <a:chOff x="1686470" y="5841463"/>
                <a:chExt cx="2724912" cy="274320"/>
              </a:xfrm>
            </p:grpSpPr>
            <p:cxnSp>
              <p:nvCxnSpPr>
                <p:cNvPr id="2601" name="Histogram x-axis">
                  <a:extLst>
                    <a:ext uri="{FF2B5EF4-FFF2-40B4-BE49-F238E27FC236}">
                      <a16:creationId xmlns:a16="http://schemas.microsoft.com/office/drawing/2014/main" id="{8F76BC9C-128C-1B9D-4D17-5D78EA178A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86470" y="6115783"/>
                  <a:ext cx="420624" cy="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cxnSp>
              <p:nvCxnSpPr>
                <p:cNvPr id="2602" name="Histogram y-axis">
                  <a:extLst>
                    <a:ext uri="{FF2B5EF4-FFF2-40B4-BE49-F238E27FC236}">
                      <a16:creationId xmlns:a16="http://schemas.microsoft.com/office/drawing/2014/main" id="{EF755AAB-0AC0-91BC-BBFF-9E8A102D5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470" y="5841463"/>
                  <a:ext cx="0" cy="27432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sp>
              <p:nvSpPr>
                <p:cNvPr id="2603" name="Histogram bar">
                  <a:extLst>
                    <a:ext uri="{FF2B5EF4-FFF2-40B4-BE49-F238E27FC236}">
                      <a16:creationId xmlns:a16="http://schemas.microsoft.com/office/drawing/2014/main" id="{DF1CFECF-AA1F-3B1C-8940-B33998626105}"/>
                    </a:ext>
                  </a:extLst>
                </p:cNvPr>
                <p:cNvSpPr/>
                <p:nvPr/>
              </p:nvSpPr>
              <p:spPr>
                <a:xfrm>
                  <a:off x="1732190" y="5920833"/>
                  <a:ext cx="40234" cy="194950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04" name="Histogram bar">
                  <a:extLst>
                    <a:ext uri="{FF2B5EF4-FFF2-40B4-BE49-F238E27FC236}">
                      <a16:creationId xmlns:a16="http://schemas.microsoft.com/office/drawing/2014/main" id="{E185998F-28CB-6F80-BEA4-F92CC14DAF79}"/>
                    </a:ext>
                  </a:extLst>
                </p:cNvPr>
                <p:cNvSpPr/>
                <p:nvPr/>
              </p:nvSpPr>
              <p:spPr>
                <a:xfrm>
                  <a:off x="1804428" y="5958872"/>
                  <a:ext cx="40234" cy="156911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05" name="Histogram bar">
                  <a:extLst>
                    <a:ext uri="{FF2B5EF4-FFF2-40B4-BE49-F238E27FC236}">
                      <a16:creationId xmlns:a16="http://schemas.microsoft.com/office/drawing/2014/main" id="{140B1F0E-6E43-9B1F-7684-E2458BE93487}"/>
                    </a:ext>
                  </a:extLst>
                </p:cNvPr>
                <p:cNvSpPr/>
                <p:nvPr/>
              </p:nvSpPr>
              <p:spPr>
                <a:xfrm>
                  <a:off x="1876665" y="5987401"/>
                  <a:ext cx="40234" cy="128382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06" name="Histogram bar">
                  <a:extLst>
                    <a:ext uri="{FF2B5EF4-FFF2-40B4-BE49-F238E27FC236}">
                      <a16:creationId xmlns:a16="http://schemas.microsoft.com/office/drawing/2014/main" id="{26D25154-9FA8-B618-DF49-2A940EFFB993}"/>
                    </a:ext>
                  </a:extLst>
                </p:cNvPr>
                <p:cNvSpPr/>
                <p:nvPr/>
              </p:nvSpPr>
              <p:spPr>
                <a:xfrm>
                  <a:off x="1948903" y="6025440"/>
                  <a:ext cx="40234" cy="90343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07" name="Histogram bar">
                  <a:extLst>
                    <a:ext uri="{FF2B5EF4-FFF2-40B4-BE49-F238E27FC236}">
                      <a16:creationId xmlns:a16="http://schemas.microsoft.com/office/drawing/2014/main" id="{F270672B-541E-8A24-EEA0-B00F347EFEAE}"/>
                    </a:ext>
                  </a:extLst>
                </p:cNvPr>
                <p:cNvSpPr/>
                <p:nvPr/>
              </p:nvSpPr>
              <p:spPr>
                <a:xfrm>
                  <a:off x="2021140" y="6056347"/>
                  <a:ext cx="40234" cy="59436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cxnSp>
              <p:nvCxnSpPr>
                <p:cNvPr id="2608" name="Histogram x-axis">
                  <a:extLst>
                    <a:ext uri="{FF2B5EF4-FFF2-40B4-BE49-F238E27FC236}">
                      <a16:creationId xmlns:a16="http://schemas.microsoft.com/office/drawing/2014/main" id="{475AA8FE-84C2-480F-0960-6955581DDE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4566" y="6115783"/>
                  <a:ext cx="420624" cy="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cxnSp>
              <p:nvCxnSpPr>
                <p:cNvPr id="2609" name="Histogram y-axis">
                  <a:extLst>
                    <a:ext uri="{FF2B5EF4-FFF2-40B4-BE49-F238E27FC236}">
                      <a16:creationId xmlns:a16="http://schemas.microsoft.com/office/drawing/2014/main" id="{49F1D1D3-C9E3-B817-1847-4FAB1B6F3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54566" y="5841463"/>
                  <a:ext cx="0" cy="27432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sp>
              <p:nvSpPr>
                <p:cNvPr id="2610" name="Histogram bar">
                  <a:extLst>
                    <a:ext uri="{FF2B5EF4-FFF2-40B4-BE49-F238E27FC236}">
                      <a16:creationId xmlns:a16="http://schemas.microsoft.com/office/drawing/2014/main" id="{6EAD10DE-8F67-22C6-7826-9AEE0F014FFA}"/>
                    </a:ext>
                  </a:extLst>
                </p:cNvPr>
                <p:cNvSpPr/>
                <p:nvPr/>
              </p:nvSpPr>
              <p:spPr>
                <a:xfrm>
                  <a:off x="2500286" y="6072989"/>
                  <a:ext cx="40234" cy="42794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11" name="Histogram bar">
                  <a:extLst>
                    <a:ext uri="{FF2B5EF4-FFF2-40B4-BE49-F238E27FC236}">
                      <a16:creationId xmlns:a16="http://schemas.microsoft.com/office/drawing/2014/main" id="{857A0A7B-2406-9CAE-0EE7-8953AC5E004B}"/>
                    </a:ext>
                  </a:extLst>
                </p:cNvPr>
                <p:cNvSpPr/>
                <p:nvPr/>
              </p:nvSpPr>
              <p:spPr>
                <a:xfrm>
                  <a:off x="2572524" y="6049215"/>
                  <a:ext cx="40234" cy="66568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12" name="Histogram bar">
                  <a:extLst>
                    <a:ext uri="{FF2B5EF4-FFF2-40B4-BE49-F238E27FC236}">
                      <a16:creationId xmlns:a16="http://schemas.microsoft.com/office/drawing/2014/main" id="{EF9B73D5-33F0-D568-0DCE-A60EEB4BE1FB}"/>
                    </a:ext>
                  </a:extLst>
                </p:cNvPr>
                <p:cNvSpPr/>
                <p:nvPr/>
              </p:nvSpPr>
              <p:spPr>
                <a:xfrm>
                  <a:off x="2644761" y="6034950"/>
                  <a:ext cx="40234" cy="80833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13" name="Histogram bar">
                  <a:extLst>
                    <a:ext uri="{FF2B5EF4-FFF2-40B4-BE49-F238E27FC236}">
                      <a16:creationId xmlns:a16="http://schemas.microsoft.com/office/drawing/2014/main" id="{A74FEF6A-5ABD-86BC-0C36-ECC38D58C151}"/>
                    </a:ext>
                  </a:extLst>
                </p:cNvPr>
                <p:cNvSpPr/>
                <p:nvPr/>
              </p:nvSpPr>
              <p:spPr>
                <a:xfrm>
                  <a:off x="2716999" y="6006421"/>
                  <a:ext cx="40234" cy="109362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14" name="Histogram bar">
                  <a:extLst>
                    <a:ext uri="{FF2B5EF4-FFF2-40B4-BE49-F238E27FC236}">
                      <a16:creationId xmlns:a16="http://schemas.microsoft.com/office/drawing/2014/main" id="{25ACBC6A-EB50-434D-A587-8EFFA33F1A9E}"/>
                    </a:ext>
                  </a:extLst>
                </p:cNvPr>
                <p:cNvSpPr/>
                <p:nvPr/>
              </p:nvSpPr>
              <p:spPr>
                <a:xfrm>
                  <a:off x="2789236" y="5985024"/>
                  <a:ext cx="40234" cy="130759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cxnSp>
              <p:nvCxnSpPr>
                <p:cNvPr id="2615" name="Histogram x-axis">
                  <a:extLst>
                    <a:ext uri="{FF2B5EF4-FFF2-40B4-BE49-F238E27FC236}">
                      <a16:creationId xmlns:a16="http://schemas.microsoft.com/office/drawing/2014/main" id="{FFA673A7-F2DB-B5C6-E18F-DF3E457D56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22662" y="6115783"/>
                  <a:ext cx="420624" cy="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cxnSp>
              <p:nvCxnSpPr>
                <p:cNvPr id="2616" name="Histogram y-axis">
                  <a:extLst>
                    <a:ext uri="{FF2B5EF4-FFF2-40B4-BE49-F238E27FC236}">
                      <a16:creationId xmlns:a16="http://schemas.microsoft.com/office/drawing/2014/main" id="{73CED63A-2681-D0A7-3B34-BC269CD5A5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22662" y="5841463"/>
                  <a:ext cx="0" cy="27432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sp>
              <p:nvSpPr>
                <p:cNvPr id="2617" name="Histogram bar">
                  <a:extLst>
                    <a:ext uri="{FF2B5EF4-FFF2-40B4-BE49-F238E27FC236}">
                      <a16:creationId xmlns:a16="http://schemas.microsoft.com/office/drawing/2014/main" id="{39AB49B4-7986-9006-F647-D21B2651F2BD}"/>
                    </a:ext>
                  </a:extLst>
                </p:cNvPr>
                <p:cNvSpPr/>
                <p:nvPr/>
              </p:nvSpPr>
              <p:spPr>
                <a:xfrm>
                  <a:off x="3268382" y="5968382"/>
                  <a:ext cx="40234" cy="147401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18" name="Histogram bar">
                  <a:extLst>
                    <a:ext uri="{FF2B5EF4-FFF2-40B4-BE49-F238E27FC236}">
                      <a16:creationId xmlns:a16="http://schemas.microsoft.com/office/drawing/2014/main" id="{A734EBAC-D3A4-2885-305F-8C57762CDB83}"/>
                    </a:ext>
                  </a:extLst>
                </p:cNvPr>
                <p:cNvSpPr/>
                <p:nvPr/>
              </p:nvSpPr>
              <p:spPr>
                <a:xfrm>
                  <a:off x="3340620" y="6068234"/>
                  <a:ext cx="40234" cy="47549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19" name="Histogram bar">
                  <a:extLst>
                    <a:ext uri="{FF2B5EF4-FFF2-40B4-BE49-F238E27FC236}">
                      <a16:creationId xmlns:a16="http://schemas.microsoft.com/office/drawing/2014/main" id="{1539ACBD-A223-9859-ECD8-96E67AC975B2}"/>
                    </a:ext>
                  </a:extLst>
                </p:cNvPr>
                <p:cNvSpPr/>
                <p:nvPr/>
              </p:nvSpPr>
              <p:spPr>
                <a:xfrm>
                  <a:off x="3412857" y="6080121"/>
                  <a:ext cx="40234" cy="35662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20" name="Histogram bar">
                  <a:extLst>
                    <a:ext uri="{FF2B5EF4-FFF2-40B4-BE49-F238E27FC236}">
                      <a16:creationId xmlns:a16="http://schemas.microsoft.com/office/drawing/2014/main" id="{FA3B6B26-DF43-19F1-2031-BB5984725278}"/>
                    </a:ext>
                  </a:extLst>
                </p:cNvPr>
                <p:cNvSpPr/>
                <p:nvPr/>
              </p:nvSpPr>
              <p:spPr>
                <a:xfrm>
                  <a:off x="3485095" y="6049215"/>
                  <a:ext cx="40234" cy="66568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21" name="Histogram bar">
                  <a:extLst>
                    <a:ext uri="{FF2B5EF4-FFF2-40B4-BE49-F238E27FC236}">
                      <a16:creationId xmlns:a16="http://schemas.microsoft.com/office/drawing/2014/main" id="{E8ABBFEF-61C5-284E-1E4B-6B394F2D30BB}"/>
                    </a:ext>
                  </a:extLst>
                </p:cNvPr>
                <p:cNvSpPr/>
                <p:nvPr/>
              </p:nvSpPr>
              <p:spPr>
                <a:xfrm>
                  <a:off x="3557332" y="6034950"/>
                  <a:ext cx="40234" cy="80833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cxnSp>
              <p:nvCxnSpPr>
                <p:cNvPr id="2622" name="Histogram x-axis">
                  <a:extLst>
                    <a:ext uri="{FF2B5EF4-FFF2-40B4-BE49-F238E27FC236}">
                      <a16:creationId xmlns:a16="http://schemas.microsoft.com/office/drawing/2014/main" id="{7B2C6FFF-2C90-900C-86E9-70F7BB497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90758" y="6115783"/>
                  <a:ext cx="420624" cy="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cxnSp>
              <p:nvCxnSpPr>
                <p:cNvPr id="2623" name="Histogram y-axis">
                  <a:extLst>
                    <a:ext uri="{FF2B5EF4-FFF2-40B4-BE49-F238E27FC236}">
                      <a16:creationId xmlns:a16="http://schemas.microsoft.com/office/drawing/2014/main" id="{A602FEB6-35C3-A6F4-70D8-85DE359A93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90758" y="5841463"/>
                  <a:ext cx="0" cy="274320"/>
                </a:xfrm>
                <a:prstGeom prst="line">
                  <a:avLst/>
                </a:prstGeom>
                <a:ln w="9525">
                  <a:solidFill>
                    <a:srgbClr val="111827"/>
                  </a:solidFill>
                </a:ln>
              </p:spPr>
            </p:cxnSp>
            <p:sp>
              <p:nvSpPr>
                <p:cNvPr id="2624" name="Histogram bar">
                  <a:extLst>
                    <a:ext uri="{FF2B5EF4-FFF2-40B4-BE49-F238E27FC236}">
                      <a16:creationId xmlns:a16="http://schemas.microsoft.com/office/drawing/2014/main" id="{ABF9B9BB-41B8-DA27-279D-F595DD8F3E97}"/>
                    </a:ext>
                  </a:extLst>
                </p:cNvPr>
                <p:cNvSpPr/>
                <p:nvPr/>
              </p:nvSpPr>
              <p:spPr>
                <a:xfrm>
                  <a:off x="4036478" y="5935098"/>
                  <a:ext cx="40234" cy="180685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25" name="Histogram bar">
                  <a:extLst>
                    <a:ext uri="{FF2B5EF4-FFF2-40B4-BE49-F238E27FC236}">
                      <a16:creationId xmlns:a16="http://schemas.microsoft.com/office/drawing/2014/main" id="{9CD593BD-EF86-EBB2-9CB3-C2482E5BF44D}"/>
                    </a:ext>
                  </a:extLst>
                </p:cNvPr>
                <p:cNvSpPr/>
                <p:nvPr/>
              </p:nvSpPr>
              <p:spPr>
                <a:xfrm>
                  <a:off x="4108716" y="5906568"/>
                  <a:ext cx="40234" cy="209215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26" name="Histogram bar">
                  <a:extLst>
                    <a:ext uri="{FF2B5EF4-FFF2-40B4-BE49-F238E27FC236}">
                      <a16:creationId xmlns:a16="http://schemas.microsoft.com/office/drawing/2014/main" id="{16F90702-310E-FB72-F12C-AE44BB31AA83}"/>
                    </a:ext>
                  </a:extLst>
                </p:cNvPr>
                <p:cNvSpPr/>
                <p:nvPr/>
              </p:nvSpPr>
              <p:spPr>
                <a:xfrm>
                  <a:off x="4180953" y="6001666"/>
                  <a:ext cx="40234" cy="114117"/>
                </a:xfrm>
                <a:prstGeom prst="rect">
                  <a:avLst/>
                </a:prstGeom>
                <a:solidFill>
                  <a:srgbClr val="6B7280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27" name="Histogram bar">
                  <a:extLst>
                    <a:ext uri="{FF2B5EF4-FFF2-40B4-BE49-F238E27FC236}">
                      <a16:creationId xmlns:a16="http://schemas.microsoft.com/office/drawing/2014/main" id="{84B7A7F6-3424-599B-8400-C503B7BCA19D}"/>
                    </a:ext>
                  </a:extLst>
                </p:cNvPr>
                <p:cNvSpPr/>
                <p:nvPr/>
              </p:nvSpPr>
              <p:spPr>
                <a:xfrm>
                  <a:off x="4253191" y="6053970"/>
                  <a:ext cx="40234" cy="61813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  <p:sp>
              <p:nvSpPr>
                <p:cNvPr id="2628" name="Histogram bar">
                  <a:extLst>
                    <a:ext uri="{FF2B5EF4-FFF2-40B4-BE49-F238E27FC236}">
                      <a16:creationId xmlns:a16="http://schemas.microsoft.com/office/drawing/2014/main" id="{28279270-D9DA-3EA4-2E6B-78D5D0D500FE}"/>
                    </a:ext>
                  </a:extLst>
                </p:cNvPr>
                <p:cNvSpPr/>
                <p:nvPr/>
              </p:nvSpPr>
              <p:spPr>
                <a:xfrm>
                  <a:off x="4325428" y="6072989"/>
                  <a:ext cx="40234" cy="42794"/>
                </a:xfrm>
                <a:prstGeom prst="rect">
                  <a:avLst/>
                </a:prstGeom>
                <a:solidFill>
                  <a:srgbClr val="D1D5DB"/>
                </a:solidFill>
                <a:ln w="3175">
                  <a:solidFill>
                    <a:srgbClr val="111827"/>
                  </a:solidFill>
                </a:ln>
              </p:spPr>
              <p:txBody>
                <a:bodyPr rtlCol="0" anchor="ctr"/>
                <a:lstStyle/>
                <a:p>
                  <a:endParaRPr/>
                </a:p>
              </p:txBody>
            </p:sp>
          </p:grpSp>
          <p:sp>
            <p:nvSpPr>
              <p:cNvPr id="2638" name="Surgical video">
                <a:extLst>
                  <a:ext uri="{FF2B5EF4-FFF2-40B4-BE49-F238E27FC236}">
                    <a16:creationId xmlns:a16="http://schemas.microsoft.com/office/drawing/2014/main" id="{E482FCB4-F520-9270-678B-CB9C195694A4}"/>
                  </a:ext>
                </a:extLst>
              </p:cNvPr>
              <p:cNvSpPr txBox="1"/>
              <p:nvPr/>
            </p:nvSpPr>
            <p:spPr>
              <a:xfrm>
                <a:off x="1585865" y="5216062"/>
                <a:ext cx="917504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rgbClr val="111827"/>
                    </a:solidFill>
                    <a:latin typeface="Arial"/>
                  </a:rPr>
                  <a:t>Phase prediction on prefix</a:t>
                </a:r>
                <a:endParaRPr sz="600" b="1" dirty="0">
                  <a:solidFill>
                    <a:srgbClr val="111827"/>
                  </a:solidFill>
                  <a:latin typeface="Arial"/>
                </a:endParaRPr>
              </a:p>
            </p:txBody>
          </p:sp>
        </p:grpSp>
        <p:sp>
          <p:nvSpPr>
            <p:cNvPr id="2640" name="Text 100">
              <a:extLst>
                <a:ext uri="{FF2B5EF4-FFF2-40B4-BE49-F238E27FC236}">
                  <a16:creationId xmlns:a16="http://schemas.microsoft.com/office/drawing/2014/main" id="{5DF9942A-5062-F745-7F14-AC4ABC8F7768}"/>
                </a:ext>
              </a:extLst>
            </p:cNvPr>
            <p:cNvSpPr/>
            <p:nvPr/>
          </p:nvSpPr>
          <p:spPr>
            <a:xfrm>
              <a:off x="2424034" y="54635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00" i="1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...</a:t>
              </a:r>
              <a:endParaRPr lang="en-US" sz="600" dirty="0"/>
            </a:p>
          </p:txBody>
        </p:sp>
        <p:sp>
          <p:nvSpPr>
            <p:cNvPr id="2641" name="Text 100">
              <a:extLst>
                <a:ext uri="{FF2B5EF4-FFF2-40B4-BE49-F238E27FC236}">
                  <a16:creationId xmlns:a16="http://schemas.microsoft.com/office/drawing/2014/main" id="{725E5C6F-F09F-D037-21A9-C16C18019CE6}"/>
                </a:ext>
              </a:extLst>
            </p:cNvPr>
            <p:cNvSpPr/>
            <p:nvPr/>
          </p:nvSpPr>
          <p:spPr>
            <a:xfrm>
              <a:off x="2424034" y="5655564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00" i="1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...</a:t>
              </a:r>
              <a:endParaRPr lang="en-US" sz="600" dirty="0"/>
            </a:p>
          </p:txBody>
        </p:sp>
      </p:grpSp>
      <p:grpSp>
        <p:nvGrpSpPr>
          <p:cNvPr id="2688" name="Group 2687">
            <a:extLst>
              <a:ext uri="{FF2B5EF4-FFF2-40B4-BE49-F238E27FC236}">
                <a16:creationId xmlns:a16="http://schemas.microsoft.com/office/drawing/2014/main" id="{3D53B0CD-96BF-25CA-324E-069419E62927}"/>
              </a:ext>
            </a:extLst>
          </p:cNvPr>
          <p:cNvGrpSpPr/>
          <p:nvPr/>
        </p:nvGrpSpPr>
        <p:grpSpPr>
          <a:xfrm>
            <a:off x="5168451" y="5242179"/>
            <a:ext cx="768604" cy="800911"/>
            <a:chOff x="3009848" y="5248656"/>
            <a:chExt cx="768604" cy="800911"/>
          </a:xfrm>
        </p:grpSpPr>
        <p:grpSp>
          <p:nvGrpSpPr>
            <p:cNvPr id="2671" name="Group 2670">
              <a:extLst>
                <a:ext uri="{FF2B5EF4-FFF2-40B4-BE49-F238E27FC236}">
                  <a16:creationId xmlns:a16="http://schemas.microsoft.com/office/drawing/2014/main" id="{D49766AC-D6EA-6FDB-E923-063F6176D03E}"/>
                </a:ext>
              </a:extLst>
            </p:cNvPr>
            <p:cNvGrpSpPr/>
            <p:nvPr/>
          </p:nvGrpSpPr>
          <p:grpSpPr>
            <a:xfrm>
              <a:off x="3036682" y="5379938"/>
              <a:ext cx="604915" cy="508687"/>
              <a:chOff x="3125837" y="5213275"/>
              <a:chExt cx="721462" cy="612648"/>
            </a:xfrm>
          </p:grpSpPr>
          <p:sp>
            <p:nvSpPr>
              <p:cNvPr id="2644" name="Text 381">
                <a:extLst>
                  <a:ext uri="{FF2B5EF4-FFF2-40B4-BE49-F238E27FC236}">
                    <a16:creationId xmlns:a16="http://schemas.microsoft.com/office/drawing/2014/main" id="{1755BB28-678C-02AE-DB89-99086E7874F6}"/>
                  </a:ext>
                </a:extLst>
              </p:cNvPr>
              <p:cNvSpPr/>
              <p:nvPr/>
            </p:nvSpPr>
            <p:spPr>
              <a:xfrm>
                <a:off x="3125837" y="5213275"/>
                <a:ext cx="164592" cy="118872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1</a:t>
                </a:r>
                <a:endParaRPr lang="en-US" sz="600" dirty="0"/>
              </a:p>
            </p:txBody>
          </p:sp>
          <p:sp>
            <p:nvSpPr>
              <p:cNvPr id="2645" name="Shape 382">
                <a:extLst>
                  <a:ext uri="{FF2B5EF4-FFF2-40B4-BE49-F238E27FC236}">
                    <a16:creationId xmlns:a16="http://schemas.microsoft.com/office/drawing/2014/main" id="{2AC12461-2325-322A-AF37-551AFEB9FAF6}"/>
                  </a:ext>
                </a:extLst>
              </p:cNvPr>
              <p:cNvSpPr/>
              <p:nvPr/>
            </p:nvSpPr>
            <p:spPr>
              <a:xfrm>
                <a:off x="3354437" y="5222419"/>
                <a:ext cx="326898" cy="82296"/>
              </a:xfrm>
              <a:prstGeom prst="rect">
                <a:avLst/>
              </a:prstGeom>
              <a:solidFill>
                <a:srgbClr val="94B6E8"/>
              </a:solidFill>
              <a:ln w="3810">
                <a:solidFill>
                  <a:srgbClr val="5D7FB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6" name="Text 383">
                <a:extLst>
                  <a:ext uri="{FF2B5EF4-FFF2-40B4-BE49-F238E27FC236}">
                    <a16:creationId xmlns:a16="http://schemas.microsoft.com/office/drawing/2014/main" id="{89EBA1AA-48D8-CFDB-7A47-D71A8CA18DFE}"/>
                  </a:ext>
                </a:extLst>
              </p:cNvPr>
              <p:cNvSpPr/>
              <p:nvPr/>
            </p:nvSpPr>
            <p:spPr>
              <a:xfrm>
                <a:off x="3125837" y="5377867"/>
                <a:ext cx="164592" cy="118872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2</a:t>
                </a:r>
                <a:endParaRPr lang="en-US" sz="600" dirty="0"/>
              </a:p>
            </p:txBody>
          </p:sp>
          <p:sp>
            <p:nvSpPr>
              <p:cNvPr id="2647" name="Shape 384">
                <a:extLst>
                  <a:ext uri="{FF2B5EF4-FFF2-40B4-BE49-F238E27FC236}">
                    <a16:creationId xmlns:a16="http://schemas.microsoft.com/office/drawing/2014/main" id="{8F336DD0-1FD7-10FD-6B42-0CD3A8625314}"/>
                  </a:ext>
                </a:extLst>
              </p:cNvPr>
              <p:cNvSpPr/>
              <p:nvPr/>
            </p:nvSpPr>
            <p:spPr>
              <a:xfrm>
                <a:off x="3354437" y="5387011"/>
                <a:ext cx="191110" cy="82296"/>
              </a:xfrm>
              <a:prstGeom prst="rect">
                <a:avLst/>
              </a:prstGeom>
              <a:solidFill>
                <a:srgbClr val="94B6E8"/>
              </a:solidFill>
              <a:ln w="3810">
                <a:solidFill>
                  <a:srgbClr val="5D7FB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8" name="Text 385">
                <a:extLst>
                  <a:ext uri="{FF2B5EF4-FFF2-40B4-BE49-F238E27FC236}">
                    <a16:creationId xmlns:a16="http://schemas.microsoft.com/office/drawing/2014/main" id="{A095603E-6060-5D2A-2D52-00F5DB465748}"/>
                  </a:ext>
                </a:extLst>
              </p:cNvPr>
              <p:cNvSpPr/>
              <p:nvPr/>
            </p:nvSpPr>
            <p:spPr>
              <a:xfrm>
                <a:off x="3125837" y="5542459"/>
                <a:ext cx="164592" cy="118872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⋮</a:t>
                </a:r>
                <a:endParaRPr lang="en-US" sz="600" dirty="0"/>
              </a:p>
            </p:txBody>
          </p:sp>
          <p:sp>
            <p:nvSpPr>
              <p:cNvPr id="2650" name="Text 387">
                <a:extLst>
                  <a:ext uri="{FF2B5EF4-FFF2-40B4-BE49-F238E27FC236}">
                    <a16:creationId xmlns:a16="http://schemas.microsoft.com/office/drawing/2014/main" id="{EBF5B111-55EF-8F3C-A2F5-66CDFED37DF2}"/>
                  </a:ext>
                </a:extLst>
              </p:cNvPr>
              <p:cNvSpPr/>
              <p:nvPr/>
            </p:nvSpPr>
            <p:spPr>
              <a:xfrm>
                <a:off x="3125837" y="5707051"/>
                <a:ext cx="164592" cy="118872"/>
              </a:xfrm>
              <a:prstGeom prst="rect">
                <a:avLst/>
              </a:prstGeom>
              <a:noFill/>
              <a:ln/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600" dirty="0">
                    <a:solidFill>
                      <a:srgbClr val="11111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K</a:t>
                </a:r>
                <a:endParaRPr lang="en-US" sz="600" dirty="0"/>
              </a:p>
            </p:txBody>
          </p:sp>
          <p:sp>
            <p:nvSpPr>
              <p:cNvPr id="2651" name="Shape 388">
                <a:extLst>
                  <a:ext uri="{FF2B5EF4-FFF2-40B4-BE49-F238E27FC236}">
                    <a16:creationId xmlns:a16="http://schemas.microsoft.com/office/drawing/2014/main" id="{0026EFA7-301E-9AF2-B586-F665268A137F}"/>
                  </a:ext>
                </a:extLst>
              </p:cNvPr>
              <p:cNvSpPr/>
              <p:nvPr/>
            </p:nvSpPr>
            <p:spPr>
              <a:xfrm>
                <a:off x="3354437" y="5716195"/>
                <a:ext cx="492862" cy="82296"/>
              </a:xfrm>
              <a:prstGeom prst="rect">
                <a:avLst/>
              </a:prstGeom>
              <a:solidFill>
                <a:srgbClr val="94B6E8"/>
              </a:solidFill>
              <a:ln w="3810">
                <a:solidFill>
                  <a:srgbClr val="5D7FBB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52" name="Text 389">
                  <a:extLst>
                    <a:ext uri="{FF2B5EF4-FFF2-40B4-BE49-F238E27FC236}">
                      <a16:creationId xmlns:a16="http://schemas.microsoft.com/office/drawing/2014/main" id="{DC6B4E93-5C1B-0EB2-FE3F-BD4C90629D91}"/>
                    </a:ext>
                  </a:extLst>
                </p:cNvPr>
                <p:cNvSpPr/>
                <p:nvPr/>
              </p:nvSpPr>
              <p:spPr>
                <a:xfrm>
                  <a:off x="3082088" y="5903263"/>
                  <a:ext cx="60235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 fontScale="62500" lnSpcReduction="20000"/>
                </a:bodyPr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8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𝑞</m:t>
                        </m:r>
                        <m:r>
                          <a:rPr lang="en-US" sz="68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 ∈ </m:t>
                        </m:r>
                        <m:r>
                          <a:rPr lang="en-US" sz="68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ℝ</m:t>
                        </m:r>
                        <m:r>
                          <a:rPr lang="en-US" sz="68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ᴷ, 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sz="68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68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68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68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68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8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680" b="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sz="68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=1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2652" name="Text 389">
                  <a:extLst>
                    <a:ext uri="{FF2B5EF4-FFF2-40B4-BE49-F238E27FC236}">
                      <a16:creationId xmlns:a16="http://schemas.microsoft.com/office/drawing/2014/main" id="{DC6B4E93-5C1B-0EB2-FE3F-BD4C90629D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088" y="5903263"/>
                  <a:ext cx="602350" cy="146304"/>
                </a:xfrm>
                <a:prstGeom prst="rect">
                  <a:avLst/>
                </a:prstGeom>
                <a:blipFill>
                  <a:blip r:embed="rId16"/>
                  <a:stretch>
                    <a:fillRect t="-158333" b="-2250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75475081-7983-9197-3961-55E99103BCDC}"/>
                </a:ext>
              </a:extLst>
            </p:cNvPr>
            <p:cNvCxnSpPr>
              <a:cxnSpLocks/>
              <a:stCxn id="2644" idx="3"/>
              <a:endCxn id="2650" idx="3"/>
            </p:cNvCxnSpPr>
            <p:nvPr/>
          </p:nvCxnSpPr>
          <p:spPr>
            <a:xfrm>
              <a:off x="3174685" y="5429288"/>
              <a:ext cx="0" cy="409987"/>
            </a:xfrm>
            <a:prstGeom prst="line">
              <a:avLst/>
            </a:prstGeom>
            <a:ln w="9525"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F151897D-FE40-4557-9D49-8C5A943EC4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7589" y="5433060"/>
              <a:ext cx="40459" cy="0"/>
            </a:xfrm>
            <a:prstGeom prst="line">
              <a:avLst/>
            </a:prstGeom>
            <a:ln w="9525"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3C5E9B0A-6C30-6804-CC18-0EFFB14BF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4541" y="5553456"/>
              <a:ext cx="40459" cy="0"/>
            </a:xfrm>
            <a:prstGeom prst="line">
              <a:avLst/>
            </a:prstGeom>
            <a:ln w="9525"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78" name="Straight Connector 2677">
              <a:extLst>
                <a:ext uri="{FF2B5EF4-FFF2-40B4-BE49-F238E27FC236}">
                  <a16:creationId xmlns:a16="http://schemas.microsoft.com/office/drawing/2014/main" id="{D5C8AF66-2DCA-B0F5-647F-38BF0E93B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6065" y="5837047"/>
              <a:ext cx="40459" cy="0"/>
            </a:xfrm>
            <a:prstGeom prst="line">
              <a:avLst/>
            </a:prstGeom>
            <a:ln w="9525"/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82" name="Surgical video">
              <a:extLst>
                <a:ext uri="{FF2B5EF4-FFF2-40B4-BE49-F238E27FC236}">
                  <a16:creationId xmlns:a16="http://schemas.microsoft.com/office/drawing/2014/main" id="{F22AB038-2E4F-9282-01F3-EC2238CE98B1}"/>
                </a:ext>
              </a:extLst>
            </p:cNvPr>
            <p:cNvSpPr txBox="1"/>
            <p:nvPr/>
          </p:nvSpPr>
          <p:spPr>
            <a:xfrm>
              <a:off x="3009848" y="5248656"/>
              <a:ext cx="765880" cy="9233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111827"/>
                  </a:solidFill>
                  <a:latin typeface="Arial"/>
                </a:rPr>
                <a:t>Cluster probabilities</a:t>
              </a:r>
              <a:endParaRPr sz="600" b="1" dirty="0">
                <a:solidFill>
                  <a:srgbClr val="111827"/>
                </a:solidFill>
                <a:latin typeface="Arial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84" name="TextBox 2683">
                  <a:extLst>
                    <a:ext uri="{FF2B5EF4-FFF2-40B4-BE49-F238E27FC236}">
                      <a16:creationId xmlns:a16="http://schemas.microsoft.com/office/drawing/2014/main" id="{E7F07070-43D5-9CA9-7254-88A2EB87D5EE}"/>
                    </a:ext>
                  </a:extLst>
                </p:cNvPr>
                <p:cNvSpPr txBox="1"/>
                <p:nvPr/>
              </p:nvSpPr>
              <p:spPr>
                <a:xfrm>
                  <a:off x="3609384" y="5361650"/>
                  <a:ext cx="169068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684" name="TextBox 2683">
                  <a:extLst>
                    <a:ext uri="{FF2B5EF4-FFF2-40B4-BE49-F238E27FC236}">
                      <a16:creationId xmlns:a16="http://schemas.microsoft.com/office/drawing/2014/main" id="{E7F07070-43D5-9CA9-7254-88A2EB87D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384" y="5361650"/>
                  <a:ext cx="169068" cy="92333"/>
                </a:xfrm>
                <a:prstGeom prst="rect">
                  <a:avLst/>
                </a:prstGeom>
                <a:blipFill>
                  <a:blip r:embed="rId17"/>
                  <a:stretch>
                    <a:fillRect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85" name="TextBox 2684">
                  <a:extLst>
                    <a:ext uri="{FF2B5EF4-FFF2-40B4-BE49-F238E27FC236}">
                      <a16:creationId xmlns:a16="http://schemas.microsoft.com/office/drawing/2014/main" id="{6C8430EB-84AB-B3DF-A221-7A28CAA44B5D}"/>
                    </a:ext>
                  </a:extLst>
                </p:cNvPr>
                <p:cNvSpPr txBox="1"/>
                <p:nvPr/>
              </p:nvSpPr>
              <p:spPr>
                <a:xfrm>
                  <a:off x="3609384" y="5485953"/>
                  <a:ext cx="169068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685" name="TextBox 2684">
                  <a:extLst>
                    <a:ext uri="{FF2B5EF4-FFF2-40B4-BE49-F238E27FC236}">
                      <a16:creationId xmlns:a16="http://schemas.microsoft.com/office/drawing/2014/main" id="{6C8430EB-84AB-B3DF-A221-7A28CAA44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384" y="5485953"/>
                  <a:ext cx="169068" cy="92333"/>
                </a:xfrm>
                <a:prstGeom prst="rect">
                  <a:avLst/>
                </a:prstGeom>
                <a:blipFill>
                  <a:blip r:embed="rId18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86" name="TextBox 2685">
                  <a:extLst>
                    <a:ext uri="{FF2B5EF4-FFF2-40B4-BE49-F238E27FC236}">
                      <a16:creationId xmlns:a16="http://schemas.microsoft.com/office/drawing/2014/main" id="{D363E06F-E531-12E7-D59B-51C8F56BD6DB}"/>
                    </a:ext>
                  </a:extLst>
                </p:cNvPr>
                <p:cNvSpPr txBox="1"/>
                <p:nvPr/>
              </p:nvSpPr>
              <p:spPr>
                <a:xfrm>
                  <a:off x="3609384" y="5775505"/>
                  <a:ext cx="169068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6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686" name="TextBox 2685">
                  <a:extLst>
                    <a:ext uri="{FF2B5EF4-FFF2-40B4-BE49-F238E27FC236}">
                      <a16:creationId xmlns:a16="http://schemas.microsoft.com/office/drawing/2014/main" id="{D363E06F-E531-12E7-D59B-51C8F56BD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9384" y="5775505"/>
                  <a:ext cx="169068" cy="92333"/>
                </a:xfrm>
                <a:prstGeom prst="rect">
                  <a:avLst/>
                </a:prstGeom>
                <a:blipFill>
                  <a:blip r:embed="rId19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87" name="Text 385">
              <a:extLst>
                <a:ext uri="{FF2B5EF4-FFF2-40B4-BE49-F238E27FC236}">
                  <a16:creationId xmlns:a16="http://schemas.microsoft.com/office/drawing/2014/main" id="{AD6BB678-BE8E-133F-8E66-6BE4A74FE29E}"/>
                </a:ext>
              </a:extLst>
            </p:cNvPr>
            <p:cNvSpPr/>
            <p:nvPr/>
          </p:nvSpPr>
          <p:spPr>
            <a:xfrm>
              <a:off x="3615436" y="5658643"/>
              <a:ext cx="138003" cy="987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6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⋮</a:t>
              </a:r>
              <a:endParaRPr lang="en-US" sz="600" dirty="0"/>
            </a:p>
          </p:txBody>
        </p:sp>
      </p:grpSp>
      <p:grpSp>
        <p:nvGrpSpPr>
          <p:cNvPr id="2692" name="Group 2691">
            <a:extLst>
              <a:ext uri="{FF2B5EF4-FFF2-40B4-BE49-F238E27FC236}">
                <a16:creationId xmlns:a16="http://schemas.microsoft.com/office/drawing/2014/main" id="{62A78CC8-0EC1-3BDD-78D8-7F5A9154BFEF}"/>
              </a:ext>
            </a:extLst>
          </p:cNvPr>
          <p:cNvGrpSpPr/>
          <p:nvPr/>
        </p:nvGrpSpPr>
        <p:grpSpPr>
          <a:xfrm>
            <a:off x="7278624" y="5242179"/>
            <a:ext cx="1097280" cy="819281"/>
            <a:chOff x="3864594" y="5192899"/>
            <a:chExt cx="1097280" cy="819281"/>
          </a:xfrm>
        </p:grpSpPr>
        <p:grpSp>
          <p:nvGrpSpPr>
            <p:cNvPr id="2691" name="Group 2690">
              <a:extLst>
                <a:ext uri="{FF2B5EF4-FFF2-40B4-BE49-F238E27FC236}">
                  <a16:creationId xmlns:a16="http://schemas.microsoft.com/office/drawing/2014/main" id="{991A476D-A662-E38E-B6CD-EA65169FB3A8}"/>
                </a:ext>
              </a:extLst>
            </p:cNvPr>
            <p:cNvGrpSpPr/>
            <p:nvPr/>
          </p:nvGrpSpPr>
          <p:grpSpPr>
            <a:xfrm>
              <a:off x="3978894" y="5417820"/>
              <a:ext cx="868680" cy="365761"/>
              <a:chOff x="3978894" y="5417820"/>
              <a:chExt cx="868680" cy="36576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55" name="Text 392">
                    <a:extLst>
                      <a:ext uri="{FF2B5EF4-FFF2-40B4-BE49-F238E27FC236}">
                        <a16:creationId xmlns:a16="http://schemas.microsoft.com/office/drawing/2014/main" id="{996B81DD-F99F-6A86-015C-B9E38AAC4DD7}"/>
                      </a:ext>
                    </a:extLst>
                  </p:cNvPr>
                  <p:cNvSpPr/>
                  <p:nvPr/>
                </p:nvSpPr>
                <p:spPr>
                  <a:xfrm>
                    <a:off x="3978894" y="5417820"/>
                    <a:ext cx="868680" cy="22860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508" tIns="508" rIns="508" bIns="508" rtlCol="0" anchor="ctr">
                    <a:normAutofit/>
                  </a:bodyPr>
                  <a:lstStyle/>
                  <a:p>
                    <a:pPr marL="0" indent="0" algn="ctr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5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500" b="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00" b="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500" b="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500" b="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,:]</m:t>
                              </m:r>
                            </m:e>
                          </m:nary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2655" name="Text 392">
                    <a:extLst>
                      <a:ext uri="{FF2B5EF4-FFF2-40B4-BE49-F238E27FC236}">
                        <a16:creationId xmlns:a16="http://schemas.microsoft.com/office/drawing/2014/main" id="{996B81DD-F99F-6A86-015C-B9E38AAC4DD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8894" y="5417820"/>
                    <a:ext cx="868680" cy="22860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4348" t="-110526" b="-168421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90" name="Group 2689">
                <a:extLst>
                  <a:ext uri="{FF2B5EF4-FFF2-40B4-BE49-F238E27FC236}">
                    <a16:creationId xmlns:a16="http://schemas.microsoft.com/office/drawing/2014/main" id="{8E82FA94-7CDC-DC9E-AA36-5A704BFABCBB}"/>
                  </a:ext>
                </a:extLst>
              </p:cNvPr>
              <p:cNvGrpSpPr/>
              <p:nvPr/>
            </p:nvGrpSpPr>
            <p:grpSpPr>
              <a:xfrm>
                <a:off x="3994721" y="5633542"/>
                <a:ext cx="837027" cy="150039"/>
                <a:chOff x="4751867" y="5659014"/>
                <a:chExt cx="837027" cy="150039"/>
              </a:xfrm>
            </p:grpSpPr>
            <p:sp>
              <p:nvSpPr>
                <p:cNvPr id="2659" name="Shape 396">
                  <a:extLst>
                    <a:ext uri="{FF2B5EF4-FFF2-40B4-BE49-F238E27FC236}">
                      <a16:creationId xmlns:a16="http://schemas.microsoft.com/office/drawing/2014/main" id="{8998DAE2-5E41-8E19-9EBE-BE4D53A87018}"/>
                    </a:ext>
                  </a:extLst>
                </p:cNvPr>
                <p:cNvSpPr/>
                <p:nvPr/>
              </p:nvSpPr>
              <p:spPr>
                <a:xfrm>
                  <a:off x="4751867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0" name="Shape 397">
                  <a:extLst>
                    <a:ext uri="{FF2B5EF4-FFF2-40B4-BE49-F238E27FC236}">
                      <a16:creationId xmlns:a16="http://schemas.microsoft.com/office/drawing/2014/main" id="{B839C778-751E-B985-0004-396A58DE2D3F}"/>
                    </a:ext>
                  </a:extLst>
                </p:cNvPr>
                <p:cNvSpPr/>
                <p:nvPr/>
              </p:nvSpPr>
              <p:spPr>
                <a:xfrm>
                  <a:off x="4871443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1" name="Shape 398">
                  <a:extLst>
                    <a:ext uri="{FF2B5EF4-FFF2-40B4-BE49-F238E27FC236}">
                      <a16:creationId xmlns:a16="http://schemas.microsoft.com/office/drawing/2014/main" id="{AE644BAC-75D9-433D-A44D-3C2B764B1FC9}"/>
                    </a:ext>
                  </a:extLst>
                </p:cNvPr>
                <p:cNvSpPr/>
                <p:nvPr/>
              </p:nvSpPr>
              <p:spPr>
                <a:xfrm>
                  <a:off x="4991018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2" name="Shape 399">
                  <a:extLst>
                    <a:ext uri="{FF2B5EF4-FFF2-40B4-BE49-F238E27FC236}">
                      <a16:creationId xmlns:a16="http://schemas.microsoft.com/office/drawing/2014/main" id="{2D852956-9E65-BD3A-D583-744ADFF3BA96}"/>
                    </a:ext>
                  </a:extLst>
                </p:cNvPr>
                <p:cNvSpPr/>
                <p:nvPr/>
              </p:nvSpPr>
              <p:spPr>
                <a:xfrm>
                  <a:off x="5110593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3" name="Shape 400">
                  <a:extLst>
                    <a:ext uri="{FF2B5EF4-FFF2-40B4-BE49-F238E27FC236}">
                      <a16:creationId xmlns:a16="http://schemas.microsoft.com/office/drawing/2014/main" id="{28C6EAB6-878E-5D29-224F-37870E51B3D8}"/>
                    </a:ext>
                  </a:extLst>
                </p:cNvPr>
                <p:cNvSpPr/>
                <p:nvPr/>
              </p:nvSpPr>
              <p:spPr>
                <a:xfrm>
                  <a:off x="5230169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4" name="Shape 401">
                  <a:extLst>
                    <a:ext uri="{FF2B5EF4-FFF2-40B4-BE49-F238E27FC236}">
                      <a16:creationId xmlns:a16="http://schemas.microsoft.com/office/drawing/2014/main" id="{50CE6E3C-03F7-3AE4-18A7-DCEF9F005D57}"/>
                    </a:ext>
                  </a:extLst>
                </p:cNvPr>
                <p:cNvSpPr/>
                <p:nvPr/>
              </p:nvSpPr>
              <p:spPr>
                <a:xfrm>
                  <a:off x="5349744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5" name="Shape 402">
                  <a:extLst>
                    <a:ext uri="{FF2B5EF4-FFF2-40B4-BE49-F238E27FC236}">
                      <a16:creationId xmlns:a16="http://schemas.microsoft.com/office/drawing/2014/main" id="{763E3F5E-00D3-1519-FAEE-0596AE8B8922}"/>
                    </a:ext>
                  </a:extLst>
                </p:cNvPr>
                <p:cNvSpPr/>
                <p:nvPr/>
              </p:nvSpPr>
              <p:spPr>
                <a:xfrm>
                  <a:off x="5469319" y="5671892"/>
                  <a:ext cx="119575" cy="137161"/>
                </a:xfrm>
                <a:prstGeom prst="rect">
                  <a:avLst/>
                </a:prstGeom>
                <a:solidFill>
                  <a:srgbClr val="E8F0FF"/>
                </a:solidFill>
                <a:ln w="5080">
                  <a:solidFill>
                    <a:srgbClr val="B6C8E8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9" name="Text 406">
                  <a:extLst>
                    <a:ext uri="{FF2B5EF4-FFF2-40B4-BE49-F238E27FC236}">
                      <a16:creationId xmlns:a16="http://schemas.microsoft.com/office/drawing/2014/main" id="{D9DDEB93-417B-95E1-ACF4-24A74281CD40}"/>
                    </a:ext>
                  </a:extLst>
                </p:cNvPr>
                <p:cNvSpPr/>
                <p:nvPr/>
              </p:nvSpPr>
              <p:spPr>
                <a:xfrm>
                  <a:off x="5011198" y="5659014"/>
                  <a:ext cx="341986" cy="137161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700" dirty="0">
                      <a:solidFill>
                        <a:srgbClr val="111111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...</a:t>
                  </a:r>
                  <a:endParaRPr lang="en-US" sz="700" dirty="0"/>
                </a:p>
              </p:txBody>
            </p:sp>
          </p:grpSp>
        </p:grpSp>
        <p:sp>
          <p:nvSpPr>
            <p:cNvPr id="2670" name="Text 407">
              <a:extLst>
                <a:ext uri="{FF2B5EF4-FFF2-40B4-BE49-F238E27FC236}">
                  <a16:creationId xmlns:a16="http://schemas.microsoft.com/office/drawing/2014/main" id="{50917E94-C4A3-E3CC-9F12-BAAAC943FD99}"/>
                </a:ext>
              </a:extLst>
            </p:cNvPr>
            <p:cNvSpPr/>
            <p:nvPr/>
          </p:nvSpPr>
          <p:spPr>
            <a:xfrm>
              <a:off x="3864594" y="5792724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i.e., soft mixture of</a:t>
              </a:r>
              <a:endParaRPr lang="en-US" sz="500" dirty="0"/>
            </a:p>
            <a:p>
              <a:pPr marL="0" indent="0" algn="ctr">
                <a:buNone/>
              </a:pPr>
              <a:r>
                <a:rPr lang="en-US" sz="5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cluster embeddings</a:t>
              </a:r>
              <a:endParaRPr lang="en-US" sz="500" dirty="0"/>
            </a:p>
          </p:txBody>
        </p:sp>
        <p:sp>
          <p:nvSpPr>
            <p:cNvPr id="2689" name="Surgical video">
              <a:extLst>
                <a:ext uri="{FF2B5EF4-FFF2-40B4-BE49-F238E27FC236}">
                  <a16:creationId xmlns:a16="http://schemas.microsoft.com/office/drawing/2014/main" id="{63D69C3D-B09E-6E1E-7861-612E1EFD61E0}"/>
                </a:ext>
              </a:extLst>
            </p:cNvPr>
            <p:cNvSpPr txBox="1"/>
            <p:nvPr/>
          </p:nvSpPr>
          <p:spPr>
            <a:xfrm>
              <a:off x="4094099" y="5192899"/>
              <a:ext cx="657768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600" b="1" dirty="0">
                  <a:solidFill>
                    <a:srgbClr val="111827"/>
                  </a:solidFill>
                  <a:latin typeface="Arial"/>
                </a:rPr>
                <a:t>Weighted average of embeddings</a:t>
              </a:r>
              <a:endParaRPr sz="600" b="1" dirty="0">
                <a:solidFill>
                  <a:srgbClr val="111827"/>
                </a:solidFill>
                <a:latin typeface="Arial"/>
              </a:endParaRPr>
            </a:p>
          </p:txBody>
        </p:sp>
      </p:grpSp>
      <p:sp>
        <p:nvSpPr>
          <p:cNvPr id="2694" name="TextBox 2693">
            <a:extLst>
              <a:ext uri="{FF2B5EF4-FFF2-40B4-BE49-F238E27FC236}">
                <a16:creationId xmlns:a16="http://schemas.microsoft.com/office/drawing/2014/main" id="{743A1858-C6E4-6E81-B38E-D46DAAA01421}"/>
              </a:ext>
            </a:extLst>
          </p:cNvPr>
          <p:cNvSpPr txBox="1"/>
          <p:nvPr/>
        </p:nvSpPr>
        <p:spPr>
          <a:xfrm>
            <a:off x="62118" y="4924414"/>
            <a:ext cx="17203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Causal-at-inference setting</a:t>
            </a:r>
          </a:p>
        </p:txBody>
      </p:sp>
      <p:sp>
        <p:nvSpPr>
          <p:cNvPr id="2695" name="TextBox 2694">
            <a:extLst>
              <a:ext uri="{FF2B5EF4-FFF2-40B4-BE49-F238E27FC236}">
                <a16:creationId xmlns:a16="http://schemas.microsoft.com/office/drawing/2014/main" id="{E1565645-97CE-B50C-7F58-BDF63664953A}"/>
              </a:ext>
            </a:extLst>
          </p:cNvPr>
          <p:cNvSpPr txBox="1"/>
          <p:nvPr/>
        </p:nvSpPr>
        <p:spPr>
          <a:xfrm>
            <a:off x="1651030" y="4932603"/>
            <a:ext cx="1582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(uses observed prefix only)</a:t>
            </a:r>
          </a:p>
        </p:txBody>
      </p:sp>
      <p:cxnSp>
        <p:nvCxnSpPr>
          <p:cNvPr id="2700" name="Arrow">
            <a:extLst>
              <a:ext uri="{FF2B5EF4-FFF2-40B4-BE49-F238E27FC236}">
                <a16:creationId xmlns:a16="http://schemas.microsoft.com/office/drawing/2014/main" id="{BF566973-E794-704D-E272-DD63A4F0B2D5}"/>
              </a:ext>
            </a:extLst>
          </p:cNvPr>
          <p:cNvCxnSpPr>
            <a:cxnSpLocks/>
          </p:cNvCxnSpPr>
          <p:nvPr/>
        </p:nvCxnSpPr>
        <p:spPr>
          <a:xfrm>
            <a:off x="4147802" y="5554775"/>
            <a:ext cx="772004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701" name="Arrow">
            <a:extLst>
              <a:ext uri="{FF2B5EF4-FFF2-40B4-BE49-F238E27FC236}">
                <a16:creationId xmlns:a16="http://schemas.microsoft.com/office/drawing/2014/main" id="{DBE5ED3E-87AD-D852-33E4-40F418D50D61}"/>
              </a:ext>
            </a:extLst>
          </p:cNvPr>
          <p:cNvCxnSpPr>
            <a:cxnSpLocks/>
          </p:cNvCxnSpPr>
          <p:nvPr/>
        </p:nvCxnSpPr>
        <p:spPr>
          <a:xfrm>
            <a:off x="6218237" y="5554775"/>
            <a:ext cx="772004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2703" name="Elbow Connector 2702">
            <a:extLst>
              <a:ext uri="{FF2B5EF4-FFF2-40B4-BE49-F238E27FC236}">
                <a16:creationId xmlns:a16="http://schemas.microsoft.com/office/drawing/2014/main" id="{7493E062-413D-E6E2-9AD3-7E798B3BA456}"/>
              </a:ext>
            </a:extLst>
          </p:cNvPr>
          <p:cNvCxnSpPr>
            <a:cxnSpLocks/>
            <a:stCxn id="2436" idx="3"/>
          </p:cNvCxnSpPr>
          <p:nvPr/>
        </p:nvCxnSpPr>
        <p:spPr>
          <a:xfrm>
            <a:off x="8556360" y="3846612"/>
            <a:ext cx="611590" cy="557576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06" name="Elbow Connector 2705">
            <a:extLst>
              <a:ext uri="{FF2B5EF4-FFF2-40B4-BE49-F238E27FC236}">
                <a16:creationId xmlns:a16="http://schemas.microsoft.com/office/drawing/2014/main" id="{AC238C63-EC84-BE57-3095-FB167A970A43}"/>
              </a:ext>
            </a:extLst>
          </p:cNvPr>
          <p:cNvCxnSpPr>
            <a:cxnSpLocks/>
            <a:stCxn id="2665" idx="3"/>
          </p:cNvCxnSpPr>
          <p:nvPr/>
        </p:nvCxnSpPr>
        <p:spPr>
          <a:xfrm flipV="1">
            <a:off x="8245778" y="4404188"/>
            <a:ext cx="616377" cy="1360093"/>
          </a:xfrm>
          <a:prstGeom prst="bentConnector2">
            <a:avLst/>
          </a:prstGeom>
          <a:ln w="1270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27" name="Group 2726">
            <a:extLst>
              <a:ext uri="{FF2B5EF4-FFF2-40B4-BE49-F238E27FC236}">
                <a16:creationId xmlns:a16="http://schemas.microsoft.com/office/drawing/2014/main" id="{A01C2F6A-F80E-8793-5E5C-8ADD7ECEB541}"/>
              </a:ext>
            </a:extLst>
          </p:cNvPr>
          <p:cNvGrpSpPr/>
          <p:nvPr/>
        </p:nvGrpSpPr>
        <p:grpSpPr>
          <a:xfrm>
            <a:off x="9181214" y="3705566"/>
            <a:ext cx="1269934" cy="1397243"/>
            <a:chOff x="9181214" y="3705566"/>
            <a:chExt cx="1269934" cy="1397243"/>
          </a:xfrm>
        </p:grpSpPr>
        <p:sp>
          <p:nvSpPr>
            <p:cNvPr id="2716" name="Rounded Rectangle 2715">
              <a:extLst>
                <a:ext uri="{FF2B5EF4-FFF2-40B4-BE49-F238E27FC236}">
                  <a16:creationId xmlns:a16="http://schemas.microsoft.com/office/drawing/2014/main" id="{0BCB508E-691A-DC36-F104-415D1FB529F6}"/>
                </a:ext>
              </a:extLst>
            </p:cNvPr>
            <p:cNvSpPr/>
            <p:nvPr/>
          </p:nvSpPr>
          <p:spPr>
            <a:xfrm>
              <a:off x="9181214" y="3705566"/>
              <a:ext cx="1269934" cy="1397243"/>
            </a:xfrm>
            <a:prstGeom prst="roundRect">
              <a:avLst>
                <a:gd name="adj" fmla="val 396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5" name="TextBox 2714">
              <a:extLst>
                <a:ext uri="{FF2B5EF4-FFF2-40B4-BE49-F238E27FC236}">
                  <a16:creationId xmlns:a16="http://schemas.microsoft.com/office/drawing/2014/main" id="{E90EA046-FF5E-AA3D-CEED-D49F9571D14F}"/>
                </a:ext>
              </a:extLst>
            </p:cNvPr>
            <p:cNvSpPr txBox="1"/>
            <p:nvPr/>
          </p:nvSpPr>
          <p:spPr>
            <a:xfrm>
              <a:off x="9236415" y="3760242"/>
              <a:ext cx="11079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accent4">
                      <a:lumMod val="75000"/>
                    </a:schemeClr>
                  </a:solidFill>
                </a:rPr>
                <a:t>Workflow token</a:t>
              </a:r>
            </a:p>
          </p:txBody>
        </p:sp>
        <p:sp>
          <p:nvSpPr>
            <p:cNvPr id="2717" name="Shape 396">
              <a:extLst>
                <a:ext uri="{FF2B5EF4-FFF2-40B4-BE49-F238E27FC236}">
                  <a16:creationId xmlns:a16="http://schemas.microsoft.com/office/drawing/2014/main" id="{32729495-682D-E136-448D-8D0AD9985891}"/>
                </a:ext>
              </a:extLst>
            </p:cNvPr>
            <p:cNvSpPr/>
            <p:nvPr/>
          </p:nvSpPr>
          <p:spPr>
            <a:xfrm>
              <a:off x="9373839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8" name="Shape 397">
              <a:extLst>
                <a:ext uri="{FF2B5EF4-FFF2-40B4-BE49-F238E27FC236}">
                  <a16:creationId xmlns:a16="http://schemas.microsoft.com/office/drawing/2014/main" id="{7414C8BA-B152-87CB-FCD1-E7A2D0EDFAEE}"/>
                </a:ext>
              </a:extLst>
            </p:cNvPr>
            <p:cNvSpPr/>
            <p:nvPr/>
          </p:nvSpPr>
          <p:spPr>
            <a:xfrm>
              <a:off x="9493415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9" name="Shape 398">
              <a:extLst>
                <a:ext uri="{FF2B5EF4-FFF2-40B4-BE49-F238E27FC236}">
                  <a16:creationId xmlns:a16="http://schemas.microsoft.com/office/drawing/2014/main" id="{6D491A7C-E7CF-98B8-69F2-3B8766698ACB}"/>
                </a:ext>
              </a:extLst>
            </p:cNvPr>
            <p:cNvSpPr/>
            <p:nvPr/>
          </p:nvSpPr>
          <p:spPr>
            <a:xfrm>
              <a:off x="9612990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0" name="Shape 399">
              <a:extLst>
                <a:ext uri="{FF2B5EF4-FFF2-40B4-BE49-F238E27FC236}">
                  <a16:creationId xmlns:a16="http://schemas.microsoft.com/office/drawing/2014/main" id="{6F1D377F-CDC9-BC7C-9369-57F8466F28BE}"/>
                </a:ext>
              </a:extLst>
            </p:cNvPr>
            <p:cNvSpPr/>
            <p:nvPr/>
          </p:nvSpPr>
          <p:spPr>
            <a:xfrm>
              <a:off x="9732565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1" name="Shape 400">
              <a:extLst>
                <a:ext uri="{FF2B5EF4-FFF2-40B4-BE49-F238E27FC236}">
                  <a16:creationId xmlns:a16="http://schemas.microsoft.com/office/drawing/2014/main" id="{E47F91E5-6B19-26B6-B044-6BA96C269637}"/>
                </a:ext>
              </a:extLst>
            </p:cNvPr>
            <p:cNvSpPr/>
            <p:nvPr/>
          </p:nvSpPr>
          <p:spPr>
            <a:xfrm>
              <a:off x="9852141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2" name="Shape 401">
              <a:extLst>
                <a:ext uri="{FF2B5EF4-FFF2-40B4-BE49-F238E27FC236}">
                  <a16:creationId xmlns:a16="http://schemas.microsoft.com/office/drawing/2014/main" id="{0DB1958D-5DC8-2A19-C4CF-825F97BDFF2F}"/>
                </a:ext>
              </a:extLst>
            </p:cNvPr>
            <p:cNvSpPr/>
            <p:nvPr/>
          </p:nvSpPr>
          <p:spPr>
            <a:xfrm>
              <a:off x="9971716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3" name="Shape 402">
              <a:extLst>
                <a:ext uri="{FF2B5EF4-FFF2-40B4-BE49-F238E27FC236}">
                  <a16:creationId xmlns:a16="http://schemas.microsoft.com/office/drawing/2014/main" id="{92007CC5-3C75-2B8A-9696-7FAD7C68FC02}"/>
                </a:ext>
              </a:extLst>
            </p:cNvPr>
            <p:cNvSpPr/>
            <p:nvPr/>
          </p:nvSpPr>
          <p:spPr>
            <a:xfrm>
              <a:off x="10091291" y="4267027"/>
              <a:ext cx="119575" cy="1371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">
              <a:solidFill>
                <a:srgbClr val="B6C8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4" name="Text 406">
              <a:extLst>
                <a:ext uri="{FF2B5EF4-FFF2-40B4-BE49-F238E27FC236}">
                  <a16:creationId xmlns:a16="http://schemas.microsoft.com/office/drawing/2014/main" id="{EE16BF09-0D1C-D78C-A37E-4C3016B2B3A0}"/>
                </a:ext>
              </a:extLst>
            </p:cNvPr>
            <p:cNvSpPr/>
            <p:nvPr/>
          </p:nvSpPr>
          <p:spPr>
            <a:xfrm>
              <a:off x="9621360" y="4254206"/>
              <a:ext cx="341986" cy="137161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...</a:t>
              </a:r>
              <a:endParaRPr lang="en-US" sz="7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25" name="Text 411">
                  <a:extLst>
                    <a:ext uri="{FF2B5EF4-FFF2-40B4-BE49-F238E27FC236}">
                      <a16:creationId xmlns:a16="http://schemas.microsoft.com/office/drawing/2014/main" id="{006FFE5B-9438-3D75-7FE0-372CFF0298D9}"/>
                    </a:ext>
                  </a:extLst>
                </p:cNvPr>
                <p:cNvSpPr/>
                <p:nvPr/>
              </p:nvSpPr>
              <p:spPr>
                <a:xfrm>
                  <a:off x="9456134" y="4011913"/>
                  <a:ext cx="77724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508" tIns="508" rIns="508" bIns="508" rtlCol="0" anchor="ctr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𝑤</m:t>
                        </m:r>
                        <m:r>
                          <a:rPr lang="en-US" sz="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ₜ ∈ </m:t>
                        </m:r>
                        <m:r>
                          <a:rPr lang="en-US" sz="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ℝ</m:t>
                        </m:r>
                        <m:r>
                          <a:rPr lang="en-US" sz="9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Aptos" pitchFamily="34" charset="-122"/>
                            <a:cs typeface="Aptos" pitchFamily="34" charset="-120"/>
                          </a:rPr>
                          <m:t>⁷⁶⁸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2725" name="Text 411">
                  <a:extLst>
                    <a:ext uri="{FF2B5EF4-FFF2-40B4-BE49-F238E27FC236}">
                      <a16:creationId xmlns:a16="http://schemas.microsoft.com/office/drawing/2014/main" id="{006FFE5B-9438-3D75-7FE0-372CFF0298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6134" y="4011913"/>
                  <a:ext cx="777240" cy="182880"/>
                </a:xfrm>
                <a:prstGeom prst="rect">
                  <a:avLst/>
                </a:prstGeom>
                <a:blipFill>
                  <a:blip r:embed="rId21"/>
                  <a:stretch>
                    <a:fillRect b="-12500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26" name="Text 421">
              <a:extLst>
                <a:ext uri="{FF2B5EF4-FFF2-40B4-BE49-F238E27FC236}">
                  <a16:creationId xmlns:a16="http://schemas.microsoft.com/office/drawing/2014/main" id="{6AE5B685-8D7A-84CA-31D8-C300F33BEBCB}"/>
                </a:ext>
              </a:extLst>
            </p:cNvPr>
            <p:cNvSpPr/>
            <p:nvPr/>
          </p:nvSpPr>
          <p:spPr>
            <a:xfrm>
              <a:off x="9318974" y="4555958"/>
              <a:ext cx="914400" cy="25603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71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Used as the workflow</a:t>
              </a:r>
              <a:endParaRPr lang="en-US" sz="710" dirty="0"/>
            </a:p>
            <a:p>
              <a:pPr marL="0" indent="0" algn="ctr">
                <a:buNone/>
              </a:pPr>
              <a:r>
                <a:rPr lang="en-US" sz="710" dirty="0">
                  <a:solidFill>
                    <a:srgbClr val="11111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input to the model</a:t>
              </a:r>
              <a:endParaRPr lang="en-US" sz="71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6819B2B-FE7E-26A5-13B2-B48AD405611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90766" y="1081667"/>
            <a:ext cx="1152593" cy="1784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64423E-61B4-ED12-6A91-6A27DE2DD2F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19768" y="450938"/>
            <a:ext cx="1097150" cy="24815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7862C3-207E-E0AE-32C9-E584E827AD2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97240" y="900847"/>
            <a:ext cx="1196951" cy="194172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0D2ADB8-0790-2C38-ECD2-27C74120ED4F}"/>
              </a:ext>
            </a:extLst>
          </p:cNvPr>
          <p:cNvSpPr/>
          <p:nvPr/>
        </p:nvSpPr>
        <p:spPr>
          <a:xfrm>
            <a:off x="265471" y="2088798"/>
            <a:ext cx="221226" cy="225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5564B75-6935-8595-6929-640BD8490459}"/>
              </a:ext>
            </a:extLst>
          </p:cNvPr>
          <p:cNvGrpSpPr/>
          <p:nvPr/>
        </p:nvGrpSpPr>
        <p:grpSpPr>
          <a:xfrm>
            <a:off x="2612191" y="1473386"/>
            <a:ext cx="1231625" cy="1038264"/>
            <a:chOff x="2704144" y="1463904"/>
            <a:chExt cx="1231625" cy="1038264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2E8EEB6-F72D-E530-8AEC-A60C6F2A9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704144" y="1463904"/>
              <a:ext cx="1231625" cy="1038264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16B7FD0-862C-CDE6-34A2-2072C0B10A44}"/>
                </a:ext>
              </a:extLst>
            </p:cNvPr>
            <p:cNvSpPr/>
            <p:nvPr/>
          </p:nvSpPr>
          <p:spPr>
            <a:xfrm>
              <a:off x="2782803" y="1665781"/>
              <a:ext cx="1077558" cy="775077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1" name="Arrow">
            <a:extLst>
              <a:ext uri="{FF2B5EF4-FFF2-40B4-BE49-F238E27FC236}">
                <a16:creationId xmlns:a16="http://schemas.microsoft.com/office/drawing/2014/main" id="{7A57ECEA-76D6-3036-5E01-22BCD1CD81AC}"/>
              </a:ext>
            </a:extLst>
          </p:cNvPr>
          <p:cNvCxnSpPr>
            <a:cxnSpLocks/>
          </p:cNvCxnSpPr>
          <p:nvPr/>
        </p:nvCxnSpPr>
        <p:spPr>
          <a:xfrm>
            <a:off x="3842694" y="2088798"/>
            <a:ext cx="460801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53" name="Arrow">
            <a:extLst>
              <a:ext uri="{FF2B5EF4-FFF2-40B4-BE49-F238E27FC236}">
                <a16:creationId xmlns:a16="http://schemas.microsoft.com/office/drawing/2014/main" id="{32B7D4A9-1C93-6945-BF50-601B57E2B223}"/>
              </a:ext>
            </a:extLst>
          </p:cNvPr>
          <p:cNvCxnSpPr>
            <a:cxnSpLocks/>
          </p:cNvCxnSpPr>
          <p:nvPr/>
        </p:nvCxnSpPr>
        <p:spPr>
          <a:xfrm>
            <a:off x="5485241" y="2088798"/>
            <a:ext cx="460801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55" name="Arrow">
            <a:extLst>
              <a:ext uri="{FF2B5EF4-FFF2-40B4-BE49-F238E27FC236}">
                <a16:creationId xmlns:a16="http://schemas.microsoft.com/office/drawing/2014/main" id="{78C65361-358B-5CBB-2667-9014E9080CA8}"/>
              </a:ext>
            </a:extLst>
          </p:cNvPr>
          <p:cNvCxnSpPr>
            <a:cxnSpLocks/>
          </p:cNvCxnSpPr>
          <p:nvPr/>
        </p:nvCxnSpPr>
        <p:spPr>
          <a:xfrm>
            <a:off x="7049120" y="2092487"/>
            <a:ext cx="460801" cy="0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58" name="Arrow">
            <a:extLst>
              <a:ext uri="{FF2B5EF4-FFF2-40B4-BE49-F238E27FC236}">
                <a16:creationId xmlns:a16="http://schemas.microsoft.com/office/drawing/2014/main" id="{881EA10A-1193-36D6-8D84-562A17DB36D5}"/>
              </a:ext>
            </a:extLst>
          </p:cNvPr>
          <p:cNvCxnSpPr>
            <a:cxnSpLocks/>
            <a:stCxn id="133" idx="0"/>
          </p:cNvCxnSpPr>
          <p:nvPr/>
        </p:nvCxnSpPr>
        <p:spPr>
          <a:xfrm flipH="1" flipV="1">
            <a:off x="11467665" y="2201721"/>
            <a:ext cx="1" cy="999067"/>
          </a:xfrm>
          <a:prstGeom prst="line">
            <a:avLst/>
          </a:prstGeom>
          <a:ln w="13970">
            <a:solidFill>
              <a:srgbClr val="334155"/>
            </a:solidFill>
            <a:tailEnd type="none" w="sm" len="sm"/>
          </a:ln>
        </p:spPr>
      </p:cxnSp>
      <p:cxnSp>
        <p:nvCxnSpPr>
          <p:cNvPr id="63" name="Arrow">
            <a:extLst>
              <a:ext uri="{FF2B5EF4-FFF2-40B4-BE49-F238E27FC236}">
                <a16:creationId xmlns:a16="http://schemas.microsoft.com/office/drawing/2014/main" id="{52774092-799A-EC52-E2FA-AE709BB2FD69}"/>
              </a:ext>
            </a:extLst>
          </p:cNvPr>
          <p:cNvCxnSpPr>
            <a:cxnSpLocks/>
          </p:cNvCxnSpPr>
          <p:nvPr/>
        </p:nvCxnSpPr>
        <p:spPr>
          <a:xfrm flipH="1" flipV="1">
            <a:off x="10371711" y="1558585"/>
            <a:ext cx="1530294" cy="901151"/>
          </a:xfrm>
          <a:prstGeom prst="line">
            <a:avLst/>
          </a:prstGeom>
          <a:ln w="13970">
            <a:solidFill>
              <a:srgbClr val="334155"/>
            </a:solidFill>
            <a:tailEnd type="none" w="sm" len="sm"/>
          </a:ln>
        </p:spPr>
      </p:cxnSp>
      <p:cxnSp>
        <p:nvCxnSpPr>
          <p:cNvPr id="130" name="Arrow">
            <a:extLst>
              <a:ext uri="{FF2B5EF4-FFF2-40B4-BE49-F238E27FC236}">
                <a16:creationId xmlns:a16="http://schemas.microsoft.com/office/drawing/2014/main" id="{4ADFF595-98C5-E23A-DD9D-57A2C11D2BFD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11902005" y="1786962"/>
            <a:ext cx="0" cy="672774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144" name="Arrow">
            <a:extLst>
              <a:ext uri="{FF2B5EF4-FFF2-40B4-BE49-F238E27FC236}">
                <a16:creationId xmlns:a16="http://schemas.microsoft.com/office/drawing/2014/main" id="{0BB7400B-072E-1B77-CC4A-517F00D23DB0}"/>
              </a:ext>
            </a:extLst>
          </p:cNvPr>
          <p:cNvCxnSpPr>
            <a:cxnSpLocks/>
            <a:endCxn id="137" idx="2"/>
          </p:cNvCxnSpPr>
          <p:nvPr/>
        </p:nvCxnSpPr>
        <p:spPr>
          <a:xfrm flipV="1">
            <a:off x="11156250" y="1396765"/>
            <a:ext cx="0" cy="612395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cxnSp>
        <p:nvCxnSpPr>
          <p:cNvPr id="146" name="Arrow">
            <a:extLst>
              <a:ext uri="{FF2B5EF4-FFF2-40B4-BE49-F238E27FC236}">
                <a16:creationId xmlns:a16="http://schemas.microsoft.com/office/drawing/2014/main" id="{3255DC05-C818-9CD6-9721-F6BCB36FEF49}"/>
              </a:ext>
            </a:extLst>
          </p:cNvPr>
          <p:cNvCxnSpPr>
            <a:cxnSpLocks/>
            <a:endCxn id="136" idx="2"/>
          </p:cNvCxnSpPr>
          <p:nvPr/>
        </p:nvCxnSpPr>
        <p:spPr>
          <a:xfrm flipV="1">
            <a:off x="10371711" y="1026240"/>
            <a:ext cx="0" cy="532345"/>
          </a:xfrm>
          <a:prstGeom prst="line">
            <a:avLst/>
          </a:prstGeom>
          <a:ln w="13970">
            <a:solidFill>
              <a:srgbClr val="334155"/>
            </a:solidFill>
            <a:tailEnd type="triangle" w="sm" len="sm"/>
          </a:ln>
        </p:spPr>
      </p:cxnSp>
      <p:pic>
        <p:nvPicPr>
          <p:cNvPr id="150" name="Graphic 149" descr="Clock with solid fill">
            <a:extLst>
              <a:ext uri="{FF2B5EF4-FFF2-40B4-BE49-F238E27FC236}">
                <a16:creationId xmlns:a16="http://schemas.microsoft.com/office/drawing/2014/main" id="{FDB6F314-1A02-6653-BD13-5A69F42CF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881904" y="1837828"/>
            <a:ext cx="457554" cy="45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2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472</Words>
  <Application>Microsoft Macintosh PowerPoint</Application>
  <PresentationFormat>Custom</PresentationFormat>
  <Paragraphs>201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 Chen</cp:lastModifiedBy>
  <cp:revision>17</cp:revision>
  <dcterms:created xsi:type="dcterms:W3CDTF">2013-01-27T09:14:16Z</dcterms:created>
  <dcterms:modified xsi:type="dcterms:W3CDTF">2026-05-02T04:32:15Z</dcterms:modified>
  <cp:category/>
</cp:coreProperties>
</file>