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239963" cy="2011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400" d="100"/>
          <a:sy n="400" d="100"/>
        </p:scale>
        <p:origin x="2560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2240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Icon frame"/>
          <p:cNvSpPr/>
          <p:nvPr/>
        </p:nvSpPr>
        <p:spPr>
          <a:xfrm>
            <a:off x="73152" y="73152"/>
            <a:ext cx="2093976" cy="1865376"/>
          </a:xfrm>
          <a:prstGeom prst="roundRect">
            <a:avLst>
              <a:gd name="adj" fmla="val 49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PCA label"/>
          <p:cNvSpPr txBox="1"/>
          <p:nvPr/>
        </p:nvSpPr>
        <p:spPr>
          <a:xfrm>
            <a:off x="164592" y="164592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PCA</a:t>
            </a:r>
          </a:p>
        </p:txBody>
      </p:sp>
      <p:cxnSp>
        <p:nvCxnSpPr>
          <p:cNvPr id="5" name="x axis"/>
          <p:cNvCxnSpPr/>
          <p:nvPr/>
        </p:nvCxnSpPr>
        <p:spPr>
          <a:xfrm>
            <a:off x="384048" y="1517904"/>
            <a:ext cx="1463040" cy="0"/>
          </a:xfrm>
          <a:prstGeom prst="line">
            <a:avLst/>
          </a:prstGeom>
          <a:ln w="8255">
            <a:solidFill>
              <a:srgbClr val="4B5563"/>
            </a:solidFill>
            <a:tailEnd type="triangle" w="med"/>
          </a:ln>
        </p:spPr>
      </p:cxnSp>
      <p:cxnSp>
        <p:nvCxnSpPr>
          <p:cNvPr id="6" name="y axis"/>
          <p:cNvCxnSpPr/>
          <p:nvPr/>
        </p:nvCxnSpPr>
        <p:spPr>
          <a:xfrm flipV="1">
            <a:off x="384048" y="438912"/>
            <a:ext cx="0" cy="1078992"/>
          </a:xfrm>
          <a:prstGeom prst="line">
            <a:avLst/>
          </a:prstGeom>
          <a:ln w="8255">
            <a:solidFill>
              <a:srgbClr val="4B5563"/>
            </a:solidFill>
            <a:tailEnd type="triangle" w="med"/>
          </a:ln>
        </p:spPr>
      </p:cxnSp>
      <p:sp>
        <p:nvSpPr>
          <p:cNvPr id="7" name="PCA point"/>
          <p:cNvSpPr/>
          <p:nvPr/>
        </p:nvSpPr>
        <p:spPr>
          <a:xfrm>
            <a:off x="525780" y="126644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PCA point"/>
          <p:cNvSpPr/>
          <p:nvPr/>
        </p:nvSpPr>
        <p:spPr>
          <a:xfrm>
            <a:off x="644652" y="1092708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PCA point"/>
          <p:cNvSpPr/>
          <p:nvPr/>
        </p:nvSpPr>
        <p:spPr>
          <a:xfrm>
            <a:off x="781812" y="103784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PCA point"/>
          <p:cNvSpPr/>
          <p:nvPr/>
        </p:nvSpPr>
        <p:spPr>
          <a:xfrm>
            <a:off x="918972" y="854964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PCA point"/>
          <p:cNvSpPr/>
          <p:nvPr/>
        </p:nvSpPr>
        <p:spPr>
          <a:xfrm>
            <a:off x="1056132" y="772668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PCA point"/>
          <p:cNvSpPr/>
          <p:nvPr/>
        </p:nvSpPr>
        <p:spPr>
          <a:xfrm>
            <a:off x="1184148" y="644652"/>
            <a:ext cx="82296" cy="82296"/>
          </a:xfrm>
          <a:prstGeom prst="ellipse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PCA point"/>
          <p:cNvSpPr/>
          <p:nvPr/>
        </p:nvSpPr>
        <p:spPr>
          <a:xfrm>
            <a:off x="1339596" y="52578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PCA point"/>
          <p:cNvSpPr/>
          <p:nvPr/>
        </p:nvSpPr>
        <p:spPr>
          <a:xfrm>
            <a:off x="1467612" y="708660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PCA point"/>
          <p:cNvSpPr/>
          <p:nvPr/>
        </p:nvSpPr>
        <p:spPr>
          <a:xfrm>
            <a:off x="1604772" y="443484"/>
            <a:ext cx="82296" cy="82296"/>
          </a:xfrm>
          <a:prstGeom prst="ellipse">
            <a:avLst/>
          </a:prstGeom>
          <a:solidFill>
            <a:srgbClr val="1D4ED8"/>
          </a:solidFill>
          <a:ln w="254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16" name="Projection guide"/>
          <p:cNvCxnSpPr>
            <a:cxnSpLocks/>
          </p:cNvCxnSpPr>
          <p:nvPr/>
        </p:nvCxnSpPr>
        <p:spPr>
          <a:xfrm>
            <a:off x="685800" y="1133856"/>
            <a:ext cx="85725" cy="85344"/>
          </a:xfrm>
          <a:prstGeom prst="line">
            <a:avLst/>
          </a:prstGeom>
          <a:ln w="5715">
            <a:solidFill>
              <a:srgbClr val="CBD5E1"/>
            </a:solidFill>
            <a:prstDash val="dash"/>
          </a:ln>
        </p:spPr>
      </p:cxnSp>
      <p:cxnSp>
        <p:nvCxnSpPr>
          <p:cNvPr id="17" name="Projection guide"/>
          <p:cNvCxnSpPr>
            <a:cxnSpLocks/>
          </p:cNvCxnSpPr>
          <p:nvPr/>
        </p:nvCxnSpPr>
        <p:spPr>
          <a:xfrm>
            <a:off x="960120" y="896112"/>
            <a:ext cx="84455" cy="78613"/>
          </a:xfrm>
          <a:prstGeom prst="line">
            <a:avLst/>
          </a:prstGeom>
          <a:ln w="5715">
            <a:solidFill>
              <a:srgbClr val="CBD5E1"/>
            </a:solidFill>
            <a:prstDash val="dash"/>
          </a:ln>
        </p:spPr>
      </p:cxnSp>
      <p:cxnSp>
        <p:nvCxnSpPr>
          <p:cNvPr id="18" name="Projection guide"/>
          <p:cNvCxnSpPr/>
          <p:nvPr/>
        </p:nvCxnSpPr>
        <p:spPr>
          <a:xfrm>
            <a:off x="1225296" y="685800"/>
            <a:ext cx="82296" cy="82296"/>
          </a:xfrm>
          <a:prstGeom prst="line">
            <a:avLst/>
          </a:prstGeom>
          <a:ln w="5715">
            <a:solidFill>
              <a:srgbClr val="CBD5E1"/>
            </a:solidFill>
            <a:prstDash val="dash"/>
          </a:ln>
        </p:spPr>
      </p:cxnSp>
      <p:cxnSp>
        <p:nvCxnSpPr>
          <p:cNvPr id="19" name="Projection guide"/>
          <p:cNvCxnSpPr/>
          <p:nvPr/>
        </p:nvCxnSpPr>
        <p:spPr>
          <a:xfrm flipH="1" flipV="1">
            <a:off x="1399032" y="630936"/>
            <a:ext cx="109728" cy="118872"/>
          </a:xfrm>
          <a:prstGeom prst="line">
            <a:avLst/>
          </a:prstGeom>
          <a:ln w="5715">
            <a:solidFill>
              <a:srgbClr val="CBD5E1"/>
            </a:solidFill>
            <a:prstDash val="dash"/>
          </a:ln>
        </p:spPr>
      </p:cxnSp>
      <p:cxnSp>
        <p:nvCxnSpPr>
          <p:cNvPr id="20" name="PC2 direction"/>
          <p:cNvCxnSpPr>
            <a:cxnSpLocks/>
          </p:cNvCxnSpPr>
          <p:nvPr/>
        </p:nvCxnSpPr>
        <p:spPr>
          <a:xfrm flipH="1" flipV="1">
            <a:off x="840931" y="640080"/>
            <a:ext cx="329501" cy="347472"/>
          </a:xfrm>
          <a:prstGeom prst="line">
            <a:avLst/>
          </a:prstGeom>
          <a:ln w="11430">
            <a:solidFill>
              <a:srgbClr val="0F766E"/>
            </a:solidFill>
            <a:prstDash val="dash"/>
            <a:tailEnd type="triangle" w="med"/>
          </a:ln>
        </p:spPr>
      </p:cxnSp>
      <p:cxnSp>
        <p:nvCxnSpPr>
          <p:cNvPr id="21" name="PC1 direction"/>
          <p:cNvCxnSpPr>
            <a:cxnSpLocks/>
          </p:cNvCxnSpPr>
          <p:nvPr/>
        </p:nvCxnSpPr>
        <p:spPr>
          <a:xfrm flipV="1">
            <a:off x="600520" y="411480"/>
            <a:ext cx="1047305" cy="995045"/>
          </a:xfrm>
          <a:prstGeom prst="line">
            <a:avLst/>
          </a:prstGeom>
          <a:ln w="23495">
            <a:solidFill>
              <a:srgbClr val="D97706"/>
            </a:solidFill>
            <a:tailEnd type="triangle" w="med"/>
          </a:ln>
        </p:spPr>
      </p:cxnSp>
      <p:sp>
        <p:nvSpPr>
          <p:cNvPr id="22" name="PC1 label"/>
          <p:cNvSpPr txBox="1"/>
          <p:nvPr/>
        </p:nvSpPr>
        <p:spPr>
          <a:xfrm>
            <a:off x="1389888" y="26517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D97706"/>
                </a:solidFill>
                <a:latin typeface="Arial"/>
              </a:rPr>
              <a:t>PC1</a:t>
            </a:r>
          </a:p>
        </p:txBody>
      </p:sp>
      <p:sp>
        <p:nvSpPr>
          <p:cNvPr id="23" name="PC2 label"/>
          <p:cNvSpPr txBox="1"/>
          <p:nvPr/>
        </p:nvSpPr>
        <p:spPr>
          <a:xfrm>
            <a:off x="749808" y="51206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" b="1">
                <a:solidFill>
                  <a:srgbClr val="0F766E"/>
                </a:solidFill>
                <a:latin typeface="Arial"/>
              </a:rPr>
              <a:t>PC2</a:t>
            </a:r>
          </a:p>
        </p:txBody>
      </p:sp>
      <p:sp>
        <p:nvSpPr>
          <p:cNvPr id="24" name="Reduced vector chip"/>
          <p:cNvSpPr/>
          <p:nvPr/>
        </p:nvSpPr>
        <p:spPr>
          <a:xfrm>
            <a:off x="585216" y="1664208"/>
            <a:ext cx="1097280" cy="164592"/>
          </a:xfrm>
          <a:prstGeom prst="roundRect">
            <a:avLst/>
          </a:prstGeom>
          <a:solidFill>
            <a:srgbClr val="FFF7ED"/>
          </a:solidFill>
          <a:ln w="5715">
            <a:solidFill>
              <a:srgbClr val="D9770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Reduced vector text"/>
          <p:cNvSpPr txBox="1"/>
          <p:nvPr/>
        </p:nvSpPr>
        <p:spPr>
          <a:xfrm>
            <a:off x="658368" y="1709928"/>
            <a:ext cx="950976" cy="64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" b="1">
                <a:solidFill>
                  <a:srgbClr val="D97706"/>
                </a:solidFill>
                <a:latin typeface="Arial"/>
              </a:rPr>
              <a:t>rotate + keep main variance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 Chen</cp:lastModifiedBy>
  <cp:revision>2</cp:revision>
  <dcterms:created xsi:type="dcterms:W3CDTF">2013-01-27T09:14:16Z</dcterms:created>
  <dcterms:modified xsi:type="dcterms:W3CDTF">2026-05-02T02:10:21Z</dcterms:modified>
  <cp:category/>
</cp:coreProperties>
</file>